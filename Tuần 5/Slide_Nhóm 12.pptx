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64" r:id="rId3"/>
    <p:sldId id="257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286" r:id="rId14"/>
  </p:sldIdLst>
  <p:sldSz cx="9144000" cy="5143500" type="screen16x9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DM Sans Bold" pitchFamily="2" charset="0"/>
      <p:bold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  <p:embeddedFont>
      <p:font typeface="Viga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4F281B-A1E8-4E5D-BBBC-32A15C3077A3}">
  <a:tblStyle styleId="{F04F281B-A1E8-4E5D-BBBC-32A15C307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08" y="416"/>
      </p:cViewPr>
      <p:guideLst>
        <p:guide orient="horz" pos="461"/>
        <p:guide pos="2880"/>
        <p:guide pos="456"/>
        <p:guide orient="horz" pos="1732"/>
        <p:guide orient="horz" pos="26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6bdca54fc3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6bdca54fc3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B60C4F21-3317-63E3-F1DD-AA275BB2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420F20F8-8A57-A7B6-112B-68D4B5041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15FAFACA-9FD1-3450-95B7-FFACE72D6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6988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CBD10C38-5774-AC48-B76F-58651AB6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2818C5D0-2157-7857-9199-147A77F90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5CD53272-0568-1A3E-716D-46DFBBA10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388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59E4C2B9-FA9A-AF19-DBCE-5226E4F1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D4F5D758-66EA-A1FC-F02F-B303F7C68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CC228291-F722-3E9C-D833-0E274F334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6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CC81F4E1-73A4-415F-4DC2-73CC3266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80E21DA9-A1D9-1D43-5060-B3784FF7C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C1E54EC5-B2DC-61CC-7970-1E13C96BF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29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A2548EAD-7E58-95AB-4858-5EE8CDDF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2F6907B5-514E-E2F4-D01C-DA5EC4F83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CDCD7C36-6ACE-21CB-6521-88D900270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388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669E9EAA-B371-2EA7-98A2-01B277E9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0B3E4AEC-B1C8-8E16-2C9F-073F5FCD2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1CA94870-6915-81AC-2D79-B4025BBBD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614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ECE23854-0400-9553-F866-EFF4F4C93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799E0335-9C6C-6685-7119-3CABE8BAF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8D21D1C7-E326-6F2C-7D1F-687A0B4C2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792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B6D8DED0-A118-A4A7-8042-23F939F8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D62BAB16-5085-8F49-E865-C29BC4E75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DE35E72A-61C8-F3C8-796A-0FC43BE72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829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C502680F-2158-9C6A-AAD4-42319008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>
            <a:extLst>
              <a:ext uri="{FF2B5EF4-FFF2-40B4-BE49-F238E27FC236}">
                <a16:creationId xmlns:a16="http://schemas.microsoft.com/office/drawing/2014/main" id="{CA34FAD4-0418-74A3-3053-00A484974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>
            <a:extLst>
              <a:ext uri="{FF2B5EF4-FFF2-40B4-BE49-F238E27FC236}">
                <a16:creationId xmlns:a16="http://schemas.microsoft.com/office/drawing/2014/main" id="{70FFB37E-C2B8-7E6B-7FC5-97576BC49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970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8" name="Google Shape;2818;g6bdca54fc3_0_26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9" name="Google Shape;2819;g6bdca54fc3_0_26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76325" y="3087550"/>
            <a:ext cx="2977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17" name="Google Shape;17;p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ONE_COLUMN_TEXT_1_1_1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7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464998" y="3508236"/>
            <a:ext cx="2214000" cy="11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 idx="2"/>
          </p:nvPr>
        </p:nvSpPr>
        <p:spPr>
          <a:xfrm>
            <a:off x="3464998" y="3010385"/>
            <a:ext cx="2214000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3"/>
          </p:nvPr>
        </p:nvSpPr>
        <p:spPr>
          <a:xfrm>
            <a:off x="835213" y="3508236"/>
            <a:ext cx="2214000" cy="11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 idx="4"/>
          </p:nvPr>
        </p:nvSpPr>
        <p:spPr>
          <a:xfrm>
            <a:off x="835213" y="3010385"/>
            <a:ext cx="2214000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5"/>
          </p:nvPr>
        </p:nvSpPr>
        <p:spPr>
          <a:xfrm>
            <a:off x="6094778" y="3508236"/>
            <a:ext cx="2214000" cy="11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 idx="6"/>
          </p:nvPr>
        </p:nvSpPr>
        <p:spPr>
          <a:xfrm>
            <a:off x="6094778" y="3010385"/>
            <a:ext cx="2214000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ED60DD-94EE-DD8E-B817-4C14362B4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09" y="-190219"/>
            <a:ext cx="8090881" cy="1474215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E7B4098C-02CA-6A8D-AA29-4102AF5EA169}"/>
              </a:ext>
            </a:extLst>
          </p:cNvPr>
          <p:cNvSpPr/>
          <p:nvPr/>
        </p:nvSpPr>
        <p:spPr>
          <a:xfrm>
            <a:off x="330200" y="921718"/>
            <a:ext cx="7504994" cy="935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CỨU, XÂY DỰNG MÔ HÌNH MẠNG AN TOÀN CHO CÔNG TY CP KỸ THUẬT VÀ DỊCH VỤ TRUNG ANH</a:t>
            </a: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3E8F905-1DE2-7007-A188-102A4D8DFEC9}"/>
              </a:ext>
            </a:extLst>
          </p:cNvPr>
          <p:cNvSpPr/>
          <p:nvPr/>
        </p:nvSpPr>
        <p:spPr>
          <a:xfrm>
            <a:off x="882297" y="2460054"/>
            <a:ext cx="6400800" cy="1611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  <a:tabLst>
                <a:tab pos="20574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Đỗ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Đức Anh	: </a:t>
            </a:r>
            <a:r>
              <a:rPr lang="en-US" sz="1700" dirty="0"/>
              <a:t>2023600614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  <a:p>
            <a:pPr>
              <a:lnSpc>
                <a:spcPct val="130000"/>
              </a:lnSpc>
              <a:tabLst>
                <a:tab pos="2057400" algn="l"/>
              </a:tabLst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 Trường Giang	</a:t>
            </a:r>
            <a:r>
              <a:rPr lang="en-US" sz="1700" dirty="0"/>
              <a:t>: 2023606481</a:t>
            </a:r>
            <a:endParaRPr lang="en-US" sz="17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tabLst>
                <a:tab pos="2057400" algn="l"/>
              </a:tabLst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Chí Hùng	</a:t>
            </a:r>
            <a:r>
              <a:rPr lang="en-US" sz="1700" dirty="0"/>
              <a:t>: 2023601886</a:t>
            </a:r>
            <a:endParaRPr lang="en-US" sz="17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tabLst>
                <a:tab pos="2057400" algn="l"/>
              </a:tabLst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Minh Thịnh	</a:t>
            </a:r>
            <a:r>
              <a:rPr lang="en-US" sz="1700" dirty="0"/>
              <a:t>: 2022606102</a:t>
            </a:r>
            <a:endParaRPr lang="en-US" sz="1700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  <a:tabLst>
                <a:tab pos="2057400" algn="l"/>
              </a:tabLst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Quang Trung	</a:t>
            </a:r>
            <a:r>
              <a:rPr lang="en-US" sz="1700" dirty="0"/>
              <a:t>: 2023601060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33E52C28-09BD-00F9-2093-9B04D0A4B2C5}"/>
              </a:ext>
            </a:extLst>
          </p:cNvPr>
          <p:cNvSpPr/>
          <p:nvPr/>
        </p:nvSpPr>
        <p:spPr>
          <a:xfrm>
            <a:off x="330200" y="1962115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tabLst>
                <a:tab pos="4919663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	</a:t>
            </a:r>
            <a:r>
              <a:rPr lang="en-US" sz="1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12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6E69050-2E3D-A284-0689-B81E7DF6324C}"/>
              </a:ext>
            </a:extLst>
          </p:cNvPr>
          <p:cNvSpPr/>
          <p:nvPr/>
        </p:nvSpPr>
        <p:spPr>
          <a:xfrm>
            <a:off x="330200" y="431097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tabLst>
                <a:tab pos="4919663" algn="l"/>
              </a:tabLst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TS. Phạm Văn </a:t>
            </a:r>
            <a:r>
              <a:rPr lang="en-US" sz="1800" b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Hiệp</a:t>
            </a:r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21" name="Google Shape;3133;p64">
            <a:extLst>
              <a:ext uri="{FF2B5EF4-FFF2-40B4-BE49-F238E27FC236}">
                <a16:creationId xmlns:a16="http://schemas.microsoft.com/office/drawing/2014/main" id="{7B61716D-D056-1B9C-091E-10949CA73513}"/>
              </a:ext>
            </a:extLst>
          </p:cNvPr>
          <p:cNvGrpSpPr/>
          <p:nvPr/>
        </p:nvGrpSpPr>
        <p:grpSpPr>
          <a:xfrm>
            <a:off x="5744790" y="1857459"/>
            <a:ext cx="3399210" cy="3410981"/>
            <a:chOff x="1252700" y="238400"/>
            <a:chExt cx="5219700" cy="5237775"/>
          </a:xfrm>
        </p:grpSpPr>
        <p:sp>
          <p:nvSpPr>
            <p:cNvPr id="22" name="Google Shape;3134;p64">
              <a:extLst>
                <a:ext uri="{FF2B5EF4-FFF2-40B4-BE49-F238E27FC236}">
                  <a16:creationId xmlns:a16="http://schemas.microsoft.com/office/drawing/2014/main" id="{6CB357F2-1A62-90AD-5EED-4B3547940ECA}"/>
                </a:ext>
              </a:extLst>
            </p:cNvPr>
            <p:cNvSpPr/>
            <p:nvPr/>
          </p:nvSpPr>
          <p:spPr>
            <a:xfrm>
              <a:off x="2451375" y="1351625"/>
              <a:ext cx="469250" cy="37725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35;p64">
              <a:extLst>
                <a:ext uri="{FF2B5EF4-FFF2-40B4-BE49-F238E27FC236}">
                  <a16:creationId xmlns:a16="http://schemas.microsoft.com/office/drawing/2014/main" id="{BE07F1A5-36D4-D0BC-CC62-79671B9680DE}"/>
                </a:ext>
              </a:extLst>
            </p:cNvPr>
            <p:cNvSpPr/>
            <p:nvPr/>
          </p:nvSpPr>
          <p:spPr>
            <a:xfrm>
              <a:off x="1252700" y="693600"/>
              <a:ext cx="5219700" cy="3620175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36;p64">
              <a:extLst>
                <a:ext uri="{FF2B5EF4-FFF2-40B4-BE49-F238E27FC236}">
                  <a16:creationId xmlns:a16="http://schemas.microsoft.com/office/drawing/2014/main" id="{2496B8C1-1394-A3CF-7401-76564F46D2CF}"/>
                </a:ext>
              </a:extLst>
            </p:cNvPr>
            <p:cNvSpPr/>
            <p:nvPr/>
          </p:nvSpPr>
          <p:spPr>
            <a:xfrm>
              <a:off x="2451375" y="1351625"/>
              <a:ext cx="469250" cy="37725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37;p64">
              <a:extLst>
                <a:ext uri="{FF2B5EF4-FFF2-40B4-BE49-F238E27FC236}">
                  <a16:creationId xmlns:a16="http://schemas.microsoft.com/office/drawing/2014/main" id="{C05A6386-3D57-AA54-8D2A-09E034141E49}"/>
                </a:ext>
              </a:extLst>
            </p:cNvPr>
            <p:cNvSpPr/>
            <p:nvPr/>
          </p:nvSpPr>
          <p:spPr>
            <a:xfrm>
              <a:off x="3739775" y="587475"/>
              <a:ext cx="435225" cy="424425"/>
            </a:xfrm>
            <a:custGeom>
              <a:avLst/>
              <a:gdLst/>
              <a:ahLst/>
              <a:cxnLst/>
              <a:rect l="l" t="t" r="r" b="b"/>
              <a:pathLst>
                <a:path w="17409" h="16977" extrusionOk="0">
                  <a:moveTo>
                    <a:pt x="8704" y="2482"/>
                  </a:moveTo>
                  <a:cubicBezTo>
                    <a:pt x="12135" y="2482"/>
                    <a:pt x="14927" y="5273"/>
                    <a:pt x="14927" y="8705"/>
                  </a:cubicBezTo>
                  <a:lnTo>
                    <a:pt x="14927" y="14496"/>
                  </a:lnTo>
                  <a:lnTo>
                    <a:pt x="2481" y="14496"/>
                  </a:lnTo>
                  <a:lnTo>
                    <a:pt x="2481" y="8705"/>
                  </a:lnTo>
                  <a:cubicBezTo>
                    <a:pt x="2481" y="5274"/>
                    <a:pt x="5273" y="2482"/>
                    <a:pt x="8704" y="2482"/>
                  </a:cubicBezTo>
                  <a:close/>
                  <a:moveTo>
                    <a:pt x="8704" y="0"/>
                  </a:moveTo>
                  <a:cubicBezTo>
                    <a:pt x="3905" y="0"/>
                    <a:pt x="1" y="3905"/>
                    <a:pt x="1" y="8705"/>
                  </a:cubicBezTo>
                  <a:lnTo>
                    <a:pt x="1" y="15736"/>
                  </a:lnTo>
                  <a:cubicBezTo>
                    <a:pt x="1" y="16420"/>
                    <a:pt x="556" y="16976"/>
                    <a:pt x="1241" y="16976"/>
                  </a:cubicBezTo>
                  <a:lnTo>
                    <a:pt x="16167" y="16976"/>
                  </a:lnTo>
                  <a:cubicBezTo>
                    <a:pt x="16852" y="16976"/>
                    <a:pt x="17407" y="16421"/>
                    <a:pt x="17408" y="15736"/>
                  </a:cubicBezTo>
                  <a:lnTo>
                    <a:pt x="17408" y="8705"/>
                  </a:lnTo>
                  <a:cubicBezTo>
                    <a:pt x="17408" y="3905"/>
                    <a:pt x="13504" y="0"/>
                    <a:pt x="87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38;p64">
              <a:extLst>
                <a:ext uri="{FF2B5EF4-FFF2-40B4-BE49-F238E27FC236}">
                  <a16:creationId xmlns:a16="http://schemas.microsoft.com/office/drawing/2014/main" id="{E4163D90-8FBD-C54E-862A-6373064FA7F7}"/>
                </a:ext>
              </a:extLst>
            </p:cNvPr>
            <p:cNvSpPr/>
            <p:nvPr/>
          </p:nvSpPr>
          <p:spPr>
            <a:xfrm>
              <a:off x="3732400" y="580100"/>
              <a:ext cx="449950" cy="439125"/>
            </a:xfrm>
            <a:custGeom>
              <a:avLst/>
              <a:gdLst/>
              <a:ahLst/>
              <a:cxnLst/>
              <a:rect l="l" t="t" r="r" b="b"/>
              <a:pathLst>
                <a:path w="17998" h="17565" extrusionOk="0">
                  <a:moveTo>
                    <a:pt x="8998" y="3070"/>
                  </a:moveTo>
                  <a:cubicBezTo>
                    <a:pt x="12268" y="3070"/>
                    <a:pt x="14927" y="5730"/>
                    <a:pt x="14927" y="8999"/>
                  </a:cubicBezTo>
                  <a:lnTo>
                    <a:pt x="14927" y="14496"/>
                  </a:lnTo>
                  <a:lnTo>
                    <a:pt x="3070" y="14496"/>
                  </a:lnTo>
                  <a:lnTo>
                    <a:pt x="3070" y="8999"/>
                  </a:lnTo>
                  <a:cubicBezTo>
                    <a:pt x="3070" y="5729"/>
                    <a:pt x="5728" y="3070"/>
                    <a:pt x="8998" y="3070"/>
                  </a:cubicBezTo>
                  <a:close/>
                  <a:moveTo>
                    <a:pt x="8999" y="2482"/>
                  </a:moveTo>
                  <a:cubicBezTo>
                    <a:pt x="5406" y="2482"/>
                    <a:pt x="2482" y="5405"/>
                    <a:pt x="2482" y="9000"/>
                  </a:cubicBezTo>
                  <a:lnTo>
                    <a:pt x="2482" y="14791"/>
                  </a:lnTo>
                  <a:cubicBezTo>
                    <a:pt x="2482" y="14953"/>
                    <a:pt x="2614" y="15085"/>
                    <a:pt x="2777" y="15085"/>
                  </a:cubicBezTo>
                  <a:lnTo>
                    <a:pt x="15223" y="15085"/>
                  </a:lnTo>
                  <a:cubicBezTo>
                    <a:pt x="15385" y="15085"/>
                    <a:pt x="15517" y="14953"/>
                    <a:pt x="15517" y="14791"/>
                  </a:cubicBezTo>
                  <a:lnTo>
                    <a:pt x="15517" y="9000"/>
                  </a:lnTo>
                  <a:cubicBezTo>
                    <a:pt x="15517" y="5405"/>
                    <a:pt x="12592" y="2482"/>
                    <a:pt x="8999" y="2482"/>
                  </a:cubicBezTo>
                  <a:close/>
                  <a:moveTo>
                    <a:pt x="8999" y="590"/>
                  </a:moveTo>
                  <a:cubicBezTo>
                    <a:pt x="13636" y="590"/>
                    <a:pt x="17408" y="4362"/>
                    <a:pt x="17407" y="9000"/>
                  </a:cubicBezTo>
                  <a:lnTo>
                    <a:pt x="17407" y="16031"/>
                  </a:lnTo>
                  <a:cubicBezTo>
                    <a:pt x="17406" y="16553"/>
                    <a:pt x="16984" y="16976"/>
                    <a:pt x="16462" y="16977"/>
                  </a:cubicBezTo>
                  <a:lnTo>
                    <a:pt x="1535" y="16977"/>
                  </a:lnTo>
                  <a:cubicBezTo>
                    <a:pt x="1013" y="16976"/>
                    <a:pt x="590" y="16553"/>
                    <a:pt x="590" y="16031"/>
                  </a:cubicBezTo>
                  <a:lnTo>
                    <a:pt x="590" y="9000"/>
                  </a:lnTo>
                  <a:cubicBezTo>
                    <a:pt x="590" y="4362"/>
                    <a:pt x="4362" y="590"/>
                    <a:pt x="8999" y="590"/>
                  </a:cubicBezTo>
                  <a:close/>
                  <a:moveTo>
                    <a:pt x="8999" y="0"/>
                  </a:moveTo>
                  <a:cubicBezTo>
                    <a:pt x="4037" y="0"/>
                    <a:pt x="1" y="4038"/>
                    <a:pt x="1" y="9000"/>
                  </a:cubicBezTo>
                  <a:lnTo>
                    <a:pt x="1" y="16030"/>
                  </a:lnTo>
                  <a:cubicBezTo>
                    <a:pt x="2" y="16877"/>
                    <a:pt x="688" y="17564"/>
                    <a:pt x="1536" y="17565"/>
                  </a:cubicBezTo>
                  <a:lnTo>
                    <a:pt x="16462" y="17565"/>
                  </a:lnTo>
                  <a:cubicBezTo>
                    <a:pt x="17310" y="17565"/>
                    <a:pt x="17996" y="16878"/>
                    <a:pt x="17997" y="16031"/>
                  </a:cubicBezTo>
                  <a:lnTo>
                    <a:pt x="17997" y="9000"/>
                  </a:lnTo>
                  <a:cubicBezTo>
                    <a:pt x="17997" y="4038"/>
                    <a:pt x="13961" y="0"/>
                    <a:pt x="89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39;p64">
              <a:extLst>
                <a:ext uri="{FF2B5EF4-FFF2-40B4-BE49-F238E27FC236}">
                  <a16:creationId xmlns:a16="http://schemas.microsoft.com/office/drawing/2014/main" id="{FDDDE0E8-7B5F-A7E8-9BBC-FA55B42962B2}"/>
                </a:ext>
              </a:extLst>
            </p:cNvPr>
            <p:cNvSpPr/>
            <p:nvPr/>
          </p:nvSpPr>
          <p:spPr>
            <a:xfrm>
              <a:off x="3716725" y="927125"/>
              <a:ext cx="475125" cy="401500"/>
            </a:xfrm>
            <a:custGeom>
              <a:avLst/>
              <a:gdLst/>
              <a:ahLst/>
              <a:cxnLst/>
              <a:rect l="l" t="t" r="r" b="b"/>
              <a:pathLst>
                <a:path w="19005" h="16060" extrusionOk="0">
                  <a:moveTo>
                    <a:pt x="1" y="1"/>
                  </a:moveTo>
                  <a:lnTo>
                    <a:pt x="1" y="16060"/>
                  </a:lnTo>
                  <a:lnTo>
                    <a:pt x="19005" y="16060"/>
                  </a:lnTo>
                  <a:lnTo>
                    <a:pt x="190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40;p64">
              <a:extLst>
                <a:ext uri="{FF2B5EF4-FFF2-40B4-BE49-F238E27FC236}">
                  <a16:creationId xmlns:a16="http://schemas.microsoft.com/office/drawing/2014/main" id="{0CC760CF-973E-3297-35C4-8E369DFDE2DE}"/>
                </a:ext>
              </a:extLst>
            </p:cNvPr>
            <p:cNvSpPr/>
            <p:nvPr/>
          </p:nvSpPr>
          <p:spPr>
            <a:xfrm>
              <a:off x="3709350" y="919775"/>
              <a:ext cx="489875" cy="416200"/>
            </a:xfrm>
            <a:custGeom>
              <a:avLst/>
              <a:gdLst/>
              <a:ahLst/>
              <a:cxnLst/>
              <a:rect l="l" t="t" r="r" b="b"/>
              <a:pathLst>
                <a:path w="19595" h="16648" extrusionOk="0">
                  <a:moveTo>
                    <a:pt x="19005" y="590"/>
                  </a:moveTo>
                  <a:lnTo>
                    <a:pt x="19005" y="16059"/>
                  </a:lnTo>
                  <a:lnTo>
                    <a:pt x="589" y="16059"/>
                  </a:lnTo>
                  <a:lnTo>
                    <a:pt x="589" y="590"/>
                  </a:lnTo>
                  <a:close/>
                  <a:moveTo>
                    <a:pt x="296" y="1"/>
                  </a:moveTo>
                  <a:cubicBezTo>
                    <a:pt x="132" y="1"/>
                    <a:pt x="1" y="132"/>
                    <a:pt x="1" y="295"/>
                  </a:cubicBezTo>
                  <a:lnTo>
                    <a:pt x="1" y="16352"/>
                  </a:lnTo>
                  <a:cubicBezTo>
                    <a:pt x="1" y="16516"/>
                    <a:pt x="132" y="16647"/>
                    <a:pt x="296" y="16647"/>
                  </a:cubicBezTo>
                  <a:lnTo>
                    <a:pt x="19300" y="16647"/>
                  </a:lnTo>
                  <a:cubicBezTo>
                    <a:pt x="19462" y="16647"/>
                    <a:pt x="19595" y="16516"/>
                    <a:pt x="19594" y="16352"/>
                  </a:cubicBezTo>
                  <a:lnTo>
                    <a:pt x="19594" y="295"/>
                  </a:lnTo>
                  <a:cubicBezTo>
                    <a:pt x="19595" y="132"/>
                    <a:pt x="19462" y="1"/>
                    <a:pt x="19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41;p64">
              <a:extLst>
                <a:ext uri="{FF2B5EF4-FFF2-40B4-BE49-F238E27FC236}">
                  <a16:creationId xmlns:a16="http://schemas.microsoft.com/office/drawing/2014/main" id="{FC8A582B-51B4-2985-1525-76EA16CA8005}"/>
                </a:ext>
              </a:extLst>
            </p:cNvPr>
            <p:cNvSpPr/>
            <p:nvPr/>
          </p:nvSpPr>
          <p:spPr>
            <a:xfrm>
              <a:off x="3899800" y="1042075"/>
              <a:ext cx="103925" cy="188500"/>
            </a:xfrm>
            <a:custGeom>
              <a:avLst/>
              <a:gdLst/>
              <a:ahLst/>
              <a:cxnLst/>
              <a:rect l="l" t="t" r="r" b="b"/>
              <a:pathLst>
                <a:path w="4157" h="7540" extrusionOk="0">
                  <a:moveTo>
                    <a:pt x="2086" y="1"/>
                  </a:moveTo>
                  <a:cubicBezTo>
                    <a:pt x="1719" y="1"/>
                    <a:pt x="1352" y="98"/>
                    <a:pt x="1026" y="293"/>
                  </a:cubicBezTo>
                  <a:cubicBezTo>
                    <a:pt x="385" y="675"/>
                    <a:pt x="0" y="1371"/>
                    <a:pt x="17" y="2116"/>
                  </a:cubicBezTo>
                  <a:cubicBezTo>
                    <a:pt x="33" y="2860"/>
                    <a:pt x="449" y="3539"/>
                    <a:pt x="1105" y="3892"/>
                  </a:cubicBezTo>
                  <a:lnTo>
                    <a:pt x="757" y="7539"/>
                  </a:lnTo>
                  <a:lnTo>
                    <a:pt x="3417" y="7539"/>
                  </a:lnTo>
                  <a:lnTo>
                    <a:pt x="3070" y="3892"/>
                  </a:lnTo>
                  <a:cubicBezTo>
                    <a:pt x="3738" y="3531"/>
                    <a:pt x="4156" y="2832"/>
                    <a:pt x="4156" y="2072"/>
                  </a:cubicBezTo>
                  <a:cubicBezTo>
                    <a:pt x="4156" y="1326"/>
                    <a:pt x="3756" y="639"/>
                    <a:pt x="3108" y="271"/>
                  </a:cubicBezTo>
                  <a:cubicBezTo>
                    <a:pt x="2791" y="91"/>
                    <a:pt x="2438" y="1"/>
                    <a:pt x="20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2;p64">
              <a:extLst>
                <a:ext uri="{FF2B5EF4-FFF2-40B4-BE49-F238E27FC236}">
                  <a16:creationId xmlns:a16="http://schemas.microsoft.com/office/drawing/2014/main" id="{77BD21F6-3AE9-A2D0-C689-8652E051EAD4}"/>
                </a:ext>
              </a:extLst>
            </p:cNvPr>
            <p:cNvSpPr/>
            <p:nvPr/>
          </p:nvSpPr>
          <p:spPr>
            <a:xfrm>
              <a:off x="3892850" y="1034750"/>
              <a:ext cx="118250" cy="203200"/>
            </a:xfrm>
            <a:custGeom>
              <a:avLst/>
              <a:gdLst/>
              <a:ahLst/>
              <a:cxnLst/>
              <a:rect l="l" t="t" r="r" b="b"/>
              <a:pathLst>
                <a:path w="4730" h="8128" extrusionOk="0">
                  <a:moveTo>
                    <a:pt x="2364" y="589"/>
                  </a:moveTo>
                  <a:cubicBezTo>
                    <a:pt x="3343" y="589"/>
                    <a:pt x="4139" y="1386"/>
                    <a:pt x="4139" y="2364"/>
                  </a:cubicBezTo>
                  <a:cubicBezTo>
                    <a:pt x="4139" y="3016"/>
                    <a:pt x="3782" y="3617"/>
                    <a:pt x="3207" y="3926"/>
                  </a:cubicBezTo>
                  <a:lnTo>
                    <a:pt x="3035" y="4019"/>
                  </a:lnTo>
                  <a:lnTo>
                    <a:pt x="3371" y="7537"/>
                  </a:lnTo>
                  <a:lnTo>
                    <a:pt x="1358" y="7537"/>
                  </a:lnTo>
                  <a:lnTo>
                    <a:pt x="1694" y="4019"/>
                  </a:lnTo>
                  <a:lnTo>
                    <a:pt x="1522" y="3926"/>
                  </a:lnTo>
                  <a:cubicBezTo>
                    <a:pt x="947" y="3617"/>
                    <a:pt x="590" y="3016"/>
                    <a:pt x="590" y="2364"/>
                  </a:cubicBezTo>
                  <a:cubicBezTo>
                    <a:pt x="590" y="1386"/>
                    <a:pt x="1386" y="589"/>
                    <a:pt x="2364" y="589"/>
                  </a:cubicBezTo>
                  <a:close/>
                  <a:moveTo>
                    <a:pt x="2365" y="1"/>
                  </a:moveTo>
                  <a:cubicBezTo>
                    <a:pt x="1061" y="1"/>
                    <a:pt x="1" y="1061"/>
                    <a:pt x="1" y="2365"/>
                  </a:cubicBezTo>
                  <a:cubicBezTo>
                    <a:pt x="1" y="3162"/>
                    <a:pt x="403" y="3907"/>
                    <a:pt x="1072" y="4343"/>
                  </a:cubicBezTo>
                  <a:lnTo>
                    <a:pt x="711" y="8127"/>
                  </a:lnTo>
                  <a:lnTo>
                    <a:pt x="4019" y="8127"/>
                  </a:lnTo>
                  <a:lnTo>
                    <a:pt x="3658" y="4343"/>
                  </a:lnTo>
                  <a:cubicBezTo>
                    <a:pt x="4326" y="3907"/>
                    <a:pt x="4729" y="3162"/>
                    <a:pt x="4728" y="2365"/>
                  </a:cubicBezTo>
                  <a:cubicBezTo>
                    <a:pt x="4728" y="1061"/>
                    <a:pt x="3668" y="1"/>
                    <a:pt x="2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43;p64">
              <a:extLst>
                <a:ext uri="{FF2B5EF4-FFF2-40B4-BE49-F238E27FC236}">
                  <a16:creationId xmlns:a16="http://schemas.microsoft.com/office/drawing/2014/main" id="{E4DD32CF-88CF-5E76-8B74-3B2C4DEE98C2}"/>
                </a:ext>
              </a:extLst>
            </p:cNvPr>
            <p:cNvSpPr/>
            <p:nvPr/>
          </p:nvSpPr>
          <p:spPr>
            <a:xfrm>
              <a:off x="5477025" y="2569425"/>
              <a:ext cx="435225" cy="424400"/>
            </a:xfrm>
            <a:custGeom>
              <a:avLst/>
              <a:gdLst/>
              <a:ahLst/>
              <a:cxnLst/>
              <a:rect l="l" t="t" r="r" b="b"/>
              <a:pathLst>
                <a:path w="17409" h="16976" extrusionOk="0">
                  <a:moveTo>
                    <a:pt x="8705" y="2481"/>
                  </a:moveTo>
                  <a:cubicBezTo>
                    <a:pt x="12136" y="2481"/>
                    <a:pt x="14928" y="5273"/>
                    <a:pt x="14928" y="8704"/>
                  </a:cubicBezTo>
                  <a:lnTo>
                    <a:pt x="14928" y="14495"/>
                  </a:lnTo>
                  <a:lnTo>
                    <a:pt x="2482" y="14495"/>
                  </a:lnTo>
                  <a:lnTo>
                    <a:pt x="2482" y="8704"/>
                  </a:lnTo>
                  <a:cubicBezTo>
                    <a:pt x="2482" y="5273"/>
                    <a:pt x="5273" y="2481"/>
                    <a:pt x="8705" y="2481"/>
                  </a:cubicBezTo>
                  <a:close/>
                  <a:moveTo>
                    <a:pt x="8705" y="0"/>
                  </a:moveTo>
                  <a:cubicBezTo>
                    <a:pt x="3906" y="0"/>
                    <a:pt x="1" y="3904"/>
                    <a:pt x="1" y="8704"/>
                  </a:cubicBezTo>
                  <a:lnTo>
                    <a:pt x="1" y="15735"/>
                  </a:lnTo>
                  <a:cubicBezTo>
                    <a:pt x="1" y="16420"/>
                    <a:pt x="557" y="16975"/>
                    <a:pt x="1242" y="16975"/>
                  </a:cubicBezTo>
                  <a:lnTo>
                    <a:pt x="16168" y="16975"/>
                  </a:lnTo>
                  <a:cubicBezTo>
                    <a:pt x="16854" y="16975"/>
                    <a:pt x="17409" y="16420"/>
                    <a:pt x="17409" y="15735"/>
                  </a:cubicBezTo>
                  <a:lnTo>
                    <a:pt x="17409" y="8704"/>
                  </a:lnTo>
                  <a:cubicBezTo>
                    <a:pt x="17409" y="3905"/>
                    <a:pt x="13505" y="0"/>
                    <a:pt x="8705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44;p64">
              <a:extLst>
                <a:ext uri="{FF2B5EF4-FFF2-40B4-BE49-F238E27FC236}">
                  <a16:creationId xmlns:a16="http://schemas.microsoft.com/office/drawing/2014/main" id="{661EF609-1422-7696-FDB2-33DEC1316CC8}"/>
                </a:ext>
              </a:extLst>
            </p:cNvPr>
            <p:cNvSpPr/>
            <p:nvPr/>
          </p:nvSpPr>
          <p:spPr>
            <a:xfrm>
              <a:off x="5469700" y="2562050"/>
              <a:ext cx="449925" cy="439125"/>
            </a:xfrm>
            <a:custGeom>
              <a:avLst/>
              <a:gdLst/>
              <a:ahLst/>
              <a:cxnLst/>
              <a:rect l="l" t="t" r="r" b="b"/>
              <a:pathLst>
                <a:path w="17997" h="17565" extrusionOk="0">
                  <a:moveTo>
                    <a:pt x="8998" y="3069"/>
                  </a:moveTo>
                  <a:cubicBezTo>
                    <a:pt x="12267" y="3069"/>
                    <a:pt x="14926" y="5729"/>
                    <a:pt x="14926" y="8999"/>
                  </a:cubicBezTo>
                  <a:lnTo>
                    <a:pt x="14926" y="14495"/>
                  </a:lnTo>
                  <a:lnTo>
                    <a:pt x="3069" y="14495"/>
                  </a:lnTo>
                  <a:lnTo>
                    <a:pt x="3069" y="8999"/>
                  </a:lnTo>
                  <a:cubicBezTo>
                    <a:pt x="3069" y="5729"/>
                    <a:pt x="5728" y="3069"/>
                    <a:pt x="8998" y="3069"/>
                  </a:cubicBezTo>
                  <a:close/>
                  <a:moveTo>
                    <a:pt x="8998" y="2481"/>
                  </a:moveTo>
                  <a:cubicBezTo>
                    <a:pt x="5405" y="2481"/>
                    <a:pt x="2480" y="5405"/>
                    <a:pt x="2480" y="8999"/>
                  </a:cubicBezTo>
                  <a:lnTo>
                    <a:pt x="2480" y="14790"/>
                  </a:lnTo>
                  <a:cubicBezTo>
                    <a:pt x="2480" y="14952"/>
                    <a:pt x="2613" y="15085"/>
                    <a:pt x="2775" y="15085"/>
                  </a:cubicBezTo>
                  <a:lnTo>
                    <a:pt x="15221" y="15085"/>
                  </a:lnTo>
                  <a:cubicBezTo>
                    <a:pt x="15383" y="15085"/>
                    <a:pt x="15516" y="14952"/>
                    <a:pt x="15516" y="14790"/>
                  </a:cubicBezTo>
                  <a:lnTo>
                    <a:pt x="15516" y="8999"/>
                  </a:lnTo>
                  <a:cubicBezTo>
                    <a:pt x="15516" y="5405"/>
                    <a:pt x="12592" y="2481"/>
                    <a:pt x="8998" y="2481"/>
                  </a:cubicBezTo>
                  <a:close/>
                  <a:moveTo>
                    <a:pt x="8998" y="589"/>
                  </a:moveTo>
                  <a:cubicBezTo>
                    <a:pt x="13634" y="589"/>
                    <a:pt x="17408" y="4361"/>
                    <a:pt x="17407" y="8999"/>
                  </a:cubicBezTo>
                  <a:lnTo>
                    <a:pt x="17407" y="16030"/>
                  </a:lnTo>
                  <a:cubicBezTo>
                    <a:pt x="17407" y="16552"/>
                    <a:pt x="16983" y="16975"/>
                    <a:pt x="16461" y="16975"/>
                  </a:cubicBezTo>
                  <a:lnTo>
                    <a:pt x="1534" y="16975"/>
                  </a:lnTo>
                  <a:cubicBezTo>
                    <a:pt x="1012" y="16974"/>
                    <a:pt x="589" y="16552"/>
                    <a:pt x="589" y="16030"/>
                  </a:cubicBezTo>
                  <a:lnTo>
                    <a:pt x="589" y="8999"/>
                  </a:lnTo>
                  <a:cubicBezTo>
                    <a:pt x="589" y="4361"/>
                    <a:pt x="4361" y="589"/>
                    <a:pt x="8998" y="589"/>
                  </a:cubicBezTo>
                  <a:close/>
                  <a:moveTo>
                    <a:pt x="8998" y="1"/>
                  </a:moveTo>
                  <a:cubicBezTo>
                    <a:pt x="4036" y="1"/>
                    <a:pt x="0" y="4037"/>
                    <a:pt x="0" y="8999"/>
                  </a:cubicBezTo>
                  <a:lnTo>
                    <a:pt x="0" y="16030"/>
                  </a:lnTo>
                  <a:cubicBezTo>
                    <a:pt x="1" y="16877"/>
                    <a:pt x="688" y="17564"/>
                    <a:pt x="1535" y="17565"/>
                  </a:cubicBezTo>
                  <a:lnTo>
                    <a:pt x="16461" y="17565"/>
                  </a:lnTo>
                  <a:cubicBezTo>
                    <a:pt x="17309" y="17564"/>
                    <a:pt x="17996" y="16877"/>
                    <a:pt x="17996" y="16030"/>
                  </a:cubicBezTo>
                  <a:lnTo>
                    <a:pt x="17996" y="8999"/>
                  </a:lnTo>
                  <a:cubicBezTo>
                    <a:pt x="17996" y="4037"/>
                    <a:pt x="13960" y="1"/>
                    <a:pt x="8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45;p64">
              <a:extLst>
                <a:ext uri="{FF2B5EF4-FFF2-40B4-BE49-F238E27FC236}">
                  <a16:creationId xmlns:a16="http://schemas.microsoft.com/office/drawing/2014/main" id="{1A0F5BB4-7567-F300-31EF-D7469ABA01DB}"/>
                </a:ext>
              </a:extLst>
            </p:cNvPr>
            <p:cNvSpPr/>
            <p:nvPr/>
          </p:nvSpPr>
          <p:spPr>
            <a:xfrm>
              <a:off x="5453975" y="2909075"/>
              <a:ext cx="475150" cy="401475"/>
            </a:xfrm>
            <a:custGeom>
              <a:avLst/>
              <a:gdLst/>
              <a:ahLst/>
              <a:cxnLst/>
              <a:rect l="l" t="t" r="r" b="b"/>
              <a:pathLst>
                <a:path w="19006" h="16059" extrusionOk="0">
                  <a:moveTo>
                    <a:pt x="1" y="1"/>
                  </a:moveTo>
                  <a:lnTo>
                    <a:pt x="1" y="16059"/>
                  </a:lnTo>
                  <a:lnTo>
                    <a:pt x="19006" y="16059"/>
                  </a:lnTo>
                  <a:lnTo>
                    <a:pt x="190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46;p64">
              <a:extLst>
                <a:ext uri="{FF2B5EF4-FFF2-40B4-BE49-F238E27FC236}">
                  <a16:creationId xmlns:a16="http://schemas.microsoft.com/office/drawing/2014/main" id="{B6E216BE-3ADB-3A70-3A8C-E4F24B9286DD}"/>
                </a:ext>
              </a:extLst>
            </p:cNvPr>
            <p:cNvSpPr/>
            <p:nvPr/>
          </p:nvSpPr>
          <p:spPr>
            <a:xfrm>
              <a:off x="5446600" y="2901700"/>
              <a:ext cx="489875" cy="416225"/>
            </a:xfrm>
            <a:custGeom>
              <a:avLst/>
              <a:gdLst/>
              <a:ahLst/>
              <a:cxnLst/>
              <a:rect l="l" t="t" r="r" b="b"/>
              <a:pathLst>
                <a:path w="19595" h="16649" extrusionOk="0">
                  <a:moveTo>
                    <a:pt x="19006" y="590"/>
                  </a:moveTo>
                  <a:lnTo>
                    <a:pt x="19006" y="16059"/>
                  </a:lnTo>
                  <a:lnTo>
                    <a:pt x="590" y="16059"/>
                  </a:lnTo>
                  <a:lnTo>
                    <a:pt x="591" y="590"/>
                  </a:lnTo>
                  <a:close/>
                  <a:moveTo>
                    <a:pt x="296" y="1"/>
                  </a:moveTo>
                  <a:cubicBezTo>
                    <a:pt x="133" y="1"/>
                    <a:pt x="1" y="132"/>
                    <a:pt x="2" y="296"/>
                  </a:cubicBezTo>
                  <a:lnTo>
                    <a:pt x="2" y="16354"/>
                  </a:lnTo>
                  <a:cubicBezTo>
                    <a:pt x="2" y="16516"/>
                    <a:pt x="133" y="16649"/>
                    <a:pt x="296" y="16649"/>
                  </a:cubicBezTo>
                  <a:lnTo>
                    <a:pt x="19301" y="16649"/>
                  </a:lnTo>
                  <a:cubicBezTo>
                    <a:pt x="19463" y="16649"/>
                    <a:pt x="19595" y="16516"/>
                    <a:pt x="19595" y="16354"/>
                  </a:cubicBezTo>
                  <a:lnTo>
                    <a:pt x="19595" y="296"/>
                  </a:lnTo>
                  <a:cubicBezTo>
                    <a:pt x="19595" y="132"/>
                    <a:pt x="19463" y="1"/>
                    <a:pt x="19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47;p64">
              <a:extLst>
                <a:ext uri="{FF2B5EF4-FFF2-40B4-BE49-F238E27FC236}">
                  <a16:creationId xmlns:a16="http://schemas.microsoft.com/office/drawing/2014/main" id="{3FD11655-C424-8096-4501-53DD5BEE33AF}"/>
                </a:ext>
              </a:extLst>
            </p:cNvPr>
            <p:cNvSpPr/>
            <p:nvPr/>
          </p:nvSpPr>
          <p:spPr>
            <a:xfrm>
              <a:off x="5637075" y="3024025"/>
              <a:ext cx="103925" cy="188500"/>
            </a:xfrm>
            <a:custGeom>
              <a:avLst/>
              <a:gdLst/>
              <a:ahLst/>
              <a:cxnLst/>
              <a:rect l="l" t="t" r="r" b="b"/>
              <a:pathLst>
                <a:path w="4157" h="7540" extrusionOk="0">
                  <a:moveTo>
                    <a:pt x="2085" y="0"/>
                  </a:moveTo>
                  <a:cubicBezTo>
                    <a:pt x="1718" y="0"/>
                    <a:pt x="1351" y="98"/>
                    <a:pt x="1025" y="292"/>
                  </a:cubicBezTo>
                  <a:cubicBezTo>
                    <a:pt x="385" y="675"/>
                    <a:pt x="1" y="1370"/>
                    <a:pt x="17" y="2116"/>
                  </a:cubicBezTo>
                  <a:cubicBezTo>
                    <a:pt x="33" y="2860"/>
                    <a:pt x="448" y="3539"/>
                    <a:pt x="1104" y="3892"/>
                  </a:cubicBezTo>
                  <a:lnTo>
                    <a:pt x="757" y="7539"/>
                  </a:lnTo>
                  <a:lnTo>
                    <a:pt x="3416" y="7539"/>
                  </a:lnTo>
                  <a:lnTo>
                    <a:pt x="3069" y="3892"/>
                  </a:lnTo>
                  <a:cubicBezTo>
                    <a:pt x="3739" y="3531"/>
                    <a:pt x="4155" y="2832"/>
                    <a:pt x="4155" y="2071"/>
                  </a:cubicBezTo>
                  <a:cubicBezTo>
                    <a:pt x="4156" y="1326"/>
                    <a:pt x="3756" y="639"/>
                    <a:pt x="3108" y="270"/>
                  </a:cubicBezTo>
                  <a:cubicBezTo>
                    <a:pt x="2790" y="90"/>
                    <a:pt x="2438" y="0"/>
                    <a:pt x="2085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48;p64">
              <a:extLst>
                <a:ext uri="{FF2B5EF4-FFF2-40B4-BE49-F238E27FC236}">
                  <a16:creationId xmlns:a16="http://schemas.microsoft.com/office/drawing/2014/main" id="{82F138D3-99DB-7BD1-48A8-4F650AF222D3}"/>
                </a:ext>
              </a:extLst>
            </p:cNvPr>
            <p:cNvSpPr/>
            <p:nvPr/>
          </p:nvSpPr>
          <p:spPr>
            <a:xfrm>
              <a:off x="5630150" y="3016700"/>
              <a:ext cx="118200" cy="203200"/>
            </a:xfrm>
            <a:custGeom>
              <a:avLst/>
              <a:gdLst/>
              <a:ahLst/>
              <a:cxnLst/>
              <a:rect l="l" t="t" r="r" b="b"/>
              <a:pathLst>
                <a:path w="4728" h="8128" extrusionOk="0">
                  <a:moveTo>
                    <a:pt x="2364" y="590"/>
                  </a:moveTo>
                  <a:cubicBezTo>
                    <a:pt x="3342" y="590"/>
                    <a:pt x="4138" y="1386"/>
                    <a:pt x="4138" y="2364"/>
                  </a:cubicBezTo>
                  <a:cubicBezTo>
                    <a:pt x="4138" y="3016"/>
                    <a:pt x="3781" y="3616"/>
                    <a:pt x="3206" y="3926"/>
                  </a:cubicBezTo>
                  <a:lnTo>
                    <a:pt x="3034" y="4018"/>
                  </a:lnTo>
                  <a:lnTo>
                    <a:pt x="3370" y="7537"/>
                  </a:lnTo>
                  <a:lnTo>
                    <a:pt x="1358" y="7537"/>
                  </a:lnTo>
                  <a:lnTo>
                    <a:pt x="1693" y="4018"/>
                  </a:lnTo>
                  <a:lnTo>
                    <a:pt x="1521" y="3926"/>
                  </a:lnTo>
                  <a:cubicBezTo>
                    <a:pt x="947" y="3616"/>
                    <a:pt x="589" y="3016"/>
                    <a:pt x="589" y="2364"/>
                  </a:cubicBezTo>
                  <a:cubicBezTo>
                    <a:pt x="589" y="1386"/>
                    <a:pt x="1386" y="590"/>
                    <a:pt x="2364" y="590"/>
                  </a:cubicBezTo>
                  <a:close/>
                  <a:moveTo>
                    <a:pt x="2364" y="1"/>
                  </a:moveTo>
                  <a:cubicBezTo>
                    <a:pt x="1060" y="1"/>
                    <a:pt x="0" y="1060"/>
                    <a:pt x="0" y="2364"/>
                  </a:cubicBezTo>
                  <a:cubicBezTo>
                    <a:pt x="0" y="3162"/>
                    <a:pt x="403" y="3907"/>
                    <a:pt x="1070" y="4343"/>
                  </a:cubicBezTo>
                  <a:lnTo>
                    <a:pt x="710" y="8127"/>
                  </a:lnTo>
                  <a:lnTo>
                    <a:pt x="4018" y="8127"/>
                  </a:lnTo>
                  <a:lnTo>
                    <a:pt x="3657" y="4343"/>
                  </a:lnTo>
                  <a:cubicBezTo>
                    <a:pt x="4325" y="3907"/>
                    <a:pt x="4727" y="3162"/>
                    <a:pt x="4727" y="2364"/>
                  </a:cubicBezTo>
                  <a:cubicBezTo>
                    <a:pt x="4727" y="1060"/>
                    <a:pt x="3667" y="1"/>
                    <a:pt x="23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49;p64">
              <a:extLst>
                <a:ext uri="{FF2B5EF4-FFF2-40B4-BE49-F238E27FC236}">
                  <a16:creationId xmlns:a16="http://schemas.microsoft.com/office/drawing/2014/main" id="{B4546308-9A1D-D70E-157D-9CB4EB36380B}"/>
                </a:ext>
              </a:extLst>
            </p:cNvPr>
            <p:cNvSpPr/>
            <p:nvPr/>
          </p:nvSpPr>
          <p:spPr>
            <a:xfrm>
              <a:off x="1981725" y="2569425"/>
              <a:ext cx="435225" cy="424400"/>
            </a:xfrm>
            <a:custGeom>
              <a:avLst/>
              <a:gdLst/>
              <a:ahLst/>
              <a:cxnLst/>
              <a:rect l="l" t="t" r="r" b="b"/>
              <a:pathLst>
                <a:path w="17409" h="16976" extrusionOk="0">
                  <a:moveTo>
                    <a:pt x="8704" y="2481"/>
                  </a:moveTo>
                  <a:cubicBezTo>
                    <a:pt x="12135" y="2481"/>
                    <a:pt x="14927" y="5273"/>
                    <a:pt x="14927" y="8704"/>
                  </a:cubicBezTo>
                  <a:lnTo>
                    <a:pt x="14927" y="14495"/>
                  </a:lnTo>
                  <a:lnTo>
                    <a:pt x="2481" y="14495"/>
                  </a:lnTo>
                  <a:lnTo>
                    <a:pt x="2481" y="8704"/>
                  </a:lnTo>
                  <a:cubicBezTo>
                    <a:pt x="2481" y="5273"/>
                    <a:pt x="5273" y="2481"/>
                    <a:pt x="8704" y="2481"/>
                  </a:cubicBezTo>
                  <a:close/>
                  <a:moveTo>
                    <a:pt x="8704" y="0"/>
                  </a:moveTo>
                  <a:cubicBezTo>
                    <a:pt x="3905" y="0"/>
                    <a:pt x="0" y="3904"/>
                    <a:pt x="0" y="8704"/>
                  </a:cubicBezTo>
                  <a:lnTo>
                    <a:pt x="0" y="15735"/>
                  </a:lnTo>
                  <a:cubicBezTo>
                    <a:pt x="0" y="16420"/>
                    <a:pt x="555" y="16975"/>
                    <a:pt x="1241" y="16975"/>
                  </a:cubicBezTo>
                  <a:lnTo>
                    <a:pt x="16168" y="16975"/>
                  </a:lnTo>
                  <a:cubicBezTo>
                    <a:pt x="16852" y="16975"/>
                    <a:pt x="17408" y="16420"/>
                    <a:pt x="17408" y="15735"/>
                  </a:cubicBezTo>
                  <a:lnTo>
                    <a:pt x="17408" y="8704"/>
                  </a:lnTo>
                  <a:cubicBezTo>
                    <a:pt x="17408" y="3905"/>
                    <a:pt x="13503" y="0"/>
                    <a:pt x="870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50;p64">
              <a:extLst>
                <a:ext uri="{FF2B5EF4-FFF2-40B4-BE49-F238E27FC236}">
                  <a16:creationId xmlns:a16="http://schemas.microsoft.com/office/drawing/2014/main" id="{27919D11-F059-1CF7-0103-0311819E59E5}"/>
                </a:ext>
              </a:extLst>
            </p:cNvPr>
            <p:cNvSpPr/>
            <p:nvPr/>
          </p:nvSpPr>
          <p:spPr>
            <a:xfrm>
              <a:off x="1974350" y="2562050"/>
              <a:ext cx="449975" cy="439125"/>
            </a:xfrm>
            <a:custGeom>
              <a:avLst/>
              <a:gdLst/>
              <a:ahLst/>
              <a:cxnLst/>
              <a:rect l="l" t="t" r="r" b="b"/>
              <a:pathLst>
                <a:path w="17999" h="17565" extrusionOk="0">
                  <a:moveTo>
                    <a:pt x="8999" y="3069"/>
                  </a:moveTo>
                  <a:cubicBezTo>
                    <a:pt x="12269" y="3069"/>
                    <a:pt x="14928" y="5729"/>
                    <a:pt x="14928" y="8999"/>
                  </a:cubicBezTo>
                  <a:lnTo>
                    <a:pt x="14928" y="14495"/>
                  </a:lnTo>
                  <a:lnTo>
                    <a:pt x="3070" y="14495"/>
                  </a:lnTo>
                  <a:lnTo>
                    <a:pt x="3071" y="8999"/>
                  </a:lnTo>
                  <a:cubicBezTo>
                    <a:pt x="3071" y="5730"/>
                    <a:pt x="5729" y="3069"/>
                    <a:pt x="8999" y="3069"/>
                  </a:cubicBezTo>
                  <a:close/>
                  <a:moveTo>
                    <a:pt x="9000" y="2481"/>
                  </a:moveTo>
                  <a:cubicBezTo>
                    <a:pt x="5405" y="2481"/>
                    <a:pt x="2482" y="5405"/>
                    <a:pt x="2482" y="8999"/>
                  </a:cubicBezTo>
                  <a:lnTo>
                    <a:pt x="2482" y="14790"/>
                  </a:lnTo>
                  <a:cubicBezTo>
                    <a:pt x="2481" y="14952"/>
                    <a:pt x="2614" y="15085"/>
                    <a:pt x="2776" y="15085"/>
                  </a:cubicBezTo>
                  <a:lnTo>
                    <a:pt x="15223" y="15085"/>
                  </a:lnTo>
                  <a:cubicBezTo>
                    <a:pt x="15385" y="15085"/>
                    <a:pt x="15517" y="14952"/>
                    <a:pt x="15517" y="14790"/>
                  </a:cubicBezTo>
                  <a:lnTo>
                    <a:pt x="15517" y="8999"/>
                  </a:lnTo>
                  <a:cubicBezTo>
                    <a:pt x="15517" y="5405"/>
                    <a:pt x="12593" y="2481"/>
                    <a:pt x="9000" y="2481"/>
                  </a:cubicBezTo>
                  <a:close/>
                  <a:moveTo>
                    <a:pt x="9000" y="589"/>
                  </a:moveTo>
                  <a:cubicBezTo>
                    <a:pt x="13636" y="589"/>
                    <a:pt x="17409" y="4361"/>
                    <a:pt x="17408" y="8999"/>
                  </a:cubicBezTo>
                  <a:lnTo>
                    <a:pt x="17408" y="16030"/>
                  </a:lnTo>
                  <a:cubicBezTo>
                    <a:pt x="17407" y="16552"/>
                    <a:pt x="16985" y="16974"/>
                    <a:pt x="16463" y="16975"/>
                  </a:cubicBezTo>
                  <a:lnTo>
                    <a:pt x="1536" y="16975"/>
                  </a:lnTo>
                  <a:cubicBezTo>
                    <a:pt x="1013" y="16975"/>
                    <a:pt x="590" y="16552"/>
                    <a:pt x="589" y="16030"/>
                  </a:cubicBezTo>
                  <a:lnTo>
                    <a:pt x="589" y="8999"/>
                  </a:lnTo>
                  <a:cubicBezTo>
                    <a:pt x="589" y="4361"/>
                    <a:pt x="4361" y="589"/>
                    <a:pt x="8999" y="589"/>
                  </a:cubicBezTo>
                  <a:close/>
                  <a:moveTo>
                    <a:pt x="8999" y="1"/>
                  </a:moveTo>
                  <a:cubicBezTo>
                    <a:pt x="4038" y="1"/>
                    <a:pt x="0" y="4037"/>
                    <a:pt x="0" y="8999"/>
                  </a:cubicBezTo>
                  <a:lnTo>
                    <a:pt x="0" y="16030"/>
                  </a:lnTo>
                  <a:cubicBezTo>
                    <a:pt x="2" y="16877"/>
                    <a:pt x="688" y="17564"/>
                    <a:pt x="1536" y="17565"/>
                  </a:cubicBezTo>
                  <a:lnTo>
                    <a:pt x="16463" y="17565"/>
                  </a:lnTo>
                  <a:cubicBezTo>
                    <a:pt x="17309" y="17564"/>
                    <a:pt x="17997" y="16877"/>
                    <a:pt x="17998" y="16030"/>
                  </a:cubicBezTo>
                  <a:lnTo>
                    <a:pt x="17998" y="8999"/>
                  </a:lnTo>
                  <a:cubicBezTo>
                    <a:pt x="17998" y="4037"/>
                    <a:pt x="13961" y="1"/>
                    <a:pt x="89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51;p64">
              <a:extLst>
                <a:ext uri="{FF2B5EF4-FFF2-40B4-BE49-F238E27FC236}">
                  <a16:creationId xmlns:a16="http://schemas.microsoft.com/office/drawing/2014/main" id="{905E2B1A-8888-8AB9-80D4-5C5C56C2A9F6}"/>
                </a:ext>
              </a:extLst>
            </p:cNvPr>
            <p:cNvSpPr/>
            <p:nvPr/>
          </p:nvSpPr>
          <p:spPr>
            <a:xfrm>
              <a:off x="1958675" y="2909075"/>
              <a:ext cx="475150" cy="401475"/>
            </a:xfrm>
            <a:custGeom>
              <a:avLst/>
              <a:gdLst/>
              <a:ahLst/>
              <a:cxnLst/>
              <a:rect l="l" t="t" r="r" b="b"/>
              <a:pathLst>
                <a:path w="19006" h="16059" extrusionOk="0">
                  <a:moveTo>
                    <a:pt x="0" y="1"/>
                  </a:moveTo>
                  <a:lnTo>
                    <a:pt x="0" y="16059"/>
                  </a:lnTo>
                  <a:lnTo>
                    <a:pt x="19006" y="16059"/>
                  </a:lnTo>
                  <a:lnTo>
                    <a:pt x="190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52;p64">
              <a:extLst>
                <a:ext uri="{FF2B5EF4-FFF2-40B4-BE49-F238E27FC236}">
                  <a16:creationId xmlns:a16="http://schemas.microsoft.com/office/drawing/2014/main" id="{161F96E2-AFB2-9F33-A570-7474090C255A}"/>
                </a:ext>
              </a:extLst>
            </p:cNvPr>
            <p:cNvSpPr/>
            <p:nvPr/>
          </p:nvSpPr>
          <p:spPr>
            <a:xfrm>
              <a:off x="1951300" y="2901700"/>
              <a:ext cx="489875" cy="416225"/>
            </a:xfrm>
            <a:custGeom>
              <a:avLst/>
              <a:gdLst/>
              <a:ahLst/>
              <a:cxnLst/>
              <a:rect l="l" t="t" r="r" b="b"/>
              <a:pathLst>
                <a:path w="19595" h="16649" extrusionOk="0">
                  <a:moveTo>
                    <a:pt x="19006" y="590"/>
                  </a:moveTo>
                  <a:lnTo>
                    <a:pt x="19006" y="16059"/>
                  </a:lnTo>
                  <a:lnTo>
                    <a:pt x="590" y="16059"/>
                  </a:lnTo>
                  <a:lnTo>
                    <a:pt x="590" y="590"/>
                  </a:lnTo>
                  <a:close/>
                  <a:moveTo>
                    <a:pt x="295" y="1"/>
                  </a:moveTo>
                  <a:cubicBezTo>
                    <a:pt x="133" y="1"/>
                    <a:pt x="0" y="132"/>
                    <a:pt x="1" y="296"/>
                  </a:cubicBezTo>
                  <a:lnTo>
                    <a:pt x="1" y="16354"/>
                  </a:lnTo>
                  <a:cubicBezTo>
                    <a:pt x="0" y="16516"/>
                    <a:pt x="133" y="16649"/>
                    <a:pt x="295" y="16649"/>
                  </a:cubicBezTo>
                  <a:lnTo>
                    <a:pt x="19299" y="16649"/>
                  </a:lnTo>
                  <a:cubicBezTo>
                    <a:pt x="19463" y="16649"/>
                    <a:pt x="19594" y="16516"/>
                    <a:pt x="19594" y="16354"/>
                  </a:cubicBezTo>
                  <a:lnTo>
                    <a:pt x="19594" y="296"/>
                  </a:lnTo>
                  <a:cubicBezTo>
                    <a:pt x="19594" y="132"/>
                    <a:pt x="19463" y="1"/>
                    <a:pt x="19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53;p64">
              <a:extLst>
                <a:ext uri="{FF2B5EF4-FFF2-40B4-BE49-F238E27FC236}">
                  <a16:creationId xmlns:a16="http://schemas.microsoft.com/office/drawing/2014/main" id="{1C6E33D7-BB6B-577A-844E-19FBA9D2F868}"/>
                </a:ext>
              </a:extLst>
            </p:cNvPr>
            <p:cNvSpPr/>
            <p:nvPr/>
          </p:nvSpPr>
          <p:spPr>
            <a:xfrm>
              <a:off x="2141775" y="3024025"/>
              <a:ext cx="103875" cy="188500"/>
            </a:xfrm>
            <a:custGeom>
              <a:avLst/>
              <a:gdLst/>
              <a:ahLst/>
              <a:cxnLst/>
              <a:rect l="l" t="t" r="r" b="b"/>
              <a:pathLst>
                <a:path w="4155" h="7540" extrusionOk="0">
                  <a:moveTo>
                    <a:pt x="2084" y="0"/>
                  </a:moveTo>
                  <a:cubicBezTo>
                    <a:pt x="1717" y="0"/>
                    <a:pt x="1351" y="98"/>
                    <a:pt x="1024" y="292"/>
                  </a:cubicBezTo>
                  <a:cubicBezTo>
                    <a:pt x="385" y="675"/>
                    <a:pt x="0" y="1370"/>
                    <a:pt x="15" y="2116"/>
                  </a:cubicBezTo>
                  <a:cubicBezTo>
                    <a:pt x="32" y="2860"/>
                    <a:pt x="447" y="3539"/>
                    <a:pt x="1103" y="3892"/>
                  </a:cubicBezTo>
                  <a:lnTo>
                    <a:pt x="756" y="7539"/>
                  </a:lnTo>
                  <a:lnTo>
                    <a:pt x="3416" y="7539"/>
                  </a:lnTo>
                  <a:lnTo>
                    <a:pt x="3068" y="3892"/>
                  </a:lnTo>
                  <a:cubicBezTo>
                    <a:pt x="3738" y="3531"/>
                    <a:pt x="4155" y="2832"/>
                    <a:pt x="4155" y="2071"/>
                  </a:cubicBezTo>
                  <a:cubicBezTo>
                    <a:pt x="4155" y="1326"/>
                    <a:pt x="3756" y="639"/>
                    <a:pt x="3108" y="270"/>
                  </a:cubicBezTo>
                  <a:cubicBezTo>
                    <a:pt x="2790" y="90"/>
                    <a:pt x="2437" y="0"/>
                    <a:pt x="208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54;p64">
              <a:extLst>
                <a:ext uri="{FF2B5EF4-FFF2-40B4-BE49-F238E27FC236}">
                  <a16:creationId xmlns:a16="http://schemas.microsoft.com/office/drawing/2014/main" id="{EECB1267-7398-896B-5641-C1CE185B5C3E}"/>
                </a:ext>
              </a:extLst>
            </p:cNvPr>
            <p:cNvSpPr/>
            <p:nvPr/>
          </p:nvSpPr>
          <p:spPr>
            <a:xfrm>
              <a:off x="2134800" y="3016675"/>
              <a:ext cx="118225" cy="203225"/>
            </a:xfrm>
            <a:custGeom>
              <a:avLst/>
              <a:gdLst/>
              <a:ahLst/>
              <a:cxnLst/>
              <a:rect l="l" t="t" r="r" b="b"/>
              <a:pathLst>
                <a:path w="4729" h="8129" extrusionOk="0">
                  <a:moveTo>
                    <a:pt x="2365" y="591"/>
                  </a:moveTo>
                  <a:cubicBezTo>
                    <a:pt x="3344" y="591"/>
                    <a:pt x="4140" y="1387"/>
                    <a:pt x="4140" y="2365"/>
                  </a:cubicBezTo>
                  <a:cubicBezTo>
                    <a:pt x="4140" y="3017"/>
                    <a:pt x="3781" y="3617"/>
                    <a:pt x="3208" y="3927"/>
                  </a:cubicBezTo>
                  <a:lnTo>
                    <a:pt x="3036" y="4019"/>
                  </a:lnTo>
                  <a:lnTo>
                    <a:pt x="3371" y="7538"/>
                  </a:lnTo>
                  <a:lnTo>
                    <a:pt x="1358" y="7538"/>
                  </a:lnTo>
                  <a:lnTo>
                    <a:pt x="1695" y="4019"/>
                  </a:lnTo>
                  <a:lnTo>
                    <a:pt x="1523" y="3927"/>
                  </a:lnTo>
                  <a:cubicBezTo>
                    <a:pt x="948" y="3617"/>
                    <a:pt x="590" y="3017"/>
                    <a:pt x="590" y="2365"/>
                  </a:cubicBezTo>
                  <a:cubicBezTo>
                    <a:pt x="590" y="1387"/>
                    <a:pt x="1387" y="591"/>
                    <a:pt x="2365" y="591"/>
                  </a:cubicBezTo>
                  <a:close/>
                  <a:moveTo>
                    <a:pt x="2365" y="1"/>
                  </a:moveTo>
                  <a:cubicBezTo>
                    <a:pt x="1062" y="1"/>
                    <a:pt x="2" y="1061"/>
                    <a:pt x="2" y="2365"/>
                  </a:cubicBezTo>
                  <a:cubicBezTo>
                    <a:pt x="1" y="3162"/>
                    <a:pt x="403" y="3907"/>
                    <a:pt x="1072" y="4344"/>
                  </a:cubicBezTo>
                  <a:lnTo>
                    <a:pt x="711" y="8128"/>
                  </a:lnTo>
                  <a:lnTo>
                    <a:pt x="4019" y="8128"/>
                  </a:lnTo>
                  <a:lnTo>
                    <a:pt x="3659" y="4343"/>
                  </a:lnTo>
                  <a:cubicBezTo>
                    <a:pt x="4326" y="3907"/>
                    <a:pt x="4729" y="3162"/>
                    <a:pt x="4729" y="2365"/>
                  </a:cubicBezTo>
                  <a:cubicBezTo>
                    <a:pt x="4729" y="1062"/>
                    <a:pt x="3667" y="1"/>
                    <a:pt x="2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55;p64">
              <a:extLst>
                <a:ext uri="{FF2B5EF4-FFF2-40B4-BE49-F238E27FC236}">
                  <a16:creationId xmlns:a16="http://schemas.microsoft.com/office/drawing/2014/main" id="{750EFB3B-7735-E110-7D28-C893D1B78F69}"/>
                </a:ext>
              </a:extLst>
            </p:cNvPr>
            <p:cNvSpPr/>
            <p:nvPr/>
          </p:nvSpPr>
          <p:spPr>
            <a:xfrm>
              <a:off x="6074275" y="2700300"/>
              <a:ext cx="144125" cy="518900"/>
            </a:xfrm>
            <a:custGeom>
              <a:avLst/>
              <a:gdLst/>
              <a:ahLst/>
              <a:cxnLst/>
              <a:rect l="l" t="t" r="r" b="b"/>
              <a:pathLst>
                <a:path w="5765" h="20756" extrusionOk="0">
                  <a:moveTo>
                    <a:pt x="4480" y="0"/>
                  </a:moveTo>
                  <a:cubicBezTo>
                    <a:pt x="4218" y="0"/>
                    <a:pt x="3956" y="103"/>
                    <a:pt x="3761" y="306"/>
                  </a:cubicBezTo>
                  <a:cubicBezTo>
                    <a:pt x="1396" y="2772"/>
                    <a:pt x="0" y="6537"/>
                    <a:pt x="26" y="10377"/>
                  </a:cubicBezTo>
                  <a:cubicBezTo>
                    <a:pt x="54" y="14266"/>
                    <a:pt x="1529" y="18039"/>
                    <a:pt x="3973" y="20469"/>
                  </a:cubicBezTo>
                  <a:cubicBezTo>
                    <a:pt x="4167" y="20660"/>
                    <a:pt x="4419" y="20755"/>
                    <a:pt x="4672" y="20755"/>
                  </a:cubicBezTo>
                  <a:cubicBezTo>
                    <a:pt x="4927" y="20755"/>
                    <a:pt x="5183" y="20657"/>
                    <a:pt x="5378" y="20461"/>
                  </a:cubicBezTo>
                  <a:cubicBezTo>
                    <a:pt x="5765" y="20073"/>
                    <a:pt x="5764" y="19444"/>
                    <a:pt x="5375" y="19056"/>
                  </a:cubicBezTo>
                  <a:cubicBezTo>
                    <a:pt x="3296" y="16989"/>
                    <a:pt x="2041" y="13739"/>
                    <a:pt x="2018" y="10363"/>
                  </a:cubicBezTo>
                  <a:cubicBezTo>
                    <a:pt x="1995" y="7029"/>
                    <a:pt x="3183" y="3786"/>
                    <a:pt x="5198" y="1685"/>
                  </a:cubicBezTo>
                  <a:cubicBezTo>
                    <a:pt x="5578" y="1288"/>
                    <a:pt x="5565" y="657"/>
                    <a:pt x="5168" y="277"/>
                  </a:cubicBezTo>
                  <a:cubicBezTo>
                    <a:pt x="4975" y="92"/>
                    <a:pt x="4727" y="0"/>
                    <a:pt x="4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56;p64">
              <a:extLst>
                <a:ext uri="{FF2B5EF4-FFF2-40B4-BE49-F238E27FC236}">
                  <a16:creationId xmlns:a16="http://schemas.microsoft.com/office/drawing/2014/main" id="{6D88290E-95B5-3358-2444-48ECED29F456}"/>
                </a:ext>
              </a:extLst>
            </p:cNvPr>
            <p:cNvSpPr/>
            <p:nvPr/>
          </p:nvSpPr>
          <p:spPr>
            <a:xfrm>
              <a:off x="6177275" y="2766625"/>
              <a:ext cx="113725" cy="384825"/>
            </a:xfrm>
            <a:custGeom>
              <a:avLst/>
              <a:gdLst/>
              <a:ahLst/>
              <a:cxnLst/>
              <a:rect l="l" t="t" r="r" b="b"/>
              <a:pathLst>
                <a:path w="4549" h="15393" extrusionOk="0">
                  <a:moveTo>
                    <a:pt x="3301" y="0"/>
                  </a:moveTo>
                  <a:cubicBezTo>
                    <a:pt x="3019" y="0"/>
                    <a:pt x="2738" y="120"/>
                    <a:pt x="2542" y="353"/>
                  </a:cubicBezTo>
                  <a:cubicBezTo>
                    <a:pt x="897" y="2345"/>
                    <a:pt x="1" y="4953"/>
                    <a:pt x="21" y="7696"/>
                  </a:cubicBezTo>
                  <a:cubicBezTo>
                    <a:pt x="39" y="10459"/>
                    <a:pt x="983" y="13070"/>
                    <a:pt x="2680" y="15046"/>
                  </a:cubicBezTo>
                  <a:cubicBezTo>
                    <a:pt x="2876" y="15275"/>
                    <a:pt x="3155" y="15392"/>
                    <a:pt x="3435" y="15392"/>
                  </a:cubicBezTo>
                  <a:cubicBezTo>
                    <a:pt x="3664" y="15392"/>
                    <a:pt x="3895" y="15313"/>
                    <a:pt x="4082" y="15152"/>
                  </a:cubicBezTo>
                  <a:cubicBezTo>
                    <a:pt x="4500" y="14795"/>
                    <a:pt x="4548" y="14166"/>
                    <a:pt x="4190" y="13750"/>
                  </a:cubicBezTo>
                  <a:cubicBezTo>
                    <a:pt x="2800" y="12130"/>
                    <a:pt x="2027" y="9975"/>
                    <a:pt x="2011" y="7681"/>
                  </a:cubicBezTo>
                  <a:cubicBezTo>
                    <a:pt x="1994" y="5406"/>
                    <a:pt x="2729" y="3253"/>
                    <a:pt x="4077" y="1620"/>
                  </a:cubicBezTo>
                  <a:cubicBezTo>
                    <a:pt x="4418" y="1195"/>
                    <a:pt x="4355" y="575"/>
                    <a:pt x="3934" y="228"/>
                  </a:cubicBezTo>
                  <a:cubicBezTo>
                    <a:pt x="3749" y="75"/>
                    <a:pt x="3525" y="0"/>
                    <a:pt x="33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57;p64">
              <a:extLst>
                <a:ext uri="{FF2B5EF4-FFF2-40B4-BE49-F238E27FC236}">
                  <a16:creationId xmlns:a16="http://schemas.microsoft.com/office/drawing/2014/main" id="{0AFCA78A-2D63-B8CD-E9F0-C63B364717C0}"/>
                </a:ext>
              </a:extLst>
            </p:cNvPr>
            <p:cNvSpPr/>
            <p:nvPr/>
          </p:nvSpPr>
          <p:spPr>
            <a:xfrm>
              <a:off x="6272025" y="2833800"/>
              <a:ext cx="91725" cy="251225"/>
            </a:xfrm>
            <a:custGeom>
              <a:avLst/>
              <a:gdLst/>
              <a:ahLst/>
              <a:cxnLst/>
              <a:rect l="l" t="t" r="r" b="b"/>
              <a:pathLst>
                <a:path w="3669" h="10049" extrusionOk="0">
                  <a:moveTo>
                    <a:pt x="2402" y="1"/>
                  </a:moveTo>
                  <a:cubicBezTo>
                    <a:pt x="2106" y="1"/>
                    <a:pt x="1813" y="132"/>
                    <a:pt x="1617" y="383"/>
                  </a:cubicBezTo>
                  <a:lnTo>
                    <a:pt x="1618" y="383"/>
                  </a:lnTo>
                  <a:cubicBezTo>
                    <a:pt x="557" y="1743"/>
                    <a:pt x="1" y="3333"/>
                    <a:pt x="13" y="4982"/>
                  </a:cubicBezTo>
                  <a:cubicBezTo>
                    <a:pt x="24" y="6697"/>
                    <a:pt x="643" y="8331"/>
                    <a:pt x="1803" y="9707"/>
                  </a:cubicBezTo>
                  <a:cubicBezTo>
                    <a:pt x="2000" y="9933"/>
                    <a:pt x="2276" y="10049"/>
                    <a:pt x="2554" y="10049"/>
                  </a:cubicBezTo>
                  <a:cubicBezTo>
                    <a:pt x="2781" y="10049"/>
                    <a:pt x="3009" y="9972"/>
                    <a:pt x="3196" y="9815"/>
                  </a:cubicBezTo>
                  <a:cubicBezTo>
                    <a:pt x="3612" y="9464"/>
                    <a:pt x="3669" y="8844"/>
                    <a:pt x="3324" y="8424"/>
                  </a:cubicBezTo>
                  <a:cubicBezTo>
                    <a:pt x="2468" y="7408"/>
                    <a:pt x="2011" y="6213"/>
                    <a:pt x="2002" y="4969"/>
                  </a:cubicBezTo>
                  <a:cubicBezTo>
                    <a:pt x="1994" y="3773"/>
                    <a:pt x="2403" y="2611"/>
                    <a:pt x="3186" y="1609"/>
                  </a:cubicBezTo>
                  <a:cubicBezTo>
                    <a:pt x="3524" y="1176"/>
                    <a:pt x="3447" y="550"/>
                    <a:pt x="3014" y="212"/>
                  </a:cubicBezTo>
                  <a:cubicBezTo>
                    <a:pt x="2832" y="70"/>
                    <a:pt x="2616" y="1"/>
                    <a:pt x="2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58;p64">
              <a:extLst>
                <a:ext uri="{FF2B5EF4-FFF2-40B4-BE49-F238E27FC236}">
                  <a16:creationId xmlns:a16="http://schemas.microsoft.com/office/drawing/2014/main" id="{BD9F4FD2-F705-6550-098A-075EABA11127}"/>
                </a:ext>
              </a:extLst>
            </p:cNvPr>
            <p:cNvSpPr/>
            <p:nvPr/>
          </p:nvSpPr>
          <p:spPr>
            <a:xfrm>
              <a:off x="1692475" y="2700300"/>
              <a:ext cx="144300" cy="519000"/>
            </a:xfrm>
            <a:custGeom>
              <a:avLst/>
              <a:gdLst/>
              <a:ahLst/>
              <a:cxnLst/>
              <a:rect l="l" t="t" r="r" b="b"/>
              <a:pathLst>
                <a:path w="5772" h="20760" extrusionOk="0">
                  <a:moveTo>
                    <a:pt x="1292" y="0"/>
                  </a:moveTo>
                  <a:cubicBezTo>
                    <a:pt x="1045" y="0"/>
                    <a:pt x="797" y="92"/>
                    <a:pt x="604" y="277"/>
                  </a:cubicBezTo>
                  <a:cubicBezTo>
                    <a:pt x="207" y="657"/>
                    <a:pt x="194" y="1288"/>
                    <a:pt x="574" y="1685"/>
                  </a:cubicBezTo>
                  <a:cubicBezTo>
                    <a:pt x="2589" y="3786"/>
                    <a:pt x="3777" y="7029"/>
                    <a:pt x="3754" y="10363"/>
                  </a:cubicBezTo>
                  <a:cubicBezTo>
                    <a:pt x="3731" y="13739"/>
                    <a:pt x="2476" y="16989"/>
                    <a:pt x="396" y="19056"/>
                  </a:cubicBezTo>
                  <a:cubicBezTo>
                    <a:pt x="4" y="19443"/>
                    <a:pt x="1" y="20075"/>
                    <a:pt x="389" y="20466"/>
                  </a:cubicBezTo>
                  <a:cubicBezTo>
                    <a:pt x="584" y="20662"/>
                    <a:pt x="839" y="20760"/>
                    <a:pt x="1095" y="20760"/>
                  </a:cubicBezTo>
                  <a:cubicBezTo>
                    <a:pt x="1350" y="20760"/>
                    <a:pt x="1605" y="20663"/>
                    <a:pt x="1799" y="20469"/>
                  </a:cubicBezTo>
                  <a:cubicBezTo>
                    <a:pt x="4243" y="18039"/>
                    <a:pt x="5717" y="14266"/>
                    <a:pt x="5745" y="10377"/>
                  </a:cubicBezTo>
                  <a:cubicBezTo>
                    <a:pt x="5772" y="6537"/>
                    <a:pt x="4376" y="2772"/>
                    <a:pt x="2011" y="306"/>
                  </a:cubicBezTo>
                  <a:cubicBezTo>
                    <a:pt x="1815" y="103"/>
                    <a:pt x="1554" y="0"/>
                    <a:pt x="12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59;p64">
              <a:extLst>
                <a:ext uri="{FF2B5EF4-FFF2-40B4-BE49-F238E27FC236}">
                  <a16:creationId xmlns:a16="http://schemas.microsoft.com/office/drawing/2014/main" id="{A247E865-2964-D864-E004-3A2ED02854A3}"/>
                </a:ext>
              </a:extLst>
            </p:cNvPr>
            <p:cNvSpPr/>
            <p:nvPr/>
          </p:nvSpPr>
          <p:spPr>
            <a:xfrm>
              <a:off x="1619925" y="2766125"/>
              <a:ext cx="113825" cy="385475"/>
            </a:xfrm>
            <a:custGeom>
              <a:avLst/>
              <a:gdLst/>
              <a:ahLst/>
              <a:cxnLst/>
              <a:rect l="l" t="t" r="r" b="b"/>
              <a:pathLst>
                <a:path w="4553" h="15419" extrusionOk="0">
                  <a:moveTo>
                    <a:pt x="1236" y="1"/>
                  </a:moveTo>
                  <a:cubicBezTo>
                    <a:pt x="1013" y="1"/>
                    <a:pt x="789" y="75"/>
                    <a:pt x="603" y="228"/>
                  </a:cubicBezTo>
                  <a:cubicBezTo>
                    <a:pt x="176" y="581"/>
                    <a:pt x="119" y="1216"/>
                    <a:pt x="477" y="1640"/>
                  </a:cubicBezTo>
                  <a:cubicBezTo>
                    <a:pt x="1825" y="3273"/>
                    <a:pt x="2559" y="5426"/>
                    <a:pt x="2543" y="7701"/>
                  </a:cubicBezTo>
                  <a:cubicBezTo>
                    <a:pt x="2527" y="9995"/>
                    <a:pt x="1753" y="12150"/>
                    <a:pt x="364" y="13770"/>
                  </a:cubicBezTo>
                  <a:cubicBezTo>
                    <a:pt x="0" y="14186"/>
                    <a:pt x="46" y="14819"/>
                    <a:pt x="465" y="15179"/>
                  </a:cubicBezTo>
                  <a:cubicBezTo>
                    <a:pt x="653" y="15340"/>
                    <a:pt x="884" y="15419"/>
                    <a:pt x="1114" y="15419"/>
                  </a:cubicBezTo>
                  <a:cubicBezTo>
                    <a:pt x="1397" y="15419"/>
                    <a:pt x="1678" y="15299"/>
                    <a:pt x="1874" y="15066"/>
                  </a:cubicBezTo>
                  <a:cubicBezTo>
                    <a:pt x="3571" y="13090"/>
                    <a:pt x="4515" y="10479"/>
                    <a:pt x="4533" y="7716"/>
                  </a:cubicBezTo>
                  <a:cubicBezTo>
                    <a:pt x="4552" y="4973"/>
                    <a:pt x="3657" y="2365"/>
                    <a:pt x="2012" y="373"/>
                  </a:cubicBezTo>
                  <a:cubicBezTo>
                    <a:pt x="1816" y="128"/>
                    <a:pt x="1527" y="1"/>
                    <a:pt x="12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60;p64">
              <a:extLst>
                <a:ext uri="{FF2B5EF4-FFF2-40B4-BE49-F238E27FC236}">
                  <a16:creationId xmlns:a16="http://schemas.microsoft.com/office/drawing/2014/main" id="{28400AD7-F0E1-E685-470B-2532D5273290}"/>
                </a:ext>
              </a:extLst>
            </p:cNvPr>
            <p:cNvSpPr/>
            <p:nvPr/>
          </p:nvSpPr>
          <p:spPr>
            <a:xfrm>
              <a:off x="1547400" y="2833800"/>
              <a:ext cx="91625" cy="251100"/>
            </a:xfrm>
            <a:custGeom>
              <a:avLst/>
              <a:gdLst/>
              <a:ahLst/>
              <a:cxnLst/>
              <a:rect l="l" t="t" r="r" b="b"/>
              <a:pathLst>
                <a:path w="3665" h="10044" extrusionOk="0">
                  <a:moveTo>
                    <a:pt x="1263" y="1"/>
                  </a:moveTo>
                  <a:cubicBezTo>
                    <a:pt x="1048" y="1"/>
                    <a:pt x="832" y="70"/>
                    <a:pt x="650" y="212"/>
                  </a:cubicBezTo>
                  <a:cubicBezTo>
                    <a:pt x="217" y="550"/>
                    <a:pt x="140" y="1176"/>
                    <a:pt x="479" y="1609"/>
                  </a:cubicBezTo>
                  <a:cubicBezTo>
                    <a:pt x="1262" y="2611"/>
                    <a:pt x="1671" y="3773"/>
                    <a:pt x="1663" y="4969"/>
                  </a:cubicBezTo>
                  <a:cubicBezTo>
                    <a:pt x="1655" y="6213"/>
                    <a:pt x="1197" y="7408"/>
                    <a:pt x="340" y="8424"/>
                  </a:cubicBezTo>
                  <a:cubicBezTo>
                    <a:pt x="1" y="8845"/>
                    <a:pt x="60" y="9460"/>
                    <a:pt x="474" y="9809"/>
                  </a:cubicBezTo>
                  <a:cubicBezTo>
                    <a:pt x="660" y="9966"/>
                    <a:pt x="888" y="10043"/>
                    <a:pt x="1114" y="10043"/>
                  </a:cubicBezTo>
                  <a:cubicBezTo>
                    <a:pt x="1390" y="10043"/>
                    <a:pt x="1665" y="9929"/>
                    <a:pt x="1862" y="9707"/>
                  </a:cubicBezTo>
                  <a:cubicBezTo>
                    <a:pt x="3022" y="8331"/>
                    <a:pt x="3640" y="6697"/>
                    <a:pt x="3652" y="4982"/>
                  </a:cubicBezTo>
                  <a:cubicBezTo>
                    <a:pt x="3664" y="3333"/>
                    <a:pt x="3109" y="1743"/>
                    <a:pt x="2047" y="383"/>
                  </a:cubicBezTo>
                  <a:cubicBezTo>
                    <a:pt x="1851" y="132"/>
                    <a:pt x="1559" y="1"/>
                    <a:pt x="1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61;p64">
              <a:extLst>
                <a:ext uri="{FF2B5EF4-FFF2-40B4-BE49-F238E27FC236}">
                  <a16:creationId xmlns:a16="http://schemas.microsoft.com/office/drawing/2014/main" id="{43C60431-736C-D2C2-E302-3C0EEA747383}"/>
                </a:ext>
              </a:extLst>
            </p:cNvPr>
            <p:cNvSpPr/>
            <p:nvPr/>
          </p:nvSpPr>
          <p:spPr>
            <a:xfrm>
              <a:off x="3693525" y="383050"/>
              <a:ext cx="523850" cy="141150"/>
            </a:xfrm>
            <a:custGeom>
              <a:avLst/>
              <a:gdLst/>
              <a:ahLst/>
              <a:cxnLst/>
              <a:rect l="l" t="t" r="r" b="b"/>
              <a:pathLst>
                <a:path w="20954" h="5646" extrusionOk="0">
                  <a:moveTo>
                    <a:pt x="1095" y="0"/>
                  </a:moveTo>
                  <a:cubicBezTo>
                    <a:pt x="841" y="0"/>
                    <a:pt x="587" y="97"/>
                    <a:pt x="392" y="290"/>
                  </a:cubicBezTo>
                  <a:cubicBezTo>
                    <a:pt x="2" y="678"/>
                    <a:pt x="1" y="1310"/>
                    <a:pt x="391" y="1700"/>
                  </a:cubicBezTo>
                  <a:cubicBezTo>
                    <a:pt x="2820" y="4144"/>
                    <a:pt x="6592" y="5618"/>
                    <a:pt x="10482" y="5645"/>
                  </a:cubicBezTo>
                  <a:cubicBezTo>
                    <a:pt x="10517" y="5646"/>
                    <a:pt x="10553" y="5646"/>
                    <a:pt x="10588" y="5646"/>
                  </a:cubicBezTo>
                  <a:cubicBezTo>
                    <a:pt x="14391" y="5646"/>
                    <a:pt x="18109" y="4254"/>
                    <a:pt x="20552" y="1912"/>
                  </a:cubicBezTo>
                  <a:cubicBezTo>
                    <a:pt x="20944" y="1530"/>
                    <a:pt x="20954" y="904"/>
                    <a:pt x="20575" y="510"/>
                  </a:cubicBezTo>
                  <a:cubicBezTo>
                    <a:pt x="20380" y="306"/>
                    <a:pt x="20118" y="204"/>
                    <a:pt x="19857" y="204"/>
                  </a:cubicBezTo>
                  <a:cubicBezTo>
                    <a:pt x="19612" y="204"/>
                    <a:pt x="19366" y="293"/>
                    <a:pt x="19174" y="474"/>
                  </a:cubicBezTo>
                  <a:cubicBezTo>
                    <a:pt x="17093" y="2470"/>
                    <a:pt x="13888" y="3656"/>
                    <a:pt x="10587" y="3656"/>
                  </a:cubicBezTo>
                  <a:cubicBezTo>
                    <a:pt x="10556" y="3656"/>
                    <a:pt x="10526" y="3655"/>
                    <a:pt x="10496" y="3655"/>
                  </a:cubicBezTo>
                  <a:cubicBezTo>
                    <a:pt x="7120" y="3632"/>
                    <a:pt x="3870" y="2377"/>
                    <a:pt x="1803" y="297"/>
                  </a:cubicBezTo>
                  <a:cubicBezTo>
                    <a:pt x="1608" y="99"/>
                    <a:pt x="1351" y="0"/>
                    <a:pt x="1095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62;p64">
              <a:extLst>
                <a:ext uri="{FF2B5EF4-FFF2-40B4-BE49-F238E27FC236}">
                  <a16:creationId xmlns:a16="http://schemas.microsoft.com/office/drawing/2014/main" id="{6EC935BA-9A0B-5EB3-3A85-35F57FFBCE0B}"/>
                </a:ext>
              </a:extLst>
            </p:cNvPr>
            <p:cNvSpPr/>
            <p:nvPr/>
          </p:nvSpPr>
          <p:spPr>
            <a:xfrm>
              <a:off x="3760900" y="311100"/>
              <a:ext cx="390750" cy="110275"/>
            </a:xfrm>
            <a:custGeom>
              <a:avLst/>
              <a:gdLst/>
              <a:ahLst/>
              <a:cxnLst/>
              <a:rect l="l" t="t" r="r" b="b"/>
              <a:pathLst>
                <a:path w="15630" h="4411" extrusionOk="0">
                  <a:moveTo>
                    <a:pt x="1114" y="0"/>
                  </a:moveTo>
                  <a:cubicBezTo>
                    <a:pt x="834" y="0"/>
                    <a:pt x="555" y="118"/>
                    <a:pt x="359" y="348"/>
                  </a:cubicBezTo>
                  <a:cubicBezTo>
                    <a:pt x="0" y="764"/>
                    <a:pt x="48" y="1393"/>
                    <a:pt x="465" y="1751"/>
                  </a:cubicBezTo>
                  <a:cubicBezTo>
                    <a:pt x="2441" y="3446"/>
                    <a:pt x="5052" y="4391"/>
                    <a:pt x="7815" y="4410"/>
                  </a:cubicBezTo>
                  <a:cubicBezTo>
                    <a:pt x="7843" y="4411"/>
                    <a:pt x="7871" y="4411"/>
                    <a:pt x="7899" y="4411"/>
                  </a:cubicBezTo>
                  <a:cubicBezTo>
                    <a:pt x="10610" y="4411"/>
                    <a:pt x="13186" y="3517"/>
                    <a:pt x="15158" y="1889"/>
                  </a:cubicBezTo>
                  <a:lnTo>
                    <a:pt x="15158" y="1888"/>
                  </a:lnTo>
                  <a:cubicBezTo>
                    <a:pt x="15574" y="1536"/>
                    <a:pt x="15629" y="916"/>
                    <a:pt x="15283" y="496"/>
                  </a:cubicBezTo>
                  <a:cubicBezTo>
                    <a:pt x="15086" y="257"/>
                    <a:pt x="14801" y="134"/>
                    <a:pt x="14514" y="134"/>
                  </a:cubicBezTo>
                  <a:cubicBezTo>
                    <a:pt x="14295" y="134"/>
                    <a:pt x="14075" y="206"/>
                    <a:pt x="13891" y="353"/>
                  </a:cubicBezTo>
                  <a:cubicBezTo>
                    <a:pt x="12274" y="1688"/>
                    <a:pt x="10149" y="2420"/>
                    <a:pt x="7899" y="2420"/>
                  </a:cubicBezTo>
                  <a:cubicBezTo>
                    <a:pt x="7876" y="2420"/>
                    <a:pt x="7853" y="2420"/>
                    <a:pt x="7829" y="2420"/>
                  </a:cubicBezTo>
                  <a:cubicBezTo>
                    <a:pt x="5535" y="2404"/>
                    <a:pt x="3381" y="1629"/>
                    <a:pt x="1761" y="240"/>
                  </a:cubicBezTo>
                  <a:cubicBezTo>
                    <a:pt x="1574" y="79"/>
                    <a:pt x="1343" y="0"/>
                    <a:pt x="111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63;p64">
              <a:extLst>
                <a:ext uri="{FF2B5EF4-FFF2-40B4-BE49-F238E27FC236}">
                  <a16:creationId xmlns:a16="http://schemas.microsoft.com/office/drawing/2014/main" id="{2CC8A06B-5C93-B4A6-2A69-DBD14748F6E8}"/>
                </a:ext>
              </a:extLst>
            </p:cNvPr>
            <p:cNvSpPr/>
            <p:nvPr/>
          </p:nvSpPr>
          <p:spPr>
            <a:xfrm>
              <a:off x="3827425" y="238400"/>
              <a:ext cx="257250" cy="88425"/>
            </a:xfrm>
            <a:custGeom>
              <a:avLst/>
              <a:gdLst/>
              <a:ahLst/>
              <a:cxnLst/>
              <a:rect l="l" t="t" r="r" b="b"/>
              <a:pathLst>
                <a:path w="10290" h="3537" extrusionOk="0">
                  <a:moveTo>
                    <a:pt x="1111" y="1"/>
                  </a:moveTo>
                  <a:cubicBezTo>
                    <a:pt x="828" y="1"/>
                    <a:pt x="547" y="121"/>
                    <a:pt x="350" y="354"/>
                  </a:cubicBezTo>
                  <a:cubicBezTo>
                    <a:pt x="0" y="770"/>
                    <a:pt x="48" y="1388"/>
                    <a:pt x="456" y="1746"/>
                  </a:cubicBezTo>
                  <a:cubicBezTo>
                    <a:pt x="1832" y="2906"/>
                    <a:pt x="3466" y="3524"/>
                    <a:pt x="5181" y="3536"/>
                  </a:cubicBezTo>
                  <a:cubicBezTo>
                    <a:pt x="5198" y="3536"/>
                    <a:pt x="5216" y="3537"/>
                    <a:pt x="5233" y="3537"/>
                  </a:cubicBezTo>
                  <a:cubicBezTo>
                    <a:pt x="6863" y="3537"/>
                    <a:pt x="8434" y="2981"/>
                    <a:pt x="9779" y="1931"/>
                  </a:cubicBezTo>
                  <a:cubicBezTo>
                    <a:pt x="10213" y="1592"/>
                    <a:pt x="10289" y="967"/>
                    <a:pt x="9950" y="534"/>
                  </a:cubicBezTo>
                  <a:cubicBezTo>
                    <a:pt x="9755" y="283"/>
                    <a:pt x="9461" y="151"/>
                    <a:pt x="9165" y="151"/>
                  </a:cubicBezTo>
                  <a:cubicBezTo>
                    <a:pt x="8951" y="151"/>
                    <a:pt x="8735" y="220"/>
                    <a:pt x="8553" y="362"/>
                  </a:cubicBezTo>
                  <a:cubicBezTo>
                    <a:pt x="7562" y="1137"/>
                    <a:pt x="6414" y="1546"/>
                    <a:pt x="5231" y="1546"/>
                  </a:cubicBezTo>
                  <a:cubicBezTo>
                    <a:pt x="5219" y="1546"/>
                    <a:pt x="5206" y="1546"/>
                    <a:pt x="5194" y="1546"/>
                  </a:cubicBezTo>
                  <a:cubicBezTo>
                    <a:pt x="3950" y="1537"/>
                    <a:pt x="2755" y="1080"/>
                    <a:pt x="1738" y="224"/>
                  </a:cubicBezTo>
                  <a:cubicBezTo>
                    <a:pt x="1554" y="74"/>
                    <a:pt x="1332" y="1"/>
                    <a:pt x="1111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64;p64">
              <a:extLst>
                <a:ext uri="{FF2B5EF4-FFF2-40B4-BE49-F238E27FC236}">
                  <a16:creationId xmlns:a16="http://schemas.microsoft.com/office/drawing/2014/main" id="{13948D8C-0C13-73AC-6EEE-DF3C62BB829C}"/>
                </a:ext>
              </a:extLst>
            </p:cNvPr>
            <p:cNvSpPr/>
            <p:nvPr/>
          </p:nvSpPr>
          <p:spPr>
            <a:xfrm>
              <a:off x="1543650" y="3991975"/>
              <a:ext cx="4747325" cy="1484200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65;p64">
              <a:extLst>
                <a:ext uri="{FF2B5EF4-FFF2-40B4-BE49-F238E27FC236}">
                  <a16:creationId xmlns:a16="http://schemas.microsoft.com/office/drawing/2014/main" id="{1594B78A-9257-E016-17F8-7B7ED1CE68A1}"/>
                </a:ext>
              </a:extLst>
            </p:cNvPr>
            <p:cNvSpPr/>
            <p:nvPr/>
          </p:nvSpPr>
          <p:spPr>
            <a:xfrm>
              <a:off x="1778600" y="3998425"/>
              <a:ext cx="4325100" cy="1313725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66;p64">
              <a:extLst>
                <a:ext uri="{FF2B5EF4-FFF2-40B4-BE49-F238E27FC236}">
                  <a16:creationId xmlns:a16="http://schemas.microsoft.com/office/drawing/2014/main" id="{43B279F1-BC1E-8963-2660-D378B6560B99}"/>
                </a:ext>
              </a:extLst>
            </p:cNvPr>
            <p:cNvSpPr/>
            <p:nvPr/>
          </p:nvSpPr>
          <p:spPr>
            <a:xfrm>
              <a:off x="1771225" y="3991075"/>
              <a:ext cx="4339825" cy="1328450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67;p64">
              <a:extLst>
                <a:ext uri="{FF2B5EF4-FFF2-40B4-BE49-F238E27FC236}">
                  <a16:creationId xmlns:a16="http://schemas.microsoft.com/office/drawing/2014/main" id="{E4F8D434-51D3-6833-5940-88B091D9CF06}"/>
                </a:ext>
              </a:extLst>
            </p:cNvPr>
            <p:cNvSpPr/>
            <p:nvPr/>
          </p:nvSpPr>
          <p:spPr>
            <a:xfrm>
              <a:off x="2012975" y="3937675"/>
              <a:ext cx="3856325" cy="1114050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68;p64">
              <a:extLst>
                <a:ext uri="{FF2B5EF4-FFF2-40B4-BE49-F238E27FC236}">
                  <a16:creationId xmlns:a16="http://schemas.microsoft.com/office/drawing/2014/main" id="{D12C8913-1176-AA26-DEEE-0562BA18C9E7}"/>
                </a:ext>
              </a:extLst>
            </p:cNvPr>
            <p:cNvSpPr/>
            <p:nvPr/>
          </p:nvSpPr>
          <p:spPr>
            <a:xfrm>
              <a:off x="2005600" y="3930300"/>
              <a:ext cx="3871075" cy="1128800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69;p64">
              <a:extLst>
                <a:ext uri="{FF2B5EF4-FFF2-40B4-BE49-F238E27FC236}">
                  <a16:creationId xmlns:a16="http://schemas.microsoft.com/office/drawing/2014/main" id="{E23F44CE-A5E1-15F0-6C9C-B8DA11308C33}"/>
                </a:ext>
              </a:extLst>
            </p:cNvPr>
            <p:cNvSpPr/>
            <p:nvPr/>
          </p:nvSpPr>
          <p:spPr>
            <a:xfrm>
              <a:off x="2182475" y="3986625"/>
              <a:ext cx="3517325" cy="979400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70;p64">
              <a:extLst>
                <a:ext uri="{FF2B5EF4-FFF2-40B4-BE49-F238E27FC236}">
                  <a16:creationId xmlns:a16="http://schemas.microsoft.com/office/drawing/2014/main" id="{DB476E2D-B7F2-DCD4-A3C8-E004BF25A4D8}"/>
                </a:ext>
              </a:extLst>
            </p:cNvPr>
            <p:cNvSpPr/>
            <p:nvPr/>
          </p:nvSpPr>
          <p:spPr>
            <a:xfrm>
              <a:off x="2175125" y="3979250"/>
              <a:ext cx="3532025" cy="994150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71;p64">
              <a:extLst>
                <a:ext uri="{FF2B5EF4-FFF2-40B4-BE49-F238E27FC236}">
                  <a16:creationId xmlns:a16="http://schemas.microsoft.com/office/drawing/2014/main" id="{9E46721E-B0B7-F52B-90A4-490EF7AF7B3D}"/>
                </a:ext>
              </a:extLst>
            </p:cNvPr>
            <p:cNvSpPr/>
            <p:nvPr/>
          </p:nvSpPr>
          <p:spPr>
            <a:xfrm>
              <a:off x="2205725" y="4145775"/>
              <a:ext cx="3470825" cy="820250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72;p64">
              <a:extLst>
                <a:ext uri="{FF2B5EF4-FFF2-40B4-BE49-F238E27FC236}">
                  <a16:creationId xmlns:a16="http://schemas.microsoft.com/office/drawing/2014/main" id="{3B7778CA-41A4-3456-B6C9-D9F8E3BDF671}"/>
                </a:ext>
              </a:extLst>
            </p:cNvPr>
            <p:cNvSpPr/>
            <p:nvPr/>
          </p:nvSpPr>
          <p:spPr>
            <a:xfrm>
              <a:off x="2197200" y="4138425"/>
              <a:ext cx="3487875" cy="834975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73;p64">
              <a:extLst>
                <a:ext uri="{FF2B5EF4-FFF2-40B4-BE49-F238E27FC236}">
                  <a16:creationId xmlns:a16="http://schemas.microsoft.com/office/drawing/2014/main" id="{CF551448-4AEC-732D-1C7F-92577E0E8A4B}"/>
                </a:ext>
              </a:extLst>
            </p:cNvPr>
            <p:cNvSpPr/>
            <p:nvPr/>
          </p:nvSpPr>
          <p:spPr>
            <a:xfrm>
              <a:off x="2166250" y="4842425"/>
              <a:ext cx="119075" cy="104200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74;p64">
              <a:extLst>
                <a:ext uri="{FF2B5EF4-FFF2-40B4-BE49-F238E27FC236}">
                  <a16:creationId xmlns:a16="http://schemas.microsoft.com/office/drawing/2014/main" id="{D00BBFBE-40DA-05FB-2FF7-A11A947E79A4}"/>
                </a:ext>
              </a:extLst>
            </p:cNvPr>
            <p:cNvSpPr/>
            <p:nvPr/>
          </p:nvSpPr>
          <p:spPr>
            <a:xfrm>
              <a:off x="2158900" y="4835075"/>
              <a:ext cx="133800" cy="118925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75;p64">
              <a:extLst>
                <a:ext uri="{FF2B5EF4-FFF2-40B4-BE49-F238E27FC236}">
                  <a16:creationId xmlns:a16="http://schemas.microsoft.com/office/drawing/2014/main" id="{0536461B-6818-0654-A0AD-A16E6B8D2E83}"/>
                </a:ext>
              </a:extLst>
            </p:cNvPr>
            <p:cNvSpPr/>
            <p:nvPr/>
          </p:nvSpPr>
          <p:spPr>
            <a:xfrm>
              <a:off x="3023025" y="5069875"/>
              <a:ext cx="119075" cy="104200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176;p64">
              <a:extLst>
                <a:ext uri="{FF2B5EF4-FFF2-40B4-BE49-F238E27FC236}">
                  <a16:creationId xmlns:a16="http://schemas.microsoft.com/office/drawing/2014/main" id="{464BFE6C-8FF2-6430-D2D1-3AF1F0CC2A03}"/>
                </a:ext>
              </a:extLst>
            </p:cNvPr>
            <p:cNvSpPr/>
            <p:nvPr/>
          </p:nvSpPr>
          <p:spPr>
            <a:xfrm>
              <a:off x="3015650" y="5062500"/>
              <a:ext cx="133800" cy="118925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177;p64">
              <a:extLst>
                <a:ext uri="{FF2B5EF4-FFF2-40B4-BE49-F238E27FC236}">
                  <a16:creationId xmlns:a16="http://schemas.microsoft.com/office/drawing/2014/main" id="{7F211ED2-E748-FA82-56D9-9D181E200364}"/>
                </a:ext>
              </a:extLst>
            </p:cNvPr>
            <p:cNvSpPr/>
            <p:nvPr/>
          </p:nvSpPr>
          <p:spPr>
            <a:xfrm>
              <a:off x="4042400" y="5107075"/>
              <a:ext cx="119075" cy="104200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178;p64">
              <a:extLst>
                <a:ext uri="{FF2B5EF4-FFF2-40B4-BE49-F238E27FC236}">
                  <a16:creationId xmlns:a16="http://schemas.microsoft.com/office/drawing/2014/main" id="{5FF432C7-5A07-9F89-301D-00A29B4D305B}"/>
                </a:ext>
              </a:extLst>
            </p:cNvPr>
            <p:cNvSpPr/>
            <p:nvPr/>
          </p:nvSpPr>
          <p:spPr>
            <a:xfrm>
              <a:off x="4035050" y="5099725"/>
              <a:ext cx="133800" cy="118925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179;p64">
              <a:extLst>
                <a:ext uri="{FF2B5EF4-FFF2-40B4-BE49-F238E27FC236}">
                  <a16:creationId xmlns:a16="http://schemas.microsoft.com/office/drawing/2014/main" id="{F591A860-D54B-0DD4-4940-EB214DD2D7AF}"/>
                </a:ext>
              </a:extLst>
            </p:cNvPr>
            <p:cNvSpPr/>
            <p:nvPr/>
          </p:nvSpPr>
          <p:spPr>
            <a:xfrm>
              <a:off x="5054350" y="5017800"/>
              <a:ext cx="119075" cy="104200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180;p64">
              <a:extLst>
                <a:ext uri="{FF2B5EF4-FFF2-40B4-BE49-F238E27FC236}">
                  <a16:creationId xmlns:a16="http://schemas.microsoft.com/office/drawing/2014/main" id="{1B001150-AE07-9244-37C6-325DDCFAB1D3}"/>
                </a:ext>
              </a:extLst>
            </p:cNvPr>
            <p:cNvSpPr/>
            <p:nvPr/>
          </p:nvSpPr>
          <p:spPr>
            <a:xfrm>
              <a:off x="5047000" y="5010425"/>
              <a:ext cx="133800" cy="118950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181;p64">
              <a:extLst>
                <a:ext uri="{FF2B5EF4-FFF2-40B4-BE49-F238E27FC236}">
                  <a16:creationId xmlns:a16="http://schemas.microsoft.com/office/drawing/2014/main" id="{2FF5C126-748B-B886-3E3D-F6AAAF60514B}"/>
                </a:ext>
              </a:extLst>
            </p:cNvPr>
            <p:cNvSpPr/>
            <p:nvPr/>
          </p:nvSpPr>
          <p:spPr>
            <a:xfrm>
              <a:off x="5709150" y="4779675"/>
              <a:ext cx="119050" cy="104200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182;p64">
              <a:extLst>
                <a:ext uri="{FF2B5EF4-FFF2-40B4-BE49-F238E27FC236}">
                  <a16:creationId xmlns:a16="http://schemas.microsoft.com/office/drawing/2014/main" id="{FD3DE55F-6B9C-F6C1-F41F-75056496D7DD}"/>
                </a:ext>
              </a:extLst>
            </p:cNvPr>
            <p:cNvSpPr/>
            <p:nvPr/>
          </p:nvSpPr>
          <p:spPr>
            <a:xfrm>
              <a:off x="5701775" y="4772325"/>
              <a:ext cx="133800" cy="118925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183;p64">
              <a:extLst>
                <a:ext uri="{FF2B5EF4-FFF2-40B4-BE49-F238E27FC236}">
                  <a16:creationId xmlns:a16="http://schemas.microsoft.com/office/drawing/2014/main" id="{5DA64A55-E8F8-F4A9-48B8-204E84871F47}"/>
                </a:ext>
              </a:extLst>
            </p:cNvPr>
            <p:cNvSpPr/>
            <p:nvPr/>
          </p:nvSpPr>
          <p:spPr>
            <a:xfrm>
              <a:off x="5907275" y="4468250"/>
              <a:ext cx="137700" cy="91925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184;p64">
              <a:extLst>
                <a:ext uri="{FF2B5EF4-FFF2-40B4-BE49-F238E27FC236}">
                  <a16:creationId xmlns:a16="http://schemas.microsoft.com/office/drawing/2014/main" id="{64230FEB-965F-5307-2C50-188B51A0022E}"/>
                </a:ext>
              </a:extLst>
            </p:cNvPr>
            <p:cNvSpPr/>
            <p:nvPr/>
          </p:nvSpPr>
          <p:spPr>
            <a:xfrm>
              <a:off x="5904525" y="4460875"/>
              <a:ext cx="143175" cy="106700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185;p64">
              <a:extLst>
                <a:ext uri="{FF2B5EF4-FFF2-40B4-BE49-F238E27FC236}">
                  <a16:creationId xmlns:a16="http://schemas.microsoft.com/office/drawing/2014/main" id="{475A914A-E336-36A3-9BBF-0B1E3161C466}"/>
                </a:ext>
              </a:extLst>
            </p:cNvPr>
            <p:cNvSpPr/>
            <p:nvPr/>
          </p:nvSpPr>
          <p:spPr>
            <a:xfrm>
              <a:off x="1837300" y="4468250"/>
              <a:ext cx="137725" cy="91925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186;p64">
              <a:extLst>
                <a:ext uri="{FF2B5EF4-FFF2-40B4-BE49-F238E27FC236}">
                  <a16:creationId xmlns:a16="http://schemas.microsoft.com/office/drawing/2014/main" id="{6CBC2495-7AEB-BF6D-3035-0536F442F142}"/>
                </a:ext>
              </a:extLst>
            </p:cNvPr>
            <p:cNvSpPr/>
            <p:nvPr/>
          </p:nvSpPr>
          <p:spPr>
            <a:xfrm>
              <a:off x="1834575" y="4460850"/>
              <a:ext cx="143175" cy="10672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187;p64">
              <a:extLst>
                <a:ext uri="{FF2B5EF4-FFF2-40B4-BE49-F238E27FC236}">
                  <a16:creationId xmlns:a16="http://schemas.microsoft.com/office/drawing/2014/main" id="{D86A78A1-E499-CCED-9BB1-30AD9FB440D7}"/>
                </a:ext>
              </a:extLst>
            </p:cNvPr>
            <p:cNvSpPr/>
            <p:nvPr/>
          </p:nvSpPr>
          <p:spPr>
            <a:xfrm>
              <a:off x="2172400" y="3867125"/>
              <a:ext cx="14750" cy="502475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188;p64">
              <a:extLst>
                <a:ext uri="{FF2B5EF4-FFF2-40B4-BE49-F238E27FC236}">
                  <a16:creationId xmlns:a16="http://schemas.microsoft.com/office/drawing/2014/main" id="{1D185047-9743-7A4E-F6AD-CDBA9276011B}"/>
                </a:ext>
              </a:extLst>
            </p:cNvPr>
            <p:cNvSpPr/>
            <p:nvPr/>
          </p:nvSpPr>
          <p:spPr>
            <a:xfrm>
              <a:off x="2496875" y="4484675"/>
              <a:ext cx="14750" cy="251250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189;p64">
              <a:extLst>
                <a:ext uri="{FF2B5EF4-FFF2-40B4-BE49-F238E27FC236}">
                  <a16:creationId xmlns:a16="http://schemas.microsoft.com/office/drawing/2014/main" id="{0B6EB984-A567-088A-66A1-25797497A63E}"/>
                </a:ext>
              </a:extLst>
            </p:cNvPr>
            <p:cNvSpPr/>
            <p:nvPr/>
          </p:nvSpPr>
          <p:spPr>
            <a:xfrm>
              <a:off x="2496875" y="3919475"/>
              <a:ext cx="14750" cy="502425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190;p64">
              <a:extLst>
                <a:ext uri="{FF2B5EF4-FFF2-40B4-BE49-F238E27FC236}">
                  <a16:creationId xmlns:a16="http://schemas.microsoft.com/office/drawing/2014/main" id="{30B213EB-E661-5B44-1B82-534F04C8213A}"/>
                </a:ext>
              </a:extLst>
            </p:cNvPr>
            <p:cNvSpPr/>
            <p:nvPr/>
          </p:nvSpPr>
          <p:spPr>
            <a:xfrm>
              <a:off x="5396200" y="4254400"/>
              <a:ext cx="14750" cy="502475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191;p64">
              <a:extLst>
                <a:ext uri="{FF2B5EF4-FFF2-40B4-BE49-F238E27FC236}">
                  <a16:creationId xmlns:a16="http://schemas.microsoft.com/office/drawing/2014/main" id="{C3F946F0-362C-2433-2DED-C055A37DFA14}"/>
                </a:ext>
              </a:extLst>
            </p:cNvPr>
            <p:cNvSpPr/>
            <p:nvPr/>
          </p:nvSpPr>
          <p:spPr>
            <a:xfrm>
              <a:off x="5091050" y="3739200"/>
              <a:ext cx="14750" cy="1104850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192;p64">
              <a:extLst>
                <a:ext uri="{FF2B5EF4-FFF2-40B4-BE49-F238E27FC236}">
                  <a16:creationId xmlns:a16="http://schemas.microsoft.com/office/drawing/2014/main" id="{44F22BEA-71D8-61A6-A8D2-F1DF8E87B697}"/>
                </a:ext>
              </a:extLst>
            </p:cNvPr>
            <p:cNvSpPr/>
            <p:nvPr/>
          </p:nvSpPr>
          <p:spPr>
            <a:xfrm>
              <a:off x="3826175" y="4725425"/>
              <a:ext cx="14725" cy="23030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193;p64">
              <a:extLst>
                <a:ext uri="{FF2B5EF4-FFF2-40B4-BE49-F238E27FC236}">
                  <a16:creationId xmlns:a16="http://schemas.microsoft.com/office/drawing/2014/main" id="{89A832EA-4C80-A331-9AC3-7BA34EEE028E}"/>
                </a:ext>
              </a:extLst>
            </p:cNvPr>
            <p:cNvSpPr/>
            <p:nvPr/>
          </p:nvSpPr>
          <p:spPr>
            <a:xfrm>
              <a:off x="2860325" y="4309025"/>
              <a:ext cx="14750" cy="563275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194;p64">
              <a:extLst>
                <a:ext uri="{FF2B5EF4-FFF2-40B4-BE49-F238E27FC236}">
                  <a16:creationId xmlns:a16="http://schemas.microsoft.com/office/drawing/2014/main" id="{954F221F-2F80-56EF-912B-71D290D9867D}"/>
                </a:ext>
              </a:extLst>
            </p:cNvPr>
            <p:cNvSpPr/>
            <p:nvPr/>
          </p:nvSpPr>
          <p:spPr>
            <a:xfrm>
              <a:off x="4577075" y="4827050"/>
              <a:ext cx="14750" cy="113825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195;p64">
              <a:extLst>
                <a:ext uri="{FF2B5EF4-FFF2-40B4-BE49-F238E27FC236}">
                  <a16:creationId xmlns:a16="http://schemas.microsoft.com/office/drawing/2014/main" id="{C24E7EDB-06BF-32E8-63B3-B4DBB8E3F7C2}"/>
                </a:ext>
              </a:extLst>
            </p:cNvPr>
            <p:cNvSpPr/>
            <p:nvPr/>
          </p:nvSpPr>
          <p:spPr>
            <a:xfrm>
              <a:off x="4577075" y="4559250"/>
              <a:ext cx="14750" cy="232350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196;p64">
              <a:extLst>
                <a:ext uri="{FF2B5EF4-FFF2-40B4-BE49-F238E27FC236}">
                  <a16:creationId xmlns:a16="http://schemas.microsoft.com/office/drawing/2014/main" id="{A3F6CE18-D64B-9721-7F14-992D8BEAFE03}"/>
                </a:ext>
              </a:extLst>
            </p:cNvPr>
            <p:cNvSpPr/>
            <p:nvPr/>
          </p:nvSpPr>
          <p:spPr>
            <a:xfrm>
              <a:off x="3826175" y="4495150"/>
              <a:ext cx="14725" cy="125625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197;p64">
              <a:extLst>
                <a:ext uri="{FF2B5EF4-FFF2-40B4-BE49-F238E27FC236}">
                  <a16:creationId xmlns:a16="http://schemas.microsoft.com/office/drawing/2014/main" id="{C1050B27-8F1B-B978-C8F7-6C218A686B43}"/>
                </a:ext>
              </a:extLst>
            </p:cNvPr>
            <p:cNvSpPr/>
            <p:nvPr/>
          </p:nvSpPr>
          <p:spPr>
            <a:xfrm>
              <a:off x="5396200" y="3909025"/>
              <a:ext cx="14750" cy="23030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198;p64">
              <a:extLst>
                <a:ext uri="{FF2B5EF4-FFF2-40B4-BE49-F238E27FC236}">
                  <a16:creationId xmlns:a16="http://schemas.microsoft.com/office/drawing/2014/main" id="{AC0EECFD-8D22-4748-0A6E-42F28193F70B}"/>
                </a:ext>
              </a:extLst>
            </p:cNvPr>
            <p:cNvSpPr/>
            <p:nvPr/>
          </p:nvSpPr>
          <p:spPr>
            <a:xfrm>
              <a:off x="5689275" y="3417075"/>
              <a:ext cx="14750" cy="1119950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199;p64">
              <a:extLst>
                <a:ext uri="{FF2B5EF4-FFF2-40B4-BE49-F238E27FC236}">
                  <a16:creationId xmlns:a16="http://schemas.microsoft.com/office/drawing/2014/main" id="{BE7DA781-38C2-635A-E4C5-9F02E69BECB7}"/>
                </a:ext>
              </a:extLst>
            </p:cNvPr>
            <p:cNvSpPr/>
            <p:nvPr/>
          </p:nvSpPr>
          <p:spPr>
            <a:xfrm>
              <a:off x="2172400" y="3522075"/>
              <a:ext cx="14750" cy="27182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200;p64">
              <a:extLst>
                <a:ext uri="{FF2B5EF4-FFF2-40B4-BE49-F238E27FC236}">
                  <a16:creationId xmlns:a16="http://schemas.microsoft.com/office/drawing/2014/main" id="{2724DA49-AA3B-95EC-D0C4-448A0DDF5E7C}"/>
                </a:ext>
              </a:extLst>
            </p:cNvPr>
            <p:cNvSpPr/>
            <p:nvPr/>
          </p:nvSpPr>
          <p:spPr>
            <a:xfrm>
              <a:off x="4837850" y="2968175"/>
              <a:ext cx="69975" cy="184900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201;p64">
              <a:extLst>
                <a:ext uri="{FF2B5EF4-FFF2-40B4-BE49-F238E27FC236}">
                  <a16:creationId xmlns:a16="http://schemas.microsoft.com/office/drawing/2014/main" id="{50437B8C-6F5B-5D55-5AEF-F1DF42679592}"/>
                </a:ext>
              </a:extLst>
            </p:cNvPr>
            <p:cNvSpPr/>
            <p:nvPr/>
          </p:nvSpPr>
          <p:spPr>
            <a:xfrm>
              <a:off x="4830525" y="2960825"/>
              <a:ext cx="84675" cy="199625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202;p64">
              <a:extLst>
                <a:ext uri="{FF2B5EF4-FFF2-40B4-BE49-F238E27FC236}">
                  <a16:creationId xmlns:a16="http://schemas.microsoft.com/office/drawing/2014/main" id="{BE9127F1-7015-8C19-029C-3085D2A287D4}"/>
                </a:ext>
              </a:extLst>
            </p:cNvPr>
            <p:cNvSpPr/>
            <p:nvPr/>
          </p:nvSpPr>
          <p:spPr>
            <a:xfrm>
              <a:off x="3019925" y="1595025"/>
              <a:ext cx="1840900" cy="398775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203;p64">
              <a:extLst>
                <a:ext uri="{FF2B5EF4-FFF2-40B4-BE49-F238E27FC236}">
                  <a16:creationId xmlns:a16="http://schemas.microsoft.com/office/drawing/2014/main" id="{032F1F0D-18A6-2970-B6F0-E23CC7C14887}"/>
                </a:ext>
              </a:extLst>
            </p:cNvPr>
            <p:cNvSpPr/>
            <p:nvPr/>
          </p:nvSpPr>
          <p:spPr>
            <a:xfrm>
              <a:off x="3012575" y="1587675"/>
              <a:ext cx="1855600" cy="413525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204;p64">
              <a:extLst>
                <a:ext uri="{FF2B5EF4-FFF2-40B4-BE49-F238E27FC236}">
                  <a16:creationId xmlns:a16="http://schemas.microsoft.com/office/drawing/2014/main" id="{721B35DF-420A-E0BA-B7C8-632F5419C237}"/>
                </a:ext>
              </a:extLst>
            </p:cNvPr>
            <p:cNvSpPr/>
            <p:nvPr/>
          </p:nvSpPr>
          <p:spPr>
            <a:xfrm>
              <a:off x="4837850" y="4059175"/>
              <a:ext cx="69975" cy="184900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205;p64">
              <a:extLst>
                <a:ext uri="{FF2B5EF4-FFF2-40B4-BE49-F238E27FC236}">
                  <a16:creationId xmlns:a16="http://schemas.microsoft.com/office/drawing/2014/main" id="{CD0178F3-AE62-45DB-225F-49E3AC00487B}"/>
                </a:ext>
              </a:extLst>
            </p:cNvPr>
            <p:cNvSpPr/>
            <p:nvPr/>
          </p:nvSpPr>
          <p:spPr>
            <a:xfrm>
              <a:off x="4830525" y="4051825"/>
              <a:ext cx="84675" cy="199625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3206;p64">
              <a:extLst>
                <a:ext uri="{FF2B5EF4-FFF2-40B4-BE49-F238E27FC236}">
                  <a16:creationId xmlns:a16="http://schemas.microsoft.com/office/drawing/2014/main" id="{7A9E0F50-1AD0-DB15-9245-B79AC1A3B803}"/>
                </a:ext>
              </a:extLst>
            </p:cNvPr>
            <p:cNvSpPr/>
            <p:nvPr/>
          </p:nvSpPr>
          <p:spPr>
            <a:xfrm>
              <a:off x="2966825" y="4059175"/>
              <a:ext cx="69950" cy="184900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3207;p64">
              <a:extLst>
                <a:ext uri="{FF2B5EF4-FFF2-40B4-BE49-F238E27FC236}">
                  <a16:creationId xmlns:a16="http://schemas.microsoft.com/office/drawing/2014/main" id="{DCE159F3-6F85-63DB-6E1D-E200E25CF529}"/>
                </a:ext>
              </a:extLst>
            </p:cNvPr>
            <p:cNvSpPr/>
            <p:nvPr/>
          </p:nvSpPr>
          <p:spPr>
            <a:xfrm>
              <a:off x="2959450" y="4051825"/>
              <a:ext cx="84700" cy="199625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3208;p64">
              <a:extLst>
                <a:ext uri="{FF2B5EF4-FFF2-40B4-BE49-F238E27FC236}">
                  <a16:creationId xmlns:a16="http://schemas.microsoft.com/office/drawing/2014/main" id="{C5DE2FA7-A458-21AD-9150-DEEC57B1B71A}"/>
                </a:ext>
              </a:extLst>
            </p:cNvPr>
            <p:cNvSpPr/>
            <p:nvPr/>
          </p:nvSpPr>
          <p:spPr>
            <a:xfrm>
              <a:off x="2956625" y="1898175"/>
              <a:ext cx="69975" cy="184925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3209;p64">
              <a:extLst>
                <a:ext uri="{FF2B5EF4-FFF2-40B4-BE49-F238E27FC236}">
                  <a16:creationId xmlns:a16="http://schemas.microsoft.com/office/drawing/2014/main" id="{9E998E02-2BC8-F8A6-16D1-7A68CAFD74C2}"/>
                </a:ext>
              </a:extLst>
            </p:cNvPr>
            <p:cNvSpPr/>
            <p:nvPr/>
          </p:nvSpPr>
          <p:spPr>
            <a:xfrm>
              <a:off x="2949275" y="1890825"/>
              <a:ext cx="84650" cy="199625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3210;p64">
              <a:extLst>
                <a:ext uri="{FF2B5EF4-FFF2-40B4-BE49-F238E27FC236}">
                  <a16:creationId xmlns:a16="http://schemas.microsoft.com/office/drawing/2014/main" id="{E9797123-A54B-F7E4-43E8-CCC1EEB637CB}"/>
                </a:ext>
              </a:extLst>
            </p:cNvPr>
            <p:cNvSpPr/>
            <p:nvPr/>
          </p:nvSpPr>
          <p:spPr>
            <a:xfrm>
              <a:off x="2956625" y="3520650"/>
              <a:ext cx="69975" cy="184925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3211;p64">
              <a:extLst>
                <a:ext uri="{FF2B5EF4-FFF2-40B4-BE49-F238E27FC236}">
                  <a16:creationId xmlns:a16="http://schemas.microsoft.com/office/drawing/2014/main" id="{37380EC5-2E9E-D077-9476-E27514AC338F}"/>
                </a:ext>
              </a:extLst>
            </p:cNvPr>
            <p:cNvSpPr/>
            <p:nvPr/>
          </p:nvSpPr>
          <p:spPr>
            <a:xfrm>
              <a:off x="2949275" y="3513300"/>
              <a:ext cx="84650" cy="199625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3212;p64">
              <a:extLst>
                <a:ext uri="{FF2B5EF4-FFF2-40B4-BE49-F238E27FC236}">
                  <a16:creationId xmlns:a16="http://schemas.microsoft.com/office/drawing/2014/main" id="{9FADB4CE-82DD-EA8B-5ADE-E27C7A978E16}"/>
                </a:ext>
              </a:extLst>
            </p:cNvPr>
            <p:cNvSpPr/>
            <p:nvPr/>
          </p:nvSpPr>
          <p:spPr>
            <a:xfrm>
              <a:off x="2956625" y="2967050"/>
              <a:ext cx="69975" cy="184925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3213;p64">
              <a:extLst>
                <a:ext uri="{FF2B5EF4-FFF2-40B4-BE49-F238E27FC236}">
                  <a16:creationId xmlns:a16="http://schemas.microsoft.com/office/drawing/2014/main" id="{BE281D27-F8C4-13EE-D5F9-6E348D6E868B}"/>
                </a:ext>
              </a:extLst>
            </p:cNvPr>
            <p:cNvSpPr/>
            <p:nvPr/>
          </p:nvSpPr>
          <p:spPr>
            <a:xfrm>
              <a:off x="2949275" y="2959725"/>
              <a:ext cx="84650" cy="199600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214;p64">
              <a:extLst>
                <a:ext uri="{FF2B5EF4-FFF2-40B4-BE49-F238E27FC236}">
                  <a16:creationId xmlns:a16="http://schemas.microsoft.com/office/drawing/2014/main" id="{CA335D34-159F-22C4-974C-11C5010EAD29}"/>
                </a:ext>
              </a:extLst>
            </p:cNvPr>
            <p:cNvSpPr/>
            <p:nvPr/>
          </p:nvSpPr>
          <p:spPr>
            <a:xfrm>
              <a:off x="4855675" y="1898175"/>
              <a:ext cx="69950" cy="184925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215;p64">
              <a:extLst>
                <a:ext uri="{FF2B5EF4-FFF2-40B4-BE49-F238E27FC236}">
                  <a16:creationId xmlns:a16="http://schemas.microsoft.com/office/drawing/2014/main" id="{66F65A93-0D95-C82D-54A1-8FE175792300}"/>
                </a:ext>
              </a:extLst>
            </p:cNvPr>
            <p:cNvSpPr/>
            <p:nvPr/>
          </p:nvSpPr>
          <p:spPr>
            <a:xfrm>
              <a:off x="4848325" y="1890825"/>
              <a:ext cx="84675" cy="199625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216;p64">
              <a:extLst>
                <a:ext uri="{FF2B5EF4-FFF2-40B4-BE49-F238E27FC236}">
                  <a16:creationId xmlns:a16="http://schemas.microsoft.com/office/drawing/2014/main" id="{2E8915F7-D2F3-9A70-75D5-A1EE78706380}"/>
                </a:ext>
              </a:extLst>
            </p:cNvPr>
            <p:cNvSpPr/>
            <p:nvPr/>
          </p:nvSpPr>
          <p:spPr>
            <a:xfrm>
              <a:off x="4855675" y="3520650"/>
              <a:ext cx="69950" cy="184925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217;p64">
              <a:extLst>
                <a:ext uri="{FF2B5EF4-FFF2-40B4-BE49-F238E27FC236}">
                  <a16:creationId xmlns:a16="http://schemas.microsoft.com/office/drawing/2014/main" id="{1D1B6319-05E0-7ED6-D5F7-EB5A3737070A}"/>
                </a:ext>
              </a:extLst>
            </p:cNvPr>
            <p:cNvSpPr/>
            <p:nvPr/>
          </p:nvSpPr>
          <p:spPr>
            <a:xfrm>
              <a:off x="4848325" y="3513300"/>
              <a:ext cx="84675" cy="199625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218;p64">
              <a:extLst>
                <a:ext uri="{FF2B5EF4-FFF2-40B4-BE49-F238E27FC236}">
                  <a16:creationId xmlns:a16="http://schemas.microsoft.com/office/drawing/2014/main" id="{3181C8ED-684B-203F-719B-C9E847657C5E}"/>
                </a:ext>
              </a:extLst>
            </p:cNvPr>
            <p:cNvSpPr/>
            <p:nvPr/>
          </p:nvSpPr>
          <p:spPr>
            <a:xfrm>
              <a:off x="2956625" y="2431675"/>
              <a:ext cx="69975" cy="184900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219;p64">
              <a:extLst>
                <a:ext uri="{FF2B5EF4-FFF2-40B4-BE49-F238E27FC236}">
                  <a16:creationId xmlns:a16="http://schemas.microsoft.com/office/drawing/2014/main" id="{1A80EA26-6F73-30A1-3A7B-FDBFA0E43631}"/>
                </a:ext>
              </a:extLst>
            </p:cNvPr>
            <p:cNvSpPr/>
            <p:nvPr/>
          </p:nvSpPr>
          <p:spPr>
            <a:xfrm>
              <a:off x="2949275" y="2424300"/>
              <a:ext cx="84650" cy="199650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220;p64">
              <a:extLst>
                <a:ext uri="{FF2B5EF4-FFF2-40B4-BE49-F238E27FC236}">
                  <a16:creationId xmlns:a16="http://schemas.microsoft.com/office/drawing/2014/main" id="{915B57AE-DDF4-9D06-B079-A1C71025FBCB}"/>
                </a:ext>
              </a:extLst>
            </p:cNvPr>
            <p:cNvSpPr/>
            <p:nvPr/>
          </p:nvSpPr>
          <p:spPr>
            <a:xfrm>
              <a:off x="4855675" y="2431675"/>
              <a:ext cx="69950" cy="184900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221;p64">
              <a:extLst>
                <a:ext uri="{FF2B5EF4-FFF2-40B4-BE49-F238E27FC236}">
                  <a16:creationId xmlns:a16="http://schemas.microsoft.com/office/drawing/2014/main" id="{AFA2CA07-7941-AC13-3C53-F2EFCF100A9A}"/>
                </a:ext>
              </a:extLst>
            </p:cNvPr>
            <p:cNvSpPr/>
            <p:nvPr/>
          </p:nvSpPr>
          <p:spPr>
            <a:xfrm>
              <a:off x="4848325" y="2424300"/>
              <a:ext cx="84675" cy="199650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222;p64">
              <a:extLst>
                <a:ext uri="{FF2B5EF4-FFF2-40B4-BE49-F238E27FC236}">
                  <a16:creationId xmlns:a16="http://schemas.microsoft.com/office/drawing/2014/main" id="{1F41C058-EFDF-D0E5-112A-6518299C7957}"/>
                </a:ext>
              </a:extLst>
            </p:cNvPr>
            <p:cNvSpPr/>
            <p:nvPr/>
          </p:nvSpPr>
          <p:spPr>
            <a:xfrm>
              <a:off x="3019925" y="1795900"/>
              <a:ext cx="1840900" cy="398750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223;p64">
              <a:extLst>
                <a:ext uri="{FF2B5EF4-FFF2-40B4-BE49-F238E27FC236}">
                  <a16:creationId xmlns:a16="http://schemas.microsoft.com/office/drawing/2014/main" id="{B715C25F-A4F2-29BE-2C30-A930D771A7E0}"/>
                </a:ext>
              </a:extLst>
            </p:cNvPr>
            <p:cNvSpPr/>
            <p:nvPr/>
          </p:nvSpPr>
          <p:spPr>
            <a:xfrm>
              <a:off x="3012575" y="1788525"/>
              <a:ext cx="1855600" cy="413500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224;p64">
              <a:extLst>
                <a:ext uri="{FF2B5EF4-FFF2-40B4-BE49-F238E27FC236}">
                  <a16:creationId xmlns:a16="http://schemas.microsoft.com/office/drawing/2014/main" id="{3514060D-0A88-8381-B046-A9E519099BBE}"/>
                </a:ext>
              </a:extLst>
            </p:cNvPr>
            <p:cNvSpPr/>
            <p:nvPr/>
          </p:nvSpPr>
          <p:spPr>
            <a:xfrm>
              <a:off x="3409425" y="1897625"/>
              <a:ext cx="105150" cy="195325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225;p64">
              <a:extLst>
                <a:ext uri="{FF2B5EF4-FFF2-40B4-BE49-F238E27FC236}">
                  <a16:creationId xmlns:a16="http://schemas.microsoft.com/office/drawing/2014/main" id="{8B4BA9B7-F369-C71C-0555-3E219367AC32}"/>
                </a:ext>
              </a:extLst>
            </p:cNvPr>
            <p:cNvSpPr/>
            <p:nvPr/>
          </p:nvSpPr>
          <p:spPr>
            <a:xfrm>
              <a:off x="3402075" y="1890250"/>
              <a:ext cx="119850" cy="210050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226;p64">
              <a:extLst>
                <a:ext uri="{FF2B5EF4-FFF2-40B4-BE49-F238E27FC236}">
                  <a16:creationId xmlns:a16="http://schemas.microsoft.com/office/drawing/2014/main" id="{5DA82855-ABB6-B382-C389-FB8A1016392E}"/>
                </a:ext>
              </a:extLst>
            </p:cNvPr>
            <p:cNvSpPr/>
            <p:nvPr/>
          </p:nvSpPr>
          <p:spPr>
            <a:xfrm>
              <a:off x="3248250" y="1897625"/>
              <a:ext cx="105125" cy="195325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227;p64">
              <a:extLst>
                <a:ext uri="{FF2B5EF4-FFF2-40B4-BE49-F238E27FC236}">
                  <a16:creationId xmlns:a16="http://schemas.microsoft.com/office/drawing/2014/main" id="{D4AA536E-0642-D8CE-8711-9275428404AF}"/>
                </a:ext>
              </a:extLst>
            </p:cNvPr>
            <p:cNvSpPr/>
            <p:nvPr/>
          </p:nvSpPr>
          <p:spPr>
            <a:xfrm>
              <a:off x="3240875" y="1890250"/>
              <a:ext cx="119875" cy="210050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228;p64">
              <a:extLst>
                <a:ext uri="{FF2B5EF4-FFF2-40B4-BE49-F238E27FC236}">
                  <a16:creationId xmlns:a16="http://schemas.microsoft.com/office/drawing/2014/main" id="{D8091C81-0833-2015-6439-2C89758DAFBA}"/>
                </a:ext>
              </a:extLst>
            </p:cNvPr>
            <p:cNvSpPr/>
            <p:nvPr/>
          </p:nvSpPr>
          <p:spPr>
            <a:xfrm>
              <a:off x="3108475" y="1897625"/>
              <a:ext cx="83750" cy="195325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229;p64">
              <a:extLst>
                <a:ext uri="{FF2B5EF4-FFF2-40B4-BE49-F238E27FC236}">
                  <a16:creationId xmlns:a16="http://schemas.microsoft.com/office/drawing/2014/main" id="{49CFA6C7-A03F-EC64-1AA1-C3B34CB41997}"/>
                </a:ext>
              </a:extLst>
            </p:cNvPr>
            <p:cNvSpPr/>
            <p:nvPr/>
          </p:nvSpPr>
          <p:spPr>
            <a:xfrm>
              <a:off x="3101100" y="1890250"/>
              <a:ext cx="98475" cy="210050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230;p64">
              <a:extLst>
                <a:ext uri="{FF2B5EF4-FFF2-40B4-BE49-F238E27FC236}">
                  <a16:creationId xmlns:a16="http://schemas.microsoft.com/office/drawing/2014/main" id="{CE051AF1-EDCE-1943-4C3A-39774AB4B666}"/>
                </a:ext>
              </a:extLst>
            </p:cNvPr>
            <p:cNvSpPr/>
            <p:nvPr/>
          </p:nvSpPr>
          <p:spPr>
            <a:xfrm>
              <a:off x="3570625" y="1897625"/>
              <a:ext cx="105125" cy="195325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231;p64">
              <a:extLst>
                <a:ext uri="{FF2B5EF4-FFF2-40B4-BE49-F238E27FC236}">
                  <a16:creationId xmlns:a16="http://schemas.microsoft.com/office/drawing/2014/main" id="{1E6F40BC-0700-AE93-B101-D5954E35B554}"/>
                </a:ext>
              </a:extLst>
            </p:cNvPr>
            <p:cNvSpPr/>
            <p:nvPr/>
          </p:nvSpPr>
          <p:spPr>
            <a:xfrm>
              <a:off x="3563250" y="1890250"/>
              <a:ext cx="119875" cy="210050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232;p64">
              <a:extLst>
                <a:ext uri="{FF2B5EF4-FFF2-40B4-BE49-F238E27FC236}">
                  <a16:creationId xmlns:a16="http://schemas.microsoft.com/office/drawing/2014/main" id="{FE9202FA-C4B2-EAF8-7972-1D9789B8477A}"/>
                </a:ext>
              </a:extLst>
            </p:cNvPr>
            <p:cNvSpPr/>
            <p:nvPr/>
          </p:nvSpPr>
          <p:spPr>
            <a:xfrm>
              <a:off x="3731775" y="1897625"/>
              <a:ext cx="645425" cy="195325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233;p64">
              <a:extLst>
                <a:ext uri="{FF2B5EF4-FFF2-40B4-BE49-F238E27FC236}">
                  <a16:creationId xmlns:a16="http://schemas.microsoft.com/office/drawing/2014/main" id="{F0A3FFCD-2717-171A-6C85-E4D31F951FA9}"/>
                </a:ext>
              </a:extLst>
            </p:cNvPr>
            <p:cNvSpPr/>
            <p:nvPr/>
          </p:nvSpPr>
          <p:spPr>
            <a:xfrm>
              <a:off x="3724425" y="1890250"/>
              <a:ext cx="660150" cy="210050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34;p64">
              <a:extLst>
                <a:ext uri="{FF2B5EF4-FFF2-40B4-BE49-F238E27FC236}">
                  <a16:creationId xmlns:a16="http://schemas.microsoft.com/office/drawing/2014/main" id="{2F59841D-2C19-6171-5BBF-3795500F3231}"/>
                </a:ext>
              </a:extLst>
            </p:cNvPr>
            <p:cNvSpPr/>
            <p:nvPr/>
          </p:nvSpPr>
          <p:spPr>
            <a:xfrm>
              <a:off x="4499825" y="1937575"/>
              <a:ext cx="98450" cy="98400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35;p64">
              <a:extLst>
                <a:ext uri="{FF2B5EF4-FFF2-40B4-BE49-F238E27FC236}">
                  <a16:creationId xmlns:a16="http://schemas.microsoft.com/office/drawing/2014/main" id="{CAE94198-A814-970E-00C8-C417840B1BAD}"/>
                </a:ext>
              </a:extLst>
            </p:cNvPr>
            <p:cNvSpPr/>
            <p:nvPr/>
          </p:nvSpPr>
          <p:spPr>
            <a:xfrm>
              <a:off x="4492475" y="1930200"/>
              <a:ext cx="113150" cy="113150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36;p64">
              <a:extLst>
                <a:ext uri="{FF2B5EF4-FFF2-40B4-BE49-F238E27FC236}">
                  <a16:creationId xmlns:a16="http://schemas.microsoft.com/office/drawing/2014/main" id="{11E7FFEC-DE7B-A274-66E0-984BBC50842F}"/>
                </a:ext>
              </a:extLst>
            </p:cNvPr>
            <p:cNvSpPr/>
            <p:nvPr/>
          </p:nvSpPr>
          <p:spPr>
            <a:xfrm>
              <a:off x="4688675" y="1937550"/>
              <a:ext cx="102300" cy="98425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7;p64">
              <a:extLst>
                <a:ext uri="{FF2B5EF4-FFF2-40B4-BE49-F238E27FC236}">
                  <a16:creationId xmlns:a16="http://schemas.microsoft.com/office/drawing/2014/main" id="{4FF8BAAE-3A17-30E5-5C7A-EF7BB4BF2C81}"/>
                </a:ext>
              </a:extLst>
            </p:cNvPr>
            <p:cNvSpPr/>
            <p:nvPr/>
          </p:nvSpPr>
          <p:spPr>
            <a:xfrm>
              <a:off x="4685200" y="1930200"/>
              <a:ext cx="113125" cy="113150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38;p64">
              <a:extLst>
                <a:ext uri="{FF2B5EF4-FFF2-40B4-BE49-F238E27FC236}">
                  <a16:creationId xmlns:a16="http://schemas.microsoft.com/office/drawing/2014/main" id="{6F5F0DC2-A73A-D167-9938-9CFDE272CB1E}"/>
                </a:ext>
              </a:extLst>
            </p:cNvPr>
            <p:cNvSpPr/>
            <p:nvPr/>
          </p:nvSpPr>
          <p:spPr>
            <a:xfrm>
              <a:off x="4212825" y="1937575"/>
              <a:ext cx="98425" cy="98400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39;p64">
              <a:extLst>
                <a:ext uri="{FF2B5EF4-FFF2-40B4-BE49-F238E27FC236}">
                  <a16:creationId xmlns:a16="http://schemas.microsoft.com/office/drawing/2014/main" id="{9006DB93-8661-AC81-AD6F-80DC2B24D05A}"/>
                </a:ext>
              </a:extLst>
            </p:cNvPr>
            <p:cNvSpPr/>
            <p:nvPr/>
          </p:nvSpPr>
          <p:spPr>
            <a:xfrm>
              <a:off x="4205475" y="1930200"/>
              <a:ext cx="113150" cy="113150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40;p64">
              <a:extLst>
                <a:ext uri="{FF2B5EF4-FFF2-40B4-BE49-F238E27FC236}">
                  <a16:creationId xmlns:a16="http://schemas.microsoft.com/office/drawing/2014/main" id="{31E58BD1-486F-F78C-35FE-5EA51DFDB681}"/>
                </a:ext>
              </a:extLst>
            </p:cNvPr>
            <p:cNvSpPr/>
            <p:nvPr/>
          </p:nvSpPr>
          <p:spPr>
            <a:xfrm>
              <a:off x="3089800" y="2194625"/>
              <a:ext cx="1701175" cy="136575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41;p64">
              <a:extLst>
                <a:ext uri="{FF2B5EF4-FFF2-40B4-BE49-F238E27FC236}">
                  <a16:creationId xmlns:a16="http://schemas.microsoft.com/office/drawing/2014/main" id="{19A38453-A301-CAF1-709C-B40ADBEEAD56}"/>
                </a:ext>
              </a:extLst>
            </p:cNvPr>
            <p:cNvSpPr/>
            <p:nvPr/>
          </p:nvSpPr>
          <p:spPr>
            <a:xfrm>
              <a:off x="3082425" y="2187275"/>
              <a:ext cx="1715900" cy="151300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42;p64">
              <a:extLst>
                <a:ext uri="{FF2B5EF4-FFF2-40B4-BE49-F238E27FC236}">
                  <a16:creationId xmlns:a16="http://schemas.microsoft.com/office/drawing/2014/main" id="{9DDE8CFF-4709-9264-8955-42988254DA1E}"/>
                </a:ext>
              </a:extLst>
            </p:cNvPr>
            <p:cNvSpPr/>
            <p:nvPr/>
          </p:nvSpPr>
          <p:spPr>
            <a:xfrm>
              <a:off x="3019925" y="2331175"/>
              <a:ext cx="1840900" cy="398750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43;p64">
              <a:extLst>
                <a:ext uri="{FF2B5EF4-FFF2-40B4-BE49-F238E27FC236}">
                  <a16:creationId xmlns:a16="http://schemas.microsoft.com/office/drawing/2014/main" id="{4EC9F271-953D-9C5B-7120-8C8750DBE9FD}"/>
                </a:ext>
              </a:extLst>
            </p:cNvPr>
            <p:cNvSpPr/>
            <p:nvPr/>
          </p:nvSpPr>
          <p:spPr>
            <a:xfrm>
              <a:off x="3012575" y="2323825"/>
              <a:ext cx="1855600" cy="413475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244;p64">
              <a:extLst>
                <a:ext uri="{FF2B5EF4-FFF2-40B4-BE49-F238E27FC236}">
                  <a16:creationId xmlns:a16="http://schemas.microsoft.com/office/drawing/2014/main" id="{4C4B88D1-F300-B6AC-CE92-E06B19CF1AAD}"/>
                </a:ext>
              </a:extLst>
            </p:cNvPr>
            <p:cNvSpPr/>
            <p:nvPr/>
          </p:nvSpPr>
          <p:spPr>
            <a:xfrm>
              <a:off x="3248250" y="2432900"/>
              <a:ext cx="105125" cy="195325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245;p64">
              <a:extLst>
                <a:ext uri="{FF2B5EF4-FFF2-40B4-BE49-F238E27FC236}">
                  <a16:creationId xmlns:a16="http://schemas.microsoft.com/office/drawing/2014/main" id="{E5A817D6-A339-9AC1-7D0B-8CA3FE8E3BEF}"/>
                </a:ext>
              </a:extLst>
            </p:cNvPr>
            <p:cNvSpPr/>
            <p:nvPr/>
          </p:nvSpPr>
          <p:spPr>
            <a:xfrm>
              <a:off x="3240875" y="2425525"/>
              <a:ext cx="119875" cy="210050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246;p64">
              <a:extLst>
                <a:ext uri="{FF2B5EF4-FFF2-40B4-BE49-F238E27FC236}">
                  <a16:creationId xmlns:a16="http://schemas.microsoft.com/office/drawing/2014/main" id="{7743EE3D-C705-F4BB-87D2-4C5E2AF8D996}"/>
                </a:ext>
              </a:extLst>
            </p:cNvPr>
            <p:cNvSpPr/>
            <p:nvPr/>
          </p:nvSpPr>
          <p:spPr>
            <a:xfrm>
              <a:off x="3570625" y="2432900"/>
              <a:ext cx="105125" cy="195325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247;p64">
              <a:extLst>
                <a:ext uri="{FF2B5EF4-FFF2-40B4-BE49-F238E27FC236}">
                  <a16:creationId xmlns:a16="http://schemas.microsoft.com/office/drawing/2014/main" id="{C748E392-A65F-1E30-48D8-DC2B5CC8A111}"/>
                </a:ext>
              </a:extLst>
            </p:cNvPr>
            <p:cNvSpPr/>
            <p:nvPr/>
          </p:nvSpPr>
          <p:spPr>
            <a:xfrm>
              <a:off x="3563250" y="2425525"/>
              <a:ext cx="119875" cy="210050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248;p64">
              <a:extLst>
                <a:ext uri="{FF2B5EF4-FFF2-40B4-BE49-F238E27FC236}">
                  <a16:creationId xmlns:a16="http://schemas.microsoft.com/office/drawing/2014/main" id="{6A1B3F05-4DA1-20D8-03BB-B4DF0D60C1E8}"/>
                </a:ext>
              </a:extLst>
            </p:cNvPr>
            <p:cNvSpPr/>
            <p:nvPr/>
          </p:nvSpPr>
          <p:spPr>
            <a:xfrm>
              <a:off x="3409425" y="2432900"/>
              <a:ext cx="105150" cy="195325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249;p64">
              <a:extLst>
                <a:ext uri="{FF2B5EF4-FFF2-40B4-BE49-F238E27FC236}">
                  <a16:creationId xmlns:a16="http://schemas.microsoft.com/office/drawing/2014/main" id="{0E517D3E-6D2E-60DD-1C09-500911870C16}"/>
                </a:ext>
              </a:extLst>
            </p:cNvPr>
            <p:cNvSpPr/>
            <p:nvPr/>
          </p:nvSpPr>
          <p:spPr>
            <a:xfrm>
              <a:off x="3402075" y="2425525"/>
              <a:ext cx="119850" cy="210050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250;p64">
              <a:extLst>
                <a:ext uri="{FF2B5EF4-FFF2-40B4-BE49-F238E27FC236}">
                  <a16:creationId xmlns:a16="http://schemas.microsoft.com/office/drawing/2014/main" id="{B1A3BDED-E66B-D25E-4B08-50434F95BEF2}"/>
                </a:ext>
              </a:extLst>
            </p:cNvPr>
            <p:cNvSpPr/>
            <p:nvPr/>
          </p:nvSpPr>
          <p:spPr>
            <a:xfrm>
              <a:off x="3108475" y="2432900"/>
              <a:ext cx="83750" cy="195325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251;p64">
              <a:extLst>
                <a:ext uri="{FF2B5EF4-FFF2-40B4-BE49-F238E27FC236}">
                  <a16:creationId xmlns:a16="http://schemas.microsoft.com/office/drawing/2014/main" id="{AD128F56-DF30-24B0-F31D-AE41191EC8F4}"/>
                </a:ext>
              </a:extLst>
            </p:cNvPr>
            <p:cNvSpPr/>
            <p:nvPr/>
          </p:nvSpPr>
          <p:spPr>
            <a:xfrm>
              <a:off x="3101100" y="2425525"/>
              <a:ext cx="98475" cy="210050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252;p64">
              <a:extLst>
                <a:ext uri="{FF2B5EF4-FFF2-40B4-BE49-F238E27FC236}">
                  <a16:creationId xmlns:a16="http://schemas.microsoft.com/office/drawing/2014/main" id="{6908E028-7518-5D45-7D97-56E217D9FE6B}"/>
                </a:ext>
              </a:extLst>
            </p:cNvPr>
            <p:cNvSpPr/>
            <p:nvPr/>
          </p:nvSpPr>
          <p:spPr>
            <a:xfrm>
              <a:off x="3731775" y="2432900"/>
              <a:ext cx="645425" cy="195325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253;p64">
              <a:extLst>
                <a:ext uri="{FF2B5EF4-FFF2-40B4-BE49-F238E27FC236}">
                  <a16:creationId xmlns:a16="http://schemas.microsoft.com/office/drawing/2014/main" id="{319BC344-0B7D-283A-C75E-4A174B048457}"/>
                </a:ext>
              </a:extLst>
            </p:cNvPr>
            <p:cNvSpPr/>
            <p:nvPr/>
          </p:nvSpPr>
          <p:spPr>
            <a:xfrm>
              <a:off x="3724425" y="2425525"/>
              <a:ext cx="660150" cy="210050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254;p64">
              <a:extLst>
                <a:ext uri="{FF2B5EF4-FFF2-40B4-BE49-F238E27FC236}">
                  <a16:creationId xmlns:a16="http://schemas.microsoft.com/office/drawing/2014/main" id="{A344D1A0-D017-7D05-91DF-C2000DBA4F50}"/>
                </a:ext>
              </a:extLst>
            </p:cNvPr>
            <p:cNvSpPr/>
            <p:nvPr/>
          </p:nvSpPr>
          <p:spPr>
            <a:xfrm>
              <a:off x="4499825" y="2472850"/>
              <a:ext cx="98450" cy="98400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255;p64">
              <a:extLst>
                <a:ext uri="{FF2B5EF4-FFF2-40B4-BE49-F238E27FC236}">
                  <a16:creationId xmlns:a16="http://schemas.microsoft.com/office/drawing/2014/main" id="{F8E1C9F2-A81D-825A-FB66-A732E4A4CA77}"/>
                </a:ext>
              </a:extLst>
            </p:cNvPr>
            <p:cNvSpPr/>
            <p:nvPr/>
          </p:nvSpPr>
          <p:spPr>
            <a:xfrm>
              <a:off x="4492475" y="2465475"/>
              <a:ext cx="113150" cy="113150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256;p64">
              <a:extLst>
                <a:ext uri="{FF2B5EF4-FFF2-40B4-BE49-F238E27FC236}">
                  <a16:creationId xmlns:a16="http://schemas.microsoft.com/office/drawing/2014/main" id="{462686D4-B763-112D-AAC9-317E09422BE3}"/>
                </a:ext>
              </a:extLst>
            </p:cNvPr>
            <p:cNvSpPr/>
            <p:nvPr/>
          </p:nvSpPr>
          <p:spPr>
            <a:xfrm>
              <a:off x="4688675" y="2472825"/>
              <a:ext cx="102300" cy="98425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257;p64">
              <a:extLst>
                <a:ext uri="{FF2B5EF4-FFF2-40B4-BE49-F238E27FC236}">
                  <a16:creationId xmlns:a16="http://schemas.microsoft.com/office/drawing/2014/main" id="{6CA7B47A-B3EE-DA49-ADB8-DF47007B445B}"/>
                </a:ext>
              </a:extLst>
            </p:cNvPr>
            <p:cNvSpPr/>
            <p:nvPr/>
          </p:nvSpPr>
          <p:spPr>
            <a:xfrm>
              <a:off x="4685200" y="2465475"/>
              <a:ext cx="113125" cy="113150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258;p64">
              <a:extLst>
                <a:ext uri="{FF2B5EF4-FFF2-40B4-BE49-F238E27FC236}">
                  <a16:creationId xmlns:a16="http://schemas.microsoft.com/office/drawing/2014/main" id="{A9802838-AB25-EA92-7AA6-4AE36119DA61}"/>
                </a:ext>
              </a:extLst>
            </p:cNvPr>
            <p:cNvSpPr/>
            <p:nvPr/>
          </p:nvSpPr>
          <p:spPr>
            <a:xfrm>
              <a:off x="4212825" y="2472850"/>
              <a:ext cx="98425" cy="98400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259;p64">
              <a:extLst>
                <a:ext uri="{FF2B5EF4-FFF2-40B4-BE49-F238E27FC236}">
                  <a16:creationId xmlns:a16="http://schemas.microsoft.com/office/drawing/2014/main" id="{5573B531-198D-9634-7CC8-78FF8DA13880}"/>
                </a:ext>
              </a:extLst>
            </p:cNvPr>
            <p:cNvSpPr/>
            <p:nvPr/>
          </p:nvSpPr>
          <p:spPr>
            <a:xfrm>
              <a:off x="4205450" y="2465475"/>
              <a:ext cx="113175" cy="113150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260;p64">
              <a:extLst>
                <a:ext uri="{FF2B5EF4-FFF2-40B4-BE49-F238E27FC236}">
                  <a16:creationId xmlns:a16="http://schemas.microsoft.com/office/drawing/2014/main" id="{24AED378-28C9-8DC4-FEF1-960E7D8AF50C}"/>
                </a:ext>
              </a:extLst>
            </p:cNvPr>
            <p:cNvSpPr/>
            <p:nvPr/>
          </p:nvSpPr>
          <p:spPr>
            <a:xfrm>
              <a:off x="3089800" y="2729900"/>
              <a:ext cx="1701175" cy="136575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261;p64">
              <a:extLst>
                <a:ext uri="{FF2B5EF4-FFF2-40B4-BE49-F238E27FC236}">
                  <a16:creationId xmlns:a16="http://schemas.microsoft.com/office/drawing/2014/main" id="{21881475-8908-0944-DDE9-9EC512C1B88F}"/>
                </a:ext>
              </a:extLst>
            </p:cNvPr>
            <p:cNvSpPr/>
            <p:nvPr/>
          </p:nvSpPr>
          <p:spPr>
            <a:xfrm>
              <a:off x="3082425" y="2722550"/>
              <a:ext cx="1715900" cy="151300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262;p64">
              <a:extLst>
                <a:ext uri="{FF2B5EF4-FFF2-40B4-BE49-F238E27FC236}">
                  <a16:creationId xmlns:a16="http://schemas.microsoft.com/office/drawing/2014/main" id="{B5E764A3-4980-A357-E5C1-8F41BDC31FFF}"/>
                </a:ext>
              </a:extLst>
            </p:cNvPr>
            <p:cNvSpPr/>
            <p:nvPr/>
          </p:nvSpPr>
          <p:spPr>
            <a:xfrm>
              <a:off x="3019925" y="2866450"/>
              <a:ext cx="1840900" cy="398775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263;p64">
              <a:extLst>
                <a:ext uri="{FF2B5EF4-FFF2-40B4-BE49-F238E27FC236}">
                  <a16:creationId xmlns:a16="http://schemas.microsoft.com/office/drawing/2014/main" id="{DA6FA591-A08A-AC3E-0560-7ABACBE87C98}"/>
                </a:ext>
              </a:extLst>
            </p:cNvPr>
            <p:cNvSpPr/>
            <p:nvPr/>
          </p:nvSpPr>
          <p:spPr>
            <a:xfrm>
              <a:off x="3012575" y="2859100"/>
              <a:ext cx="1855600" cy="413475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264;p64">
              <a:extLst>
                <a:ext uri="{FF2B5EF4-FFF2-40B4-BE49-F238E27FC236}">
                  <a16:creationId xmlns:a16="http://schemas.microsoft.com/office/drawing/2014/main" id="{4FF803C7-D841-FC8A-5498-C9670CD6512D}"/>
                </a:ext>
              </a:extLst>
            </p:cNvPr>
            <p:cNvSpPr/>
            <p:nvPr/>
          </p:nvSpPr>
          <p:spPr>
            <a:xfrm>
              <a:off x="3409425" y="2968175"/>
              <a:ext cx="105150" cy="195325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265;p64">
              <a:extLst>
                <a:ext uri="{FF2B5EF4-FFF2-40B4-BE49-F238E27FC236}">
                  <a16:creationId xmlns:a16="http://schemas.microsoft.com/office/drawing/2014/main" id="{E171BFDA-8766-FB80-39EE-B093ED294C7A}"/>
                </a:ext>
              </a:extLst>
            </p:cNvPr>
            <p:cNvSpPr/>
            <p:nvPr/>
          </p:nvSpPr>
          <p:spPr>
            <a:xfrm>
              <a:off x="3402075" y="2960825"/>
              <a:ext cx="119850" cy="210025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266;p64">
              <a:extLst>
                <a:ext uri="{FF2B5EF4-FFF2-40B4-BE49-F238E27FC236}">
                  <a16:creationId xmlns:a16="http://schemas.microsoft.com/office/drawing/2014/main" id="{FB642A7C-D71C-B50C-9380-9F5FFD7D2E3F}"/>
                </a:ext>
              </a:extLst>
            </p:cNvPr>
            <p:cNvSpPr/>
            <p:nvPr/>
          </p:nvSpPr>
          <p:spPr>
            <a:xfrm>
              <a:off x="3570625" y="2968175"/>
              <a:ext cx="105125" cy="195325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267;p64">
              <a:extLst>
                <a:ext uri="{FF2B5EF4-FFF2-40B4-BE49-F238E27FC236}">
                  <a16:creationId xmlns:a16="http://schemas.microsoft.com/office/drawing/2014/main" id="{1CEA6675-3215-CA00-6616-EEEF1F2AAA69}"/>
                </a:ext>
              </a:extLst>
            </p:cNvPr>
            <p:cNvSpPr/>
            <p:nvPr/>
          </p:nvSpPr>
          <p:spPr>
            <a:xfrm>
              <a:off x="3563250" y="2960825"/>
              <a:ext cx="119875" cy="210025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268;p64">
              <a:extLst>
                <a:ext uri="{FF2B5EF4-FFF2-40B4-BE49-F238E27FC236}">
                  <a16:creationId xmlns:a16="http://schemas.microsoft.com/office/drawing/2014/main" id="{3605F2BE-45BF-5F31-3F56-E4CB06F201CC}"/>
                </a:ext>
              </a:extLst>
            </p:cNvPr>
            <p:cNvSpPr/>
            <p:nvPr/>
          </p:nvSpPr>
          <p:spPr>
            <a:xfrm>
              <a:off x="3248250" y="2968175"/>
              <a:ext cx="105125" cy="195325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269;p64">
              <a:extLst>
                <a:ext uri="{FF2B5EF4-FFF2-40B4-BE49-F238E27FC236}">
                  <a16:creationId xmlns:a16="http://schemas.microsoft.com/office/drawing/2014/main" id="{37545863-89C9-C477-3D65-52662CD66FF2}"/>
                </a:ext>
              </a:extLst>
            </p:cNvPr>
            <p:cNvSpPr/>
            <p:nvPr/>
          </p:nvSpPr>
          <p:spPr>
            <a:xfrm>
              <a:off x="3240875" y="2960825"/>
              <a:ext cx="119875" cy="210025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270;p64">
              <a:extLst>
                <a:ext uri="{FF2B5EF4-FFF2-40B4-BE49-F238E27FC236}">
                  <a16:creationId xmlns:a16="http://schemas.microsoft.com/office/drawing/2014/main" id="{B183F1F5-4E08-417A-3689-378A71C50584}"/>
                </a:ext>
              </a:extLst>
            </p:cNvPr>
            <p:cNvSpPr/>
            <p:nvPr/>
          </p:nvSpPr>
          <p:spPr>
            <a:xfrm>
              <a:off x="3731775" y="2968175"/>
              <a:ext cx="645425" cy="195325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271;p64">
              <a:extLst>
                <a:ext uri="{FF2B5EF4-FFF2-40B4-BE49-F238E27FC236}">
                  <a16:creationId xmlns:a16="http://schemas.microsoft.com/office/drawing/2014/main" id="{D3F318F1-6A31-5CE2-C320-22681E8A9CCA}"/>
                </a:ext>
              </a:extLst>
            </p:cNvPr>
            <p:cNvSpPr/>
            <p:nvPr/>
          </p:nvSpPr>
          <p:spPr>
            <a:xfrm>
              <a:off x="3724425" y="2960825"/>
              <a:ext cx="660150" cy="210025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272;p64">
              <a:extLst>
                <a:ext uri="{FF2B5EF4-FFF2-40B4-BE49-F238E27FC236}">
                  <a16:creationId xmlns:a16="http://schemas.microsoft.com/office/drawing/2014/main" id="{329CF214-0B09-FF66-8870-36224F5D72E6}"/>
                </a:ext>
              </a:extLst>
            </p:cNvPr>
            <p:cNvSpPr/>
            <p:nvPr/>
          </p:nvSpPr>
          <p:spPr>
            <a:xfrm>
              <a:off x="3108475" y="2968175"/>
              <a:ext cx="83750" cy="195325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273;p64">
              <a:extLst>
                <a:ext uri="{FF2B5EF4-FFF2-40B4-BE49-F238E27FC236}">
                  <a16:creationId xmlns:a16="http://schemas.microsoft.com/office/drawing/2014/main" id="{AA6D290E-34CB-376F-C464-D11FDA7FD45E}"/>
                </a:ext>
              </a:extLst>
            </p:cNvPr>
            <p:cNvSpPr/>
            <p:nvPr/>
          </p:nvSpPr>
          <p:spPr>
            <a:xfrm>
              <a:off x="3101100" y="2960825"/>
              <a:ext cx="98475" cy="210025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274;p64">
              <a:extLst>
                <a:ext uri="{FF2B5EF4-FFF2-40B4-BE49-F238E27FC236}">
                  <a16:creationId xmlns:a16="http://schemas.microsoft.com/office/drawing/2014/main" id="{A32450A7-CB70-D746-CF50-7F23111D40B2}"/>
                </a:ext>
              </a:extLst>
            </p:cNvPr>
            <p:cNvSpPr/>
            <p:nvPr/>
          </p:nvSpPr>
          <p:spPr>
            <a:xfrm>
              <a:off x="4499825" y="3008125"/>
              <a:ext cx="98450" cy="98450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275;p64">
              <a:extLst>
                <a:ext uri="{FF2B5EF4-FFF2-40B4-BE49-F238E27FC236}">
                  <a16:creationId xmlns:a16="http://schemas.microsoft.com/office/drawing/2014/main" id="{6F3644DB-01BF-C325-3FD5-91F49363581B}"/>
                </a:ext>
              </a:extLst>
            </p:cNvPr>
            <p:cNvSpPr/>
            <p:nvPr/>
          </p:nvSpPr>
          <p:spPr>
            <a:xfrm>
              <a:off x="4492475" y="3000775"/>
              <a:ext cx="113150" cy="113125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276;p64">
              <a:extLst>
                <a:ext uri="{FF2B5EF4-FFF2-40B4-BE49-F238E27FC236}">
                  <a16:creationId xmlns:a16="http://schemas.microsoft.com/office/drawing/2014/main" id="{FFEECD58-EB11-A946-1A69-DB52D9DFF7D8}"/>
                </a:ext>
              </a:extLst>
            </p:cNvPr>
            <p:cNvSpPr/>
            <p:nvPr/>
          </p:nvSpPr>
          <p:spPr>
            <a:xfrm>
              <a:off x="4688675" y="3008125"/>
              <a:ext cx="102300" cy="98450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277;p64">
              <a:extLst>
                <a:ext uri="{FF2B5EF4-FFF2-40B4-BE49-F238E27FC236}">
                  <a16:creationId xmlns:a16="http://schemas.microsoft.com/office/drawing/2014/main" id="{13A94BD5-F0B8-804E-5377-52A1F52BBA73}"/>
                </a:ext>
              </a:extLst>
            </p:cNvPr>
            <p:cNvSpPr/>
            <p:nvPr/>
          </p:nvSpPr>
          <p:spPr>
            <a:xfrm>
              <a:off x="4685200" y="3000775"/>
              <a:ext cx="113125" cy="113125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278;p64">
              <a:extLst>
                <a:ext uri="{FF2B5EF4-FFF2-40B4-BE49-F238E27FC236}">
                  <a16:creationId xmlns:a16="http://schemas.microsoft.com/office/drawing/2014/main" id="{96A3AFD3-10F6-08F1-484F-84B48FB3CB19}"/>
                </a:ext>
              </a:extLst>
            </p:cNvPr>
            <p:cNvSpPr/>
            <p:nvPr/>
          </p:nvSpPr>
          <p:spPr>
            <a:xfrm>
              <a:off x="4212825" y="3008125"/>
              <a:ext cx="98425" cy="98450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279;p64">
              <a:extLst>
                <a:ext uri="{FF2B5EF4-FFF2-40B4-BE49-F238E27FC236}">
                  <a16:creationId xmlns:a16="http://schemas.microsoft.com/office/drawing/2014/main" id="{159FB99B-1809-1EFA-C238-D8F02237A854}"/>
                </a:ext>
              </a:extLst>
            </p:cNvPr>
            <p:cNvSpPr/>
            <p:nvPr/>
          </p:nvSpPr>
          <p:spPr>
            <a:xfrm>
              <a:off x="4205450" y="3000775"/>
              <a:ext cx="113175" cy="113125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280;p64">
              <a:extLst>
                <a:ext uri="{FF2B5EF4-FFF2-40B4-BE49-F238E27FC236}">
                  <a16:creationId xmlns:a16="http://schemas.microsoft.com/office/drawing/2014/main" id="{A75C0C1C-1899-260A-0C25-1D21D8088126}"/>
                </a:ext>
              </a:extLst>
            </p:cNvPr>
            <p:cNvSpPr/>
            <p:nvPr/>
          </p:nvSpPr>
          <p:spPr>
            <a:xfrm>
              <a:off x="3089800" y="3265175"/>
              <a:ext cx="1701175" cy="136575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281;p64">
              <a:extLst>
                <a:ext uri="{FF2B5EF4-FFF2-40B4-BE49-F238E27FC236}">
                  <a16:creationId xmlns:a16="http://schemas.microsoft.com/office/drawing/2014/main" id="{11F617E8-56D1-FC5D-6B60-84BC9D35A9C0}"/>
                </a:ext>
              </a:extLst>
            </p:cNvPr>
            <p:cNvSpPr/>
            <p:nvPr/>
          </p:nvSpPr>
          <p:spPr>
            <a:xfrm>
              <a:off x="3082425" y="3257825"/>
              <a:ext cx="1715900" cy="151300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282;p64">
              <a:extLst>
                <a:ext uri="{FF2B5EF4-FFF2-40B4-BE49-F238E27FC236}">
                  <a16:creationId xmlns:a16="http://schemas.microsoft.com/office/drawing/2014/main" id="{63DEF8A5-6C94-E0CD-DFE8-952AAC13B9EB}"/>
                </a:ext>
              </a:extLst>
            </p:cNvPr>
            <p:cNvSpPr/>
            <p:nvPr/>
          </p:nvSpPr>
          <p:spPr>
            <a:xfrm>
              <a:off x="3019925" y="3401725"/>
              <a:ext cx="1840900" cy="398800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283;p64">
              <a:extLst>
                <a:ext uri="{FF2B5EF4-FFF2-40B4-BE49-F238E27FC236}">
                  <a16:creationId xmlns:a16="http://schemas.microsoft.com/office/drawing/2014/main" id="{2F418783-0668-7E45-9744-A8AF1121CDB9}"/>
                </a:ext>
              </a:extLst>
            </p:cNvPr>
            <p:cNvSpPr/>
            <p:nvPr/>
          </p:nvSpPr>
          <p:spPr>
            <a:xfrm>
              <a:off x="3012575" y="3394375"/>
              <a:ext cx="1855600" cy="413475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284;p64">
              <a:extLst>
                <a:ext uri="{FF2B5EF4-FFF2-40B4-BE49-F238E27FC236}">
                  <a16:creationId xmlns:a16="http://schemas.microsoft.com/office/drawing/2014/main" id="{CC677F1F-AF6C-5BEC-7B4D-59CE15BFDB2A}"/>
                </a:ext>
              </a:extLst>
            </p:cNvPr>
            <p:cNvSpPr/>
            <p:nvPr/>
          </p:nvSpPr>
          <p:spPr>
            <a:xfrm>
              <a:off x="3570625" y="3503475"/>
              <a:ext cx="105125" cy="195300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285;p64">
              <a:extLst>
                <a:ext uri="{FF2B5EF4-FFF2-40B4-BE49-F238E27FC236}">
                  <a16:creationId xmlns:a16="http://schemas.microsoft.com/office/drawing/2014/main" id="{9D750E15-5A0D-2197-5CF6-F3EF63C17FFA}"/>
                </a:ext>
              </a:extLst>
            </p:cNvPr>
            <p:cNvSpPr/>
            <p:nvPr/>
          </p:nvSpPr>
          <p:spPr>
            <a:xfrm>
              <a:off x="3563250" y="3496100"/>
              <a:ext cx="119875" cy="210025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286;p64">
              <a:extLst>
                <a:ext uri="{FF2B5EF4-FFF2-40B4-BE49-F238E27FC236}">
                  <a16:creationId xmlns:a16="http://schemas.microsoft.com/office/drawing/2014/main" id="{AA653248-B746-21F9-BD41-8C68341F6FFF}"/>
                </a:ext>
              </a:extLst>
            </p:cNvPr>
            <p:cNvSpPr/>
            <p:nvPr/>
          </p:nvSpPr>
          <p:spPr>
            <a:xfrm>
              <a:off x="3248250" y="3503475"/>
              <a:ext cx="105125" cy="195300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287;p64">
              <a:extLst>
                <a:ext uri="{FF2B5EF4-FFF2-40B4-BE49-F238E27FC236}">
                  <a16:creationId xmlns:a16="http://schemas.microsoft.com/office/drawing/2014/main" id="{B0D7AC7B-ED2C-F13A-AF4C-7102963D00E8}"/>
                </a:ext>
              </a:extLst>
            </p:cNvPr>
            <p:cNvSpPr/>
            <p:nvPr/>
          </p:nvSpPr>
          <p:spPr>
            <a:xfrm>
              <a:off x="3240875" y="3496100"/>
              <a:ext cx="119875" cy="210025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288;p64">
              <a:extLst>
                <a:ext uri="{FF2B5EF4-FFF2-40B4-BE49-F238E27FC236}">
                  <a16:creationId xmlns:a16="http://schemas.microsoft.com/office/drawing/2014/main" id="{F3A34361-5350-5FD6-5945-43CE422AF236}"/>
                </a:ext>
              </a:extLst>
            </p:cNvPr>
            <p:cNvSpPr/>
            <p:nvPr/>
          </p:nvSpPr>
          <p:spPr>
            <a:xfrm>
              <a:off x="3409425" y="3503475"/>
              <a:ext cx="105150" cy="195300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289;p64">
              <a:extLst>
                <a:ext uri="{FF2B5EF4-FFF2-40B4-BE49-F238E27FC236}">
                  <a16:creationId xmlns:a16="http://schemas.microsoft.com/office/drawing/2014/main" id="{7F5BFAE7-031B-9696-18F0-522F813E905E}"/>
                </a:ext>
              </a:extLst>
            </p:cNvPr>
            <p:cNvSpPr/>
            <p:nvPr/>
          </p:nvSpPr>
          <p:spPr>
            <a:xfrm>
              <a:off x="3402075" y="3496100"/>
              <a:ext cx="119850" cy="210025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290;p64">
              <a:extLst>
                <a:ext uri="{FF2B5EF4-FFF2-40B4-BE49-F238E27FC236}">
                  <a16:creationId xmlns:a16="http://schemas.microsoft.com/office/drawing/2014/main" id="{1FE1FAD9-DF8F-FA36-5354-BB8AECA7974C}"/>
                </a:ext>
              </a:extLst>
            </p:cNvPr>
            <p:cNvSpPr/>
            <p:nvPr/>
          </p:nvSpPr>
          <p:spPr>
            <a:xfrm>
              <a:off x="3108475" y="3503475"/>
              <a:ext cx="83750" cy="195300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291;p64">
              <a:extLst>
                <a:ext uri="{FF2B5EF4-FFF2-40B4-BE49-F238E27FC236}">
                  <a16:creationId xmlns:a16="http://schemas.microsoft.com/office/drawing/2014/main" id="{7A3E9817-A515-1536-A5CB-0DDDF6A24A42}"/>
                </a:ext>
              </a:extLst>
            </p:cNvPr>
            <p:cNvSpPr/>
            <p:nvPr/>
          </p:nvSpPr>
          <p:spPr>
            <a:xfrm>
              <a:off x="3101100" y="3496100"/>
              <a:ext cx="98475" cy="210025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292;p64">
              <a:extLst>
                <a:ext uri="{FF2B5EF4-FFF2-40B4-BE49-F238E27FC236}">
                  <a16:creationId xmlns:a16="http://schemas.microsoft.com/office/drawing/2014/main" id="{F37F9E24-396A-7CA4-9DA8-80777A1F88A7}"/>
                </a:ext>
              </a:extLst>
            </p:cNvPr>
            <p:cNvSpPr/>
            <p:nvPr/>
          </p:nvSpPr>
          <p:spPr>
            <a:xfrm>
              <a:off x="3731775" y="3503475"/>
              <a:ext cx="645425" cy="195300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293;p64">
              <a:extLst>
                <a:ext uri="{FF2B5EF4-FFF2-40B4-BE49-F238E27FC236}">
                  <a16:creationId xmlns:a16="http://schemas.microsoft.com/office/drawing/2014/main" id="{6E4A8C59-FE74-0E62-7747-7FFB5C1FB246}"/>
                </a:ext>
              </a:extLst>
            </p:cNvPr>
            <p:cNvSpPr/>
            <p:nvPr/>
          </p:nvSpPr>
          <p:spPr>
            <a:xfrm>
              <a:off x="3724425" y="3496100"/>
              <a:ext cx="660150" cy="210025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294;p64">
              <a:extLst>
                <a:ext uri="{FF2B5EF4-FFF2-40B4-BE49-F238E27FC236}">
                  <a16:creationId xmlns:a16="http://schemas.microsoft.com/office/drawing/2014/main" id="{ECF5E1EB-699D-D6DD-B150-83200BDE9C88}"/>
                </a:ext>
              </a:extLst>
            </p:cNvPr>
            <p:cNvSpPr/>
            <p:nvPr/>
          </p:nvSpPr>
          <p:spPr>
            <a:xfrm>
              <a:off x="4499825" y="3543400"/>
              <a:ext cx="98450" cy="98450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295;p64">
              <a:extLst>
                <a:ext uri="{FF2B5EF4-FFF2-40B4-BE49-F238E27FC236}">
                  <a16:creationId xmlns:a16="http://schemas.microsoft.com/office/drawing/2014/main" id="{3777E4A1-9E4E-16D3-AC8F-76BFB7D72337}"/>
                </a:ext>
              </a:extLst>
            </p:cNvPr>
            <p:cNvSpPr/>
            <p:nvPr/>
          </p:nvSpPr>
          <p:spPr>
            <a:xfrm>
              <a:off x="4492475" y="3536025"/>
              <a:ext cx="113150" cy="113175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296;p64">
              <a:extLst>
                <a:ext uri="{FF2B5EF4-FFF2-40B4-BE49-F238E27FC236}">
                  <a16:creationId xmlns:a16="http://schemas.microsoft.com/office/drawing/2014/main" id="{70520347-3D6B-A229-94C6-E70B8C798AAB}"/>
                </a:ext>
              </a:extLst>
            </p:cNvPr>
            <p:cNvSpPr/>
            <p:nvPr/>
          </p:nvSpPr>
          <p:spPr>
            <a:xfrm>
              <a:off x="4688675" y="3543400"/>
              <a:ext cx="102300" cy="98450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297;p64">
              <a:extLst>
                <a:ext uri="{FF2B5EF4-FFF2-40B4-BE49-F238E27FC236}">
                  <a16:creationId xmlns:a16="http://schemas.microsoft.com/office/drawing/2014/main" id="{B72C6B5C-B914-4E2F-0E65-FB2F62BCF662}"/>
                </a:ext>
              </a:extLst>
            </p:cNvPr>
            <p:cNvSpPr/>
            <p:nvPr/>
          </p:nvSpPr>
          <p:spPr>
            <a:xfrm>
              <a:off x="4685200" y="3536025"/>
              <a:ext cx="113125" cy="113175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298;p64">
              <a:extLst>
                <a:ext uri="{FF2B5EF4-FFF2-40B4-BE49-F238E27FC236}">
                  <a16:creationId xmlns:a16="http://schemas.microsoft.com/office/drawing/2014/main" id="{E38F4C90-A6FC-090C-B6DD-3C3ADC68D252}"/>
                </a:ext>
              </a:extLst>
            </p:cNvPr>
            <p:cNvSpPr/>
            <p:nvPr/>
          </p:nvSpPr>
          <p:spPr>
            <a:xfrm>
              <a:off x="4212825" y="3543400"/>
              <a:ext cx="98425" cy="98450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299;p64">
              <a:extLst>
                <a:ext uri="{FF2B5EF4-FFF2-40B4-BE49-F238E27FC236}">
                  <a16:creationId xmlns:a16="http://schemas.microsoft.com/office/drawing/2014/main" id="{BDB83E0B-326C-A46A-C686-6219F9B1B3FB}"/>
                </a:ext>
              </a:extLst>
            </p:cNvPr>
            <p:cNvSpPr/>
            <p:nvPr/>
          </p:nvSpPr>
          <p:spPr>
            <a:xfrm>
              <a:off x="4205450" y="3536025"/>
              <a:ext cx="113175" cy="113175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300;p64">
              <a:extLst>
                <a:ext uri="{FF2B5EF4-FFF2-40B4-BE49-F238E27FC236}">
                  <a16:creationId xmlns:a16="http://schemas.microsoft.com/office/drawing/2014/main" id="{FD2E3A2C-F73E-CB4E-2D7B-16C5D9B7104B}"/>
                </a:ext>
              </a:extLst>
            </p:cNvPr>
            <p:cNvSpPr/>
            <p:nvPr/>
          </p:nvSpPr>
          <p:spPr>
            <a:xfrm>
              <a:off x="3089800" y="3800475"/>
              <a:ext cx="1701175" cy="136550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301;p64">
              <a:extLst>
                <a:ext uri="{FF2B5EF4-FFF2-40B4-BE49-F238E27FC236}">
                  <a16:creationId xmlns:a16="http://schemas.microsoft.com/office/drawing/2014/main" id="{F05ECFEF-9D8B-A500-CE07-52C5EF5E10A8}"/>
                </a:ext>
              </a:extLst>
            </p:cNvPr>
            <p:cNvSpPr/>
            <p:nvPr/>
          </p:nvSpPr>
          <p:spPr>
            <a:xfrm>
              <a:off x="3082425" y="3793125"/>
              <a:ext cx="1715900" cy="15127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302;p64">
              <a:extLst>
                <a:ext uri="{FF2B5EF4-FFF2-40B4-BE49-F238E27FC236}">
                  <a16:creationId xmlns:a16="http://schemas.microsoft.com/office/drawing/2014/main" id="{A34BC90B-8DA5-2B8D-E44D-68693726D09B}"/>
                </a:ext>
              </a:extLst>
            </p:cNvPr>
            <p:cNvSpPr/>
            <p:nvPr/>
          </p:nvSpPr>
          <p:spPr>
            <a:xfrm>
              <a:off x="3019925" y="3937050"/>
              <a:ext cx="1840900" cy="398750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303;p64">
              <a:extLst>
                <a:ext uri="{FF2B5EF4-FFF2-40B4-BE49-F238E27FC236}">
                  <a16:creationId xmlns:a16="http://schemas.microsoft.com/office/drawing/2014/main" id="{6713235F-740C-D874-EA4F-05E20520602E}"/>
                </a:ext>
              </a:extLst>
            </p:cNvPr>
            <p:cNvSpPr/>
            <p:nvPr/>
          </p:nvSpPr>
          <p:spPr>
            <a:xfrm>
              <a:off x="3012575" y="3929675"/>
              <a:ext cx="1855600" cy="413475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304;p64">
              <a:extLst>
                <a:ext uri="{FF2B5EF4-FFF2-40B4-BE49-F238E27FC236}">
                  <a16:creationId xmlns:a16="http://schemas.microsoft.com/office/drawing/2014/main" id="{B5647CD2-A142-AE62-8279-F5E0D6E1ACB1}"/>
                </a:ext>
              </a:extLst>
            </p:cNvPr>
            <p:cNvSpPr/>
            <p:nvPr/>
          </p:nvSpPr>
          <p:spPr>
            <a:xfrm>
              <a:off x="3248250" y="4038750"/>
              <a:ext cx="105125" cy="195300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305;p64">
              <a:extLst>
                <a:ext uri="{FF2B5EF4-FFF2-40B4-BE49-F238E27FC236}">
                  <a16:creationId xmlns:a16="http://schemas.microsoft.com/office/drawing/2014/main" id="{22BFEAF6-F812-847F-80E6-332F5C1CB793}"/>
                </a:ext>
              </a:extLst>
            </p:cNvPr>
            <p:cNvSpPr/>
            <p:nvPr/>
          </p:nvSpPr>
          <p:spPr>
            <a:xfrm>
              <a:off x="3240875" y="4031400"/>
              <a:ext cx="119875" cy="210025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306;p64">
              <a:extLst>
                <a:ext uri="{FF2B5EF4-FFF2-40B4-BE49-F238E27FC236}">
                  <a16:creationId xmlns:a16="http://schemas.microsoft.com/office/drawing/2014/main" id="{41006533-9B73-69A2-159C-F82F7FA5E433}"/>
                </a:ext>
              </a:extLst>
            </p:cNvPr>
            <p:cNvSpPr/>
            <p:nvPr/>
          </p:nvSpPr>
          <p:spPr>
            <a:xfrm>
              <a:off x="3409425" y="4038750"/>
              <a:ext cx="105150" cy="195300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307;p64">
              <a:extLst>
                <a:ext uri="{FF2B5EF4-FFF2-40B4-BE49-F238E27FC236}">
                  <a16:creationId xmlns:a16="http://schemas.microsoft.com/office/drawing/2014/main" id="{E9AAD2F1-6462-0433-89C3-3133AEAC3A7F}"/>
                </a:ext>
              </a:extLst>
            </p:cNvPr>
            <p:cNvSpPr/>
            <p:nvPr/>
          </p:nvSpPr>
          <p:spPr>
            <a:xfrm>
              <a:off x="3402075" y="4031400"/>
              <a:ext cx="119850" cy="210025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308;p64">
              <a:extLst>
                <a:ext uri="{FF2B5EF4-FFF2-40B4-BE49-F238E27FC236}">
                  <a16:creationId xmlns:a16="http://schemas.microsoft.com/office/drawing/2014/main" id="{8030A008-4915-F6CD-6B1C-B7BF6A000088}"/>
                </a:ext>
              </a:extLst>
            </p:cNvPr>
            <p:cNvSpPr/>
            <p:nvPr/>
          </p:nvSpPr>
          <p:spPr>
            <a:xfrm>
              <a:off x="3570625" y="4038750"/>
              <a:ext cx="105125" cy="195300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309;p64">
              <a:extLst>
                <a:ext uri="{FF2B5EF4-FFF2-40B4-BE49-F238E27FC236}">
                  <a16:creationId xmlns:a16="http://schemas.microsoft.com/office/drawing/2014/main" id="{658C7C44-7A77-4006-432D-86E4E63848F6}"/>
                </a:ext>
              </a:extLst>
            </p:cNvPr>
            <p:cNvSpPr/>
            <p:nvPr/>
          </p:nvSpPr>
          <p:spPr>
            <a:xfrm>
              <a:off x="3563250" y="4031400"/>
              <a:ext cx="119875" cy="210025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310;p64">
              <a:extLst>
                <a:ext uri="{FF2B5EF4-FFF2-40B4-BE49-F238E27FC236}">
                  <a16:creationId xmlns:a16="http://schemas.microsoft.com/office/drawing/2014/main" id="{98F2C9CF-4ACE-4464-6A69-EF28AC51DB26}"/>
                </a:ext>
              </a:extLst>
            </p:cNvPr>
            <p:cNvSpPr/>
            <p:nvPr/>
          </p:nvSpPr>
          <p:spPr>
            <a:xfrm>
              <a:off x="3108475" y="4038750"/>
              <a:ext cx="83750" cy="195300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311;p64">
              <a:extLst>
                <a:ext uri="{FF2B5EF4-FFF2-40B4-BE49-F238E27FC236}">
                  <a16:creationId xmlns:a16="http://schemas.microsoft.com/office/drawing/2014/main" id="{DB6F5F3B-6C42-B14D-0974-A33BAD643D6C}"/>
                </a:ext>
              </a:extLst>
            </p:cNvPr>
            <p:cNvSpPr/>
            <p:nvPr/>
          </p:nvSpPr>
          <p:spPr>
            <a:xfrm>
              <a:off x="3101100" y="4031400"/>
              <a:ext cx="98475" cy="210025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312;p64">
              <a:extLst>
                <a:ext uri="{FF2B5EF4-FFF2-40B4-BE49-F238E27FC236}">
                  <a16:creationId xmlns:a16="http://schemas.microsoft.com/office/drawing/2014/main" id="{5A1165D7-D665-4E33-D832-1EEA533F4ED5}"/>
                </a:ext>
              </a:extLst>
            </p:cNvPr>
            <p:cNvSpPr/>
            <p:nvPr/>
          </p:nvSpPr>
          <p:spPr>
            <a:xfrm>
              <a:off x="3731775" y="4038750"/>
              <a:ext cx="645425" cy="195300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313;p64">
              <a:extLst>
                <a:ext uri="{FF2B5EF4-FFF2-40B4-BE49-F238E27FC236}">
                  <a16:creationId xmlns:a16="http://schemas.microsoft.com/office/drawing/2014/main" id="{B3215D7B-F541-0E52-8C7C-FAB075661226}"/>
                </a:ext>
              </a:extLst>
            </p:cNvPr>
            <p:cNvSpPr/>
            <p:nvPr/>
          </p:nvSpPr>
          <p:spPr>
            <a:xfrm>
              <a:off x="3724425" y="4031400"/>
              <a:ext cx="660150" cy="210025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3314;p64">
              <a:extLst>
                <a:ext uri="{FF2B5EF4-FFF2-40B4-BE49-F238E27FC236}">
                  <a16:creationId xmlns:a16="http://schemas.microsoft.com/office/drawing/2014/main" id="{D7338041-3C1C-349F-E89A-64F754BD2241}"/>
                </a:ext>
              </a:extLst>
            </p:cNvPr>
            <p:cNvSpPr/>
            <p:nvPr/>
          </p:nvSpPr>
          <p:spPr>
            <a:xfrm>
              <a:off x="4499825" y="4078675"/>
              <a:ext cx="98450" cy="98450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3315;p64">
              <a:extLst>
                <a:ext uri="{FF2B5EF4-FFF2-40B4-BE49-F238E27FC236}">
                  <a16:creationId xmlns:a16="http://schemas.microsoft.com/office/drawing/2014/main" id="{50247B18-BBBC-3CC1-A4EF-8A41A392C274}"/>
                </a:ext>
              </a:extLst>
            </p:cNvPr>
            <p:cNvSpPr/>
            <p:nvPr/>
          </p:nvSpPr>
          <p:spPr>
            <a:xfrm>
              <a:off x="4492475" y="4071325"/>
              <a:ext cx="113150" cy="113175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3316;p64">
              <a:extLst>
                <a:ext uri="{FF2B5EF4-FFF2-40B4-BE49-F238E27FC236}">
                  <a16:creationId xmlns:a16="http://schemas.microsoft.com/office/drawing/2014/main" id="{AC2B3FE2-E65F-ECF9-DEE7-596479464C09}"/>
                </a:ext>
              </a:extLst>
            </p:cNvPr>
            <p:cNvSpPr/>
            <p:nvPr/>
          </p:nvSpPr>
          <p:spPr>
            <a:xfrm>
              <a:off x="4688675" y="4078675"/>
              <a:ext cx="102300" cy="98450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3317;p64">
              <a:extLst>
                <a:ext uri="{FF2B5EF4-FFF2-40B4-BE49-F238E27FC236}">
                  <a16:creationId xmlns:a16="http://schemas.microsoft.com/office/drawing/2014/main" id="{5CCFB882-F6DF-0366-DEB0-9DD0013FEF19}"/>
                </a:ext>
              </a:extLst>
            </p:cNvPr>
            <p:cNvSpPr/>
            <p:nvPr/>
          </p:nvSpPr>
          <p:spPr>
            <a:xfrm>
              <a:off x="4685200" y="4071325"/>
              <a:ext cx="113125" cy="113175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3318;p64">
              <a:extLst>
                <a:ext uri="{FF2B5EF4-FFF2-40B4-BE49-F238E27FC236}">
                  <a16:creationId xmlns:a16="http://schemas.microsoft.com/office/drawing/2014/main" id="{1F8A216B-C43D-B4E5-734E-C1F7F9858F25}"/>
                </a:ext>
              </a:extLst>
            </p:cNvPr>
            <p:cNvSpPr/>
            <p:nvPr/>
          </p:nvSpPr>
          <p:spPr>
            <a:xfrm>
              <a:off x="4212825" y="4078675"/>
              <a:ext cx="98425" cy="98450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3319;p64">
              <a:extLst>
                <a:ext uri="{FF2B5EF4-FFF2-40B4-BE49-F238E27FC236}">
                  <a16:creationId xmlns:a16="http://schemas.microsoft.com/office/drawing/2014/main" id="{FB8AE070-1D0F-34D9-DD86-B79BB222EE33}"/>
                </a:ext>
              </a:extLst>
            </p:cNvPr>
            <p:cNvSpPr/>
            <p:nvPr/>
          </p:nvSpPr>
          <p:spPr>
            <a:xfrm>
              <a:off x="4205450" y="4071325"/>
              <a:ext cx="113175" cy="113175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Montserrat Black" panose="00000A00000000000000" pitchFamily="2" charset="0"/>
              </a:rPr>
              <a:t>NỘI DUNG TRÌNH BÀY</a:t>
            </a:r>
            <a:endParaRPr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875" name="Google Shape;875;p37"/>
          <p:cNvSpPr txBox="1">
            <a:spLocks noGrp="1"/>
          </p:cNvSpPr>
          <p:nvPr>
            <p:ph type="body" idx="1"/>
          </p:nvPr>
        </p:nvSpPr>
        <p:spPr>
          <a:xfrm>
            <a:off x="3464998" y="3508236"/>
            <a:ext cx="221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 dirty="0">
                <a:solidFill>
                  <a:schemeClr val="tx1"/>
                </a:solidFill>
                <a:latin typeface="montserrat" panose="00000500000000000000" pitchFamily="2" charset="0"/>
              </a:rPr>
              <a:t>Kết quả nghiên cứu</a:t>
            </a:r>
            <a:endParaRPr sz="17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876" name="Google Shape;876;p37"/>
          <p:cNvSpPr txBox="1">
            <a:spLocks noGrp="1"/>
          </p:cNvSpPr>
          <p:nvPr>
            <p:ph type="title" idx="2"/>
          </p:nvPr>
        </p:nvSpPr>
        <p:spPr>
          <a:xfrm>
            <a:off x="3464998" y="3010385"/>
            <a:ext cx="2214000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2</a:t>
            </a:r>
          </a:p>
        </p:txBody>
      </p:sp>
      <p:sp>
        <p:nvSpPr>
          <p:cNvPr id="877" name="Google Shape;877;p37"/>
          <p:cNvSpPr txBox="1">
            <a:spLocks noGrp="1"/>
          </p:cNvSpPr>
          <p:nvPr>
            <p:ph type="body" idx="3"/>
          </p:nvPr>
        </p:nvSpPr>
        <p:spPr>
          <a:xfrm>
            <a:off x="835213" y="3508236"/>
            <a:ext cx="2214000" cy="4287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 dirty="0">
                <a:solidFill>
                  <a:schemeClr val="tx1"/>
                </a:solidFill>
                <a:latin typeface="montserrat" panose="00000500000000000000" pitchFamily="2" charset="0"/>
              </a:rPr>
              <a:t>Tổng quan</a:t>
            </a:r>
            <a:endParaRPr sz="17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878" name="Google Shape;878;p37"/>
          <p:cNvSpPr txBox="1">
            <a:spLocks noGrp="1"/>
          </p:cNvSpPr>
          <p:nvPr>
            <p:ph type="title" idx="4"/>
          </p:nvPr>
        </p:nvSpPr>
        <p:spPr>
          <a:xfrm>
            <a:off x="835213" y="3010385"/>
            <a:ext cx="2214000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1</a:t>
            </a:r>
          </a:p>
        </p:txBody>
      </p:sp>
      <p:sp>
        <p:nvSpPr>
          <p:cNvPr id="879" name="Google Shape;879;p37"/>
          <p:cNvSpPr txBox="1">
            <a:spLocks noGrp="1"/>
          </p:cNvSpPr>
          <p:nvPr>
            <p:ph type="body" idx="5"/>
          </p:nvPr>
        </p:nvSpPr>
        <p:spPr>
          <a:xfrm>
            <a:off x="6094778" y="3508236"/>
            <a:ext cx="2214000" cy="760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 dirty="0">
                <a:solidFill>
                  <a:schemeClr val="tx1"/>
                </a:solidFill>
                <a:latin typeface="montserrat" panose="00000500000000000000" pitchFamily="2" charset="0"/>
              </a:rPr>
              <a:t>Kết luận &amp; hướng phát triển</a:t>
            </a:r>
            <a:endParaRPr sz="17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880" name="Google Shape;880;p37"/>
          <p:cNvSpPr txBox="1">
            <a:spLocks noGrp="1"/>
          </p:cNvSpPr>
          <p:nvPr>
            <p:ph type="title" idx="6"/>
          </p:nvPr>
        </p:nvSpPr>
        <p:spPr>
          <a:xfrm>
            <a:off x="6094778" y="3010385"/>
            <a:ext cx="2214000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B6FA24-5318-C9EC-11FD-F46A8E50BA84}"/>
              </a:ext>
            </a:extLst>
          </p:cNvPr>
          <p:cNvGrpSpPr/>
          <p:nvPr/>
        </p:nvGrpSpPr>
        <p:grpSpPr>
          <a:xfrm>
            <a:off x="3896044" y="1583579"/>
            <a:ext cx="1351908" cy="1351908"/>
            <a:chOff x="6716825" y="1784300"/>
            <a:chExt cx="1351908" cy="1351908"/>
          </a:xfrm>
        </p:grpSpPr>
        <p:sp>
          <p:nvSpPr>
            <p:cNvPr id="883" name="Google Shape;883;p37"/>
            <p:cNvSpPr/>
            <p:nvPr/>
          </p:nvSpPr>
          <p:spPr>
            <a:xfrm>
              <a:off x="6716825" y="1784300"/>
              <a:ext cx="1351908" cy="13519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884" name="Google Shape;884;p37"/>
            <p:cNvGrpSpPr/>
            <p:nvPr/>
          </p:nvGrpSpPr>
          <p:grpSpPr>
            <a:xfrm>
              <a:off x="6946834" y="1967144"/>
              <a:ext cx="891889" cy="954906"/>
              <a:chOff x="7055134" y="2919170"/>
              <a:chExt cx="290321" cy="310820"/>
            </a:xfrm>
          </p:grpSpPr>
          <p:sp>
            <p:nvSpPr>
              <p:cNvPr id="885" name="Google Shape;885;p37"/>
              <p:cNvSpPr/>
              <p:nvPr/>
            </p:nvSpPr>
            <p:spPr>
              <a:xfrm>
                <a:off x="7102497" y="2970989"/>
                <a:ext cx="191044" cy="259001"/>
              </a:xfrm>
              <a:custGeom>
                <a:avLst/>
                <a:gdLst/>
                <a:ahLst/>
                <a:cxnLst/>
                <a:rect l="l" t="t" r="r" b="b"/>
                <a:pathLst>
                  <a:path w="6002" h="8137" extrusionOk="0">
                    <a:moveTo>
                      <a:pt x="3097" y="314"/>
                    </a:moveTo>
                    <a:cubicBezTo>
                      <a:pt x="3739" y="314"/>
                      <a:pt x="4347" y="552"/>
                      <a:pt x="4835" y="980"/>
                    </a:cubicBezTo>
                    <a:cubicBezTo>
                      <a:pt x="5394" y="1481"/>
                      <a:pt x="5716" y="2195"/>
                      <a:pt x="5716" y="2933"/>
                    </a:cubicBezTo>
                    <a:cubicBezTo>
                      <a:pt x="5704" y="3445"/>
                      <a:pt x="5549" y="3933"/>
                      <a:pt x="5287" y="4350"/>
                    </a:cubicBezTo>
                    <a:cubicBezTo>
                      <a:pt x="5013" y="4767"/>
                      <a:pt x="4644" y="5100"/>
                      <a:pt x="4204" y="5302"/>
                    </a:cubicBezTo>
                    <a:cubicBezTo>
                      <a:pt x="3930" y="5433"/>
                      <a:pt x="3751" y="5719"/>
                      <a:pt x="3751" y="6029"/>
                    </a:cubicBezTo>
                    <a:lnTo>
                      <a:pt x="3751" y="6207"/>
                    </a:lnTo>
                    <a:lnTo>
                      <a:pt x="2430" y="6207"/>
                    </a:lnTo>
                    <a:lnTo>
                      <a:pt x="2430" y="6029"/>
                    </a:lnTo>
                    <a:cubicBezTo>
                      <a:pt x="2430" y="5719"/>
                      <a:pt x="2251" y="5433"/>
                      <a:pt x="1965" y="5302"/>
                    </a:cubicBezTo>
                    <a:cubicBezTo>
                      <a:pt x="942" y="4814"/>
                      <a:pt x="346" y="3731"/>
                      <a:pt x="489" y="2588"/>
                    </a:cubicBezTo>
                    <a:cubicBezTo>
                      <a:pt x="644" y="1421"/>
                      <a:pt x="1608" y="457"/>
                      <a:pt x="2799" y="326"/>
                    </a:cubicBezTo>
                    <a:cubicBezTo>
                      <a:pt x="2906" y="314"/>
                      <a:pt x="3013" y="314"/>
                      <a:pt x="3097" y="314"/>
                    </a:cubicBezTo>
                    <a:close/>
                    <a:moveTo>
                      <a:pt x="3728" y="6505"/>
                    </a:moveTo>
                    <a:lnTo>
                      <a:pt x="3739" y="7017"/>
                    </a:lnTo>
                    <a:cubicBezTo>
                      <a:pt x="3739" y="7100"/>
                      <a:pt x="3668" y="7195"/>
                      <a:pt x="3561" y="7195"/>
                    </a:cubicBezTo>
                    <a:lnTo>
                      <a:pt x="2573" y="7195"/>
                    </a:lnTo>
                    <a:cubicBezTo>
                      <a:pt x="2489" y="7195"/>
                      <a:pt x="2394" y="7124"/>
                      <a:pt x="2394" y="7017"/>
                    </a:cubicBezTo>
                    <a:lnTo>
                      <a:pt x="2394" y="6505"/>
                    </a:lnTo>
                    <a:close/>
                    <a:moveTo>
                      <a:pt x="3394" y="7469"/>
                    </a:moveTo>
                    <a:lnTo>
                      <a:pt x="3406" y="7648"/>
                    </a:lnTo>
                    <a:cubicBezTo>
                      <a:pt x="3406" y="7743"/>
                      <a:pt x="3335" y="7838"/>
                      <a:pt x="3228" y="7838"/>
                    </a:cubicBezTo>
                    <a:lnTo>
                      <a:pt x="2906" y="7838"/>
                    </a:lnTo>
                    <a:cubicBezTo>
                      <a:pt x="2811" y="7838"/>
                      <a:pt x="2727" y="7755"/>
                      <a:pt x="2727" y="7648"/>
                    </a:cubicBezTo>
                    <a:lnTo>
                      <a:pt x="2727" y="7469"/>
                    </a:lnTo>
                    <a:close/>
                    <a:moveTo>
                      <a:pt x="3056" y="0"/>
                    </a:moveTo>
                    <a:cubicBezTo>
                      <a:pt x="2951" y="0"/>
                      <a:pt x="2845" y="6"/>
                      <a:pt x="2739" y="16"/>
                    </a:cubicBezTo>
                    <a:cubicBezTo>
                      <a:pt x="1418" y="171"/>
                      <a:pt x="322" y="1230"/>
                      <a:pt x="168" y="2552"/>
                    </a:cubicBezTo>
                    <a:cubicBezTo>
                      <a:pt x="1" y="3814"/>
                      <a:pt x="668" y="5040"/>
                      <a:pt x="1811" y="5564"/>
                    </a:cubicBezTo>
                    <a:cubicBezTo>
                      <a:pt x="1977" y="5648"/>
                      <a:pt x="2096" y="5826"/>
                      <a:pt x="2096" y="6017"/>
                    </a:cubicBezTo>
                    <a:lnTo>
                      <a:pt x="2096" y="7005"/>
                    </a:lnTo>
                    <a:cubicBezTo>
                      <a:pt x="2096" y="7207"/>
                      <a:pt x="2239" y="7386"/>
                      <a:pt x="2430" y="7457"/>
                    </a:cubicBezTo>
                    <a:lnTo>
                      <a:pt x="2430" y="7648"/>
                    </a:lnTo>
                    <a:cubicBezTo>
                      <a:pt x="2430" y="7922"/>
                      <a:pt x="2632" y="8136"/>
                      <a:pt x="2906" y="8136"/>
                    </a:cubicBezTo>
                    <a:lnTo>
                      <a:pt x="3228" y="8136"/>
                    </a:lnTo>
                    <a:cubicBezTo>
                      <a:pt x="3501" y="8136"/>
                      <a:pt x="3704" y="7922"/>
                      <a:pt x="3704" y="7648"/>
                    </a:cubicBezTo>
                    <a:lnTo>
                      <a:pt x="3704" y="7457"/>
                    </a:lnTo>
                    <a:cubicBezTo>
                      <a:pt x="3906" y="7398"/>
                      <a:pt x="4037" y="7219"/>
                      <a:pt x="4037" y="7005"/>
                    </a:cubicBezTo>
                    <a:lnTo>
                      <a:pt x="4037" y="6017"/>
                    </a:lnTo>
                    <a:cubicBezTo>
                      <a:pt x="4037" y="5826"/>
                      <a:pt x="4144" y="5648"/>
                      <a:pt x="4323" y="5564"/>
                    </a:cubicBezTo>
                    <a:cubicBezTo>
                      <a:pt x="4811" y="5326"/>
                      <a:pt x="5228" y="4969"/>
                      <a:pt x="5537" y="4517"/>
                    </a:cubicBezTo>
                    <a:cubicBezTo>
                      <a:pt x="5847" y="4040"/>
                      <a:pt x="6002" y="3481"/>
                      <a:pt x="6002" y="2921"/>
                    </a:cubicBezTo>
                    <a:cubicBezTo>
                      <a:pt x="6002" y="2100"/>
                      <a:pt x="5644" y="1302"/>
                      <a:pt x="5037" y="754"/>
                    </a:cubicBezTo>
                    <a:cubicBezTo>
                      <a:pt x="4485" y="254"/>
                      <a:pt x="3788" y="0"/>
                      <a:pt x="305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86" name="Google Shape;886;p37"/>
              <p:cNvSpPr/>
              <p:nvPr/>
            </p:nvSpPr>
            <p:spPr>
              <a:xfrm>
                <a:off x="7304872" y="3059413"/>
                <a:ext cx="40583" cy="9485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298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38"/>
                      <a:pt x="72" y="298"/>
                      <a:pt x="144" y="298"/>
                    </a:cubicBezTo>
                    <a:lnTo>
                      <a:pt x="1132" y="298"/>
                    </a:lnTo>
                    <a:cubicBezTo>
                      <a:pt x="1215" y="298"/>
                      <a:pt x="1275" y="215"/>
                      <a:pt x="1275" y="143"/>
                    </a:cubicBezTo>
                    <a:cubicBezTo>
                      <a:pt x="1275" y="72"/>
                      <a:pt x="1203" y="0"/>
                      <a:pt x="113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87" name="Google Shape;887;p37"/>
              <p:cNvSpPr/>
              <p:nvPr/>
            </p:nvSpPr>
            <p:spPr>
              <a:xfrm>
                <a:off x="7055134" y="3059413"/>
                <a:ext cx="41347" cy="9485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98" extrusionOk="0">
                    <a:moveTo>
                      <a:pt x="155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38"/>
                      <a:pt x="72" y="298"/>
                      <a:pt x="155" y="298"/>
                    </a:cubicBezTo>
                    <a:lnTo>
                      <a:pt x="1132" y="298"/>
                    </a:lnTo>
                    <a:cubicBezTo>
                      <a:pt x="1215" y="298"/>
                      <a:pt x="1287" y="215"/>
                      <a:pt x="1287" y="143"/>
                    </a:cubicBezTo>
                    <a:cubicBezTo>
                      <a:pt x="1298" y="72"/>
                      <a:pt x="1227" y="0"/>
                      <a:pt x="113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88" name="Google Shape;888;p37"/>
              <p:cNvSpPr/>
              <p:nvPr/>
            </p:nvSpPr>
            <p:spPr>
              <a:xfrm>
                <a:off x="7195727" y="2919170"/>
                <a:ext cx="9517" cy="40583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275" extrusionOk="0">
                    <a:moveTo>
                      <a:pt x="156" y="1"/>
                    </a:moveTo>
                    <a:cubicBezTo>
                      <a:pt x="60" y="1"/>
                      <a:pt x="1" y="72"/>
                      <a:pt x="1" y="144"/>
                    </a:cubicBezTo>
                    <a:lnTo>
                      <a:pt x="1" y="1132"/>
                    </a:lnTo>
                    <a:cubicBezTo>
                      <a:pt x="1" y="1215"/>
                      <a:pt x="84" y="1275"/>
                      <a:pt x="156" y="1275"/>
                    </a:cubicBezTo>
                    <a:cubicBezTo>
                      <a:pt x="227" y="1275"/>
                      <a:pt x="299" y="1204"/>
                      <a:pt x="299" y="1132"/>
                    </a:cubicBezTo>
                    <a:lnTo>
                      <a:pt x="299" y="144"/>
                    </a:lnTo>
                    <a:cubicBezTo>
                      <a:pt x="299" y="72"/>
                      <a:pt x="227" y="1"/>
                      <a:pt x="15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89" name="Google Shape;889;p37"/>
              <p:cNvSpPr/>
              <p:nvPr/>
            </p:nvSpPr>
            <p:spPr>
              <a:xfrm>
                <a:off x="7185128" y="3007116"/>
                <a:ext cx="30334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2918" extrusionOk="0">
                    <a:moveTo>
                      <a:pt x="477" y="310"/>
                    </a:moveTo>
                    <a:cubicBezTo>
                      <a:pt x="512" y="310"/>
                      <a:pt x="560" y="334"/>
                      <a:pt x="596" y="357"/>
                    </a:cubicBezTo>
                    <a:cubicBezTo>
                      <a:pt x="620" y="393"/>
                      <a:pt x="632" y="429"/>
                      <a:pt x="632" y="476"/>
                    </a:cubicBezTo>
                    <a:lnTo>
                      <a:pt x="548" y="2608"/>
                    </a:lnTo>
                    <a:lnTo>
                      <a:pt x="405" y="2620"/>
                    </a:lnTo>
                    <a:cubicBezTo>
                      <a:pt x="405" y="2620"/>
                      <a:pt x="393" y="2620"/>
                      <a:pt x="393" y="2608"/>
                    </a:cubicBezTo>
                    <a:lnTo>
                      <a:pt x="310" y="476"/>
                    </a:lnTo>
                    <a:cubicBezTo>
                      <a:pt x="310" y="429"/>
                      <a:pt x="322" y="393"/>
                      <a:pt x="358" y="357"/>
                    </a:cubicBezTo>
                    <a:cubicBezTo>
                      <a:pt x="381" y="334"/>
                      <a:pt x="429" y="310"/>
                      <a:pt x="477" y="310"/>
                    </a:cubicBezTo>
                    <a:close/>
                    <a:moveTo>
                      <a:pt x="477" y="0"/>
                    </a:moveTo>
                    <a:cubicBezTo>
                      <a:pt x="334" y="0"/>
                      <a:pt x="215" y="48"/>
                      <a:pt x="131" y="155"/>
                    </a:cubicBezTo>
                    <a:cubicBezTo>
                      <a:pt x="36" y="238"/>
                      <a:pt x="0" y="357"/>
                      <a:pt x="0" y="488"/>
                    </a:cubicBezTo>
                    <a:lnTo>
                      <a:pt x="84" y="2620"/>
                    </a:lnTo>
                    <a:cubicBezTo>
                      <a:pt x="84" y="2786"/>
                      <a:pt x="239" y="2917"/>
                      <a:pt x="393" y="2917"/>
                    </a:cubicBezTo>
                    <a:lnTo>
                      <a:pt x="512" y="2917"/>
                    </a:lnTo>
                    <a:cubicBezTo>
                      <a:pt x="679" y="2917"/>
                      <a:pt x="822" y="2786"/>
                      <a:pt x="822" y="2620"/>
                    </a:cubicBezTo>
                    <a:lnTo>
                      <a:pt x="917" y="488"/>
                    </a:lnTo>
                    <a:cubicBezTo>
                      <a:pt x="953" y="369"/>
                      <a:pt x="905" y="238"/>
                      <a:pt x="810" y="155"/>
                    </a:cubicBezTo>
                    <a:cubicBezTo>
                      <a:pt x="727" y="60"/>
                      <a:pt x="608" y="0"/>
                      <a:pt x="47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0" name="Google Shape;890;p37"/>
              <p:cNvSpPr/>
              <p:nvPr/>
            </p:nvSpPr>
            <p:spPr>
              <a:xfrm>
                <a:off x="7187770" y="3111328"/>
                <a:ext cx="25814" cy="25814"/>
              </a:xfrm>
              <a:custGeom>
                <a:avLst/>
                <a:gdLst/>
                <a:ahLst/>
                <a:cxnLst/>
                <a:rect l="l" t="t" r="r" b="b"/>
                <a:pathLst>
                  <a:path w="811" h="811" extrusionOk="0">
                    <a:moveTo>
                      <a:pt x="406" y="310"/>
                    </a:moveTo>
                    <a:cubicBezTo>
                      <a:pt x="453" y="310"/>
                      <a:pt x="489" y="358"/>
                      <a:pt x="489" y="405"/>
                    </a:cubicBezTo>
                    <a:cubicBezTo>
                      <a:pt x="489" y="453"/>
                      <a:pt x="453" y="489"/>
                      <a:pt x="406" y="489"/>
                    </a:cubicBezTo>
                    <a:cubicBezTo>
                      <a:pt x="358" y="489"/>
                      <a:pt x="310" y="453"/>
                      <a:pt x="310" y="405"/>
                    </a:cubicBezTo>
                    <a:cubicBezTo>
                      <a:pt x="310" y="358"/>
                      <a:pt x="358" y="310"/>
                      <a:pt x="406" y="310"/>
                    </a:cubicBezTo>
                    <a:close/>
                    <a:moveTo>
                      <a:pt x="406" y="0"/>
                    </a:moveTo>
                    <a:cubicBezTo>
                      <a:pt x="179" y="0"/>
                      <a:pt x="1" y="179"/>
                      <a:pt x="1" y="405"/>
                    </a:cubicBezTo>
                    <a:cubicBezTo>
                      <a:pt x="1" y="631"/>
                      <a:pt x="179" y="810"/>
                      <a:pt x="406" y="810"/>
                    </a:cubicBezTo>
                    <a:cubicBezTo>
                      <a:pt x="632" y="810"/>
                      <a:pt x="810" y="631"/>
                      <a:pt x="810" y="405"/>
                    </a:cubicBezTo>
                    <a:cubicBezTo>
                      <a:pt x="787" y="179"/>
                      <a:pt x="608" y="0"/>
                      <a:pt x="40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1" name="Google Shape;891;p37"/>
              <p:cNvSpPr/>
              <p:nvPr/>
            </p:nvSpPr>
            <p:spPr>
              <a:xfrm>
                <a:off x="7249552" y="2951477"/>
                <a:ext cx="18971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596" h="725" extrusionOk="0">
                    <a:moveTo>
                      <a:pt x="417" y="0"/>
                    </a:moveTo>
                    <a:cubicBezTo>
                      <a:pt x="362" y="0"/>
                      <a:pt x="307" y="32"/>
                      <a:pt x="274" y="81"/>
                    </a:cubicBezTo>
                    <a:lnTo>
                      <a:pt x="36" y="498"/>
                    </a:lnTo>
                    <a:cubicBezTo>
                      <a:pt x="1" y="570"/>
                      <a:pt x="24" y="665"/>
                      <a:pt x="96" y="700"/>
                    </a:cubicBezTo>
                    <a:cubicBezTo>
                      <a:pt x="132" y="724"/>
                      <a:pt x="143" y="724"/>
                      <a:pt x="179" y="724"/>
                    </a:cubicBezTo>
                    <a:cubicBezTo>
                      <a:pt x="239" y="724"/>
                      <a:pt x="274" y="689"/>
                      <a:pt x="310" y="641"/>
                    </a:cubicBezTo>
                    <a:lnTo>
                      <a:pt x="548" y="224"/>
                    </a:lnTo>
                    <a:cubicBezTo>
                      <a:pt x="596" y="153"/>
                      <a:pt x="560" y="69"/>
                      <a:pt x="489" y="22"/>
                    </a:cubicBezTo>
                    <a:cubicBezTo>
                      <a:pt x="466" y="7"/>
                      <a:pt x="442" y="0"/>
                      <a:pt x="41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2" name="Google Shape;892;p37"/>
              <p:cNvSpPr/>
              <p:nvPr/>
            </p:nvSpPr>
            <p:spPr>
              <a:xfrm>
                <a:off x="7132831" y="3153852"/>
                <a:ext cx="18589" cy="2269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713" extrusionOk="0">
                    <a:moveTo>
                      <a:pt x="419" y="0"/>
                    </a:moveTo>
                    <a:cubicBezTo>
                      <a:pt x="368" y="0"/>
                      <a:pt x="319" y="32"/>
                      <a:pt x="286" y="81"/>
                    </a:cubicBezTo>
                    <a:lnTo>
                      <a:pt x="48" y="498"/>
                    </a:lnTo>
                    <a:cubicBezTo>
                      <a:pt x="0" y="569"/>
                      <a:pt x="36" y="665"/>
                      <a:pt x="108" y="700"/>
                    </a:cubicBezTo>
                    <a:cubicBezTo>
                      <a:pt x="131" y="712"/>
                      <a:pt x="155" y="712"/>
                      <a:pt x="179" y="712"/>
                    </a:cubicBezTo>
                    <a:cubicBezTo>
                      <a:pt x="239" y="712"/>
                      <a:pt x="286" y="689"/>
                      <a:pt x="310" y="641"/>
                    </a:cubicBezTo>
                    <a:lnTo>
                      <a:pt x="548" y="224"/>
                    </a:lnTo>
                    <a:cubicBezTo>
                      <a:pt x="584" y="153"/>
                      <a:pt x="572" y="69"/>
                      <a:pt x="489" y="22"/>
                    </a:cubicBezTo>
                    <a:cubicBezTo>
                      <a:pt x="466" y="7"/>
                      <a:pt x="443" y="0"/>
                      <a:pt x="4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3" name="Google Shape;893;p37"/>
              <p:cNvSpPr/>
              <p:nvPr/>
            </p:nvSpPr>
            <p:spPr>
              <a:xfrm>
                <a:off x="7132449" y="2951477"/>
                <a:ext cx="18971" cy="23077"/>
              </a:xfrm>
              <a:custGeom>
                <a:avLst/>
                <a:gdLst/>
                <a:ahLst/>
                <a:cxnLst/>
                <a:rect l="l" t="t" r="r" b="b"/>
                <a:pathLst>
                  <a:path w="596" h="725" extrusionOk="0">
                    <a:moveTo>
                      <a:pt x="177" y="0"/>
                    </a:moveTo>
                    <a:cubicBezTo>
                      <a:pt x="154" y="0"/>
                      <a:pt x="130" y="7"/>
                      <a:pt x="108" y="22"/>
                    </a:cubicBezTo>
                    <a:cubicBezTo>
                      <a:pt x="24" y="69"/>
                      <a:pt x="1" y="153"/>
                      <a:pt x="48" y="236"/>
                    </a:cubicBezTo>
                    <a:lnTo>
                      <a:pt x="274" y="653"/>
                    </a:lnTo>
                    <a:cubicBezTo>
                      <a:pt x="310" y="689"/>
                      <a:pt x="358" y="724"/>
                      <a:pt x="417" y="724"/>
                    </a:cubicBezTo>
                    <a:cubicBezTo>
                      <a:pt x="441" y="724"/>
                      <a:pt x="477" y="724"/>
                      <a:pt x="489" y="712"/>
                    </a:cubicBezTo>
                    <a:cubicBezTo>
                      <a:pt x="584" y="665"/>
                      <a:pt x="596" y="570"/>
                      <a:pt x="548" y="498"/>
                    </a:cubicBezTo>
                    <a:lnTo>
                      <a:pt x="310" y="81"/>
                    </a:lnTo>
                    <a:cubicBezTo>
                      <a:pt x="277" y="32"/>
                      <a:pt x="228" y="0"/>
                      <a:pt x="17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4" name="Google Shape;894;p37"/>
              <p:cNvSpPr/>
              <p:nvPr/>
            </p:nvSpPr>
            <p:spPr>
              <a:xfrm>
                <a:off x="7249552" y="3153852"/>
                <a:ext cx="18971" cy="22695"/>
              </a:xfrm>
              <a:custGeom>
                <a:avLst/>
                <a:gdLst/>
                <a:ahLst/>
                <a:cxnLst/>
                <a:rect l="l" t="t" r="r" b="b"/>
                <a:pathLst>
                  <a:path w="596" h="713" extrusionOk="0">
                    <a:moveTo>
                      <a:pt x="173" y="0"/>
                    </a:moveTo>
                    <a:cubicBezTo>
                      <a:pt x="148" y="0"/>
                      <a:pt x="122" y="7"/>
                      <a:pt x="96" y="22"/>
                    </a:cubicBezTo>
                    <a:cubicBezTo>
                      <a:pt x="24" y="69"/>
                      <a:pt x="1" y="153"/>
                      <a:pt x="36" y="224"/>
                    </a:cubicBezTo>
                    <a:lnTo>
                      <a:pt x="274" y="641"/>
                    </a:lnTo>
                    <a:cubicBezTo>
                      <a:pt x="310" y="689"/>
                      <a:pt x="358" y="712"/>
                      <a:pt x="417" y="712"/>
                    </a:cubicBezTo>
                    <a:cubicBezTo>
                      <a:pt x="441" y="712"/>
                      <a:pt x="477" y="712"/>
                      <a:pt x="489" y="700"/>
                    </a:cubicBezTo>
                    <a:cubicBezTo>
                      <a:pt x="560" y="665"/>
                      <a:pt x="596" y="569"/>
                      <a:pt x="548" y="498"/>
                    </a:cubicBezTo>
                    <a:lnTo>
                      <a:pt x="310" y="81"/>
                    </a:lnTo>
                    <a:cubicBezTo>
                      <a:pt x="277" y="32"/>
                      <a:pt x="228" y="0"/>
                      <a:pt x="173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5" name="Google Shape;895;p37"/>
              <p:cNvSpPr/>
              <p:nvPr/>
            </p:nvSpPr>
            <p:spPr>
              <a:xfrm>
                <a:off x="7289721" y="3113969"/>
                <a:ext cx="24286" cy="17093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37" extrusionOk="0">
                    <a:moveTo>
                      <a:pt x="172" y="0"/>
                    </a:moveTo>
                    <a:cubicBezTo>
                      <a:pt x="121" y="0"/>
                      <a:pt x="72" y="29"/>
                      <a:pt x="48" y="84"/>
                    </a:cubicBezTo>
                    <a:cubicBezTo>
                      <a:pt x="1" y="156"/>
                      <a:pt x="24" y="239"/>
                      <a:pt x="108" y="287"/>
                    </a:cubicBezTo>
                    <a:lnTo>
                      <a:pt x="524" y="525"/>
                    </a:lnTo>
                    <a:cubicBezTo>
                      <a:pt x="548" y="537"/>
                      <a:pt x="560" y="537"/>
                      <a:pt x="596" y="537"/>
                    </a:cubicBezTo>
                    <a:cubicBezTo>
                      <a:pt x="655" y="537"/>
                      <a:pt x="703" y="513"/>
                      <a:pt x="727" y="465"/>
                    </a:cubicBezTo>
                    <a:cubicBezTo>
                      <a:pt x="763" y="394"/>
                      <a:pt x="739" y="310"/>
                      <a:pt x="667" y="263"/>
                    </a:cubicBezTo>
                    <a:lnTo>
                      <a:pt x="251" y="25"/>
                    </a:lnTo>
                    <a:cubicBezTo>
                      <a:pt x="226" y="8"/>
                      <a:pt x="199" y="0"/>
                      <a:pt x="17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6" name="Google Shape;896;p37"/>
              <p:cNvSpPr/>
              <p:nvPr/>
            </p:nvSpPr>
            <p:spPr>
              <a:xfrm>
                <a:off x="7086964" y="2996931"/>
                <a:ext cx="24668" cy="17411"/>
              </a:xfrm>
              <a:custGeom>
                <a:avLst/>
                <a:gdLst/>
                <a:ahLst/>
                <a:cxnLst/>
                <a:rect l="l" t="t" r="r" b="b"/>
                <a:pathLst>
                  <a:path w="775" h="547" extrusionOk="0">
                    <a:moveTo>
                      <a:pt x="179" y="1"/>
                    </a:moveTo>
                    <a:cubicBezTo>
                      <a:pt x="125" y="1"/>
                      <a:pt x="73" y="33"/>
                      <a:pt x="48" y="82"/>
                    </a:cubicBezTo>
                    <a:cubicBezTo>
                      <a:pt x="1" y="154"/>
                      <a:pt x="25" y="249"/>
                      <a:pt x="108" y="285"/>
                    </a:cubicBezTo>
                    <a:lnTo>
                      <a:pt x="525" y="535"/>
                    </a:lnTo>
                    <a:cubicBezTo>
                      <a:pt x="548" y="546"/>
                      <a:pt x="560" y="546"/>
                      <a:pt x="596" y="546"/>
                    </a:cubicBezTo>
                    <a:cubicBezTo>
                      <a:pt x="656" y="546"/>
                      <a:pt x="703" y="511"/>
                      <a:pt x="727" y="475"/>
                    </a:cubicBezTo>
                    <a:cubicBezTo>
                      <a:pt x="775" y="415"/>
                      <a:pt x="739" y="308"/>
                      <a:pt x="668" y="261"/>
                    </a:cubicBezTo>
                    <a:lnTo>
                      <a:pt x="251" y="23"/>
                    </a:lnTo>
                    <a:cubicBezTo>
                      <a:pt x="228" y="8"/>
                      <a:pt x="204" y="1"/>
                      <a:pt x="17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7" name="Google Shape;897;p37"/>
              <p:cNvSpPr/>
              <p:nvPr/>
            </p:nvSpPr>
            <p:spPr>
              <a:xfrm>
                <a:off x="7289339" y="2996931"/>
                <a:ext cx="24668" cy="17411"/>
              </a:xfrm>
              <a:custGeom>
                <a:avLst/>
                <a:gdLst/>
                <a:ahLst/>
                <a:cxnLst/>
                <a:rect l="l" t="t" r="r" b="b"/>
                <a:pathLst>
                  <a:path w="775" h="547" extrusionOk="0">
                    <a:moveTo>
                      <a:pt x="590" y="1"/>
                    </a:moveTo>
                    <a:cubicBezTo>
                      <a:pt x="565" y="1"/>
                      <a:pt x="539" y="8"/>
                      <a:pt x="513" y="23"/>
                    </a:cubicBezTo>
                    <a:lnTo>
                      <a:pt x="96" y="261"/>
                    </a:lnTo>
                    <a:cubicBezTo>
                      <a:pt x="25" y="308"/>
                      <a:pt x="1" y="392"/>
                      <a:pt x="36" y="475"/>
                    </a:cubicBezTo>
                    <a:cubicBezTo>
                      <a:pt x="72" y="511"/>
                      <a:pt x="108" y="546"/>
                      <a:pt x="179" y="546"/>
                    </a:cubicBezTo>
                    <a:cubicBezTo>
                      <a:pt x="203" y="546"/>
                      <a:pt x="239" y="546"/>
                      <a:pt x="251" y="535"/>
                    </a:cubicBezTo>
                    <a:lnTo>
                      <a:pt x="667" y="285"/>
                    </a:lnTo>
                    <a:cubicBezTo>
                      <a:pt x="751" y="249"/>
                      <a:pt x="775" y="154"/>
                      <a:pt x="727" y="82"/>
                    </a:cubicBezTo>
                    <a:cubicBezTo>
                      <a:pt x="694" y="33"/>
                      <a:pt x="645" y="1"/>
                      <a:pt x="590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898" name="Google Shape;898;p37"/>
              <p:cNvSpPr/>
              <p:nvPr/>
            </p:nvSpPr>
            <p:spPr>
              <a:xfrm>
                <a:off x="7086964" y="3113587"/>
                <a:ext cx="24668" cy="17093"/>
              </a:xfrm>
              <a:custGeom>
                <a:avLst/>
                <a:gdLst/>
                <a:ahLst/>
                <a:cxnLst/>
                <a:rect l="l" t="t" r="r" b="b"/>
                <a:pathLst>
                  <a:path w="775" h="537" extrusionOk="0">
                    <a:moveTo>
                      <a:pt x="597" y="0"/>
                    </a:moveTo>
                    <a:cubicBezTo>
                      <a:pt x="570" y="0"/>
                      <a:pt x="541" y="8"/>
                      <a:pt x="513" y="25"/>
                    </a:cubicBezTo>
                    <a:lnTo>
                      <a:pt x="108" y="263"/>
                    </a:lnTo>
                    <a:cubicBezTo>
                      <a:pt x="25" y="299"/>
                      <a:pt x="1" y="394"/>
                      <a:pt x="36" y="465"/>
                    </a:cubicBezTo>
                    <a:cubicBezTo>
                      <a:pt x="72" y="513"/>
                      <a:pt x="120" y="537"/>
                      <a:pt x="179" y="537"/>
                    </a:cubicBezTo>
                    <a:cubicBezTo>
                      <a:pt x="203" y="537"/>
                      <a:pt x="239" y="537"/>
                      <a:pt x="251" y="525"/>
                    </a:cubicBezTo>
                    <a:lnTo>
                      <a:pt x="668" y="287"/>
                    </a:lnTo>
                    <a:cubicBezTo>
                      <a:pt x="739" y="263"/>
                      <a:pt x="775" y="156"/>
                      <a:pt x="727" y="84"/>
                    </a:cubicBezTo>
                    <a:cubicBezTo>
                      <a:pt x="696" y="29"/>
                      <a:pt x="649" y="0"/>
                      <a:pt x="5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A8B4885-BFB7-91FF-6578-045475C91346}"/>
              </a:ext>
            </a:extLst>
          </p:cNvPr>
          <p:cNvGrpSpPr/>
          <p:nvPr/>
        </p:nvGrpSpPr>
        <p:grpSpPr>
          <a:xfrm>
            <a:off x="1305277" y="1583579"/>
            <a:ext cx="1351908" cy="1351908"/>
            <a:chOff x="1457275" y="1784300"/>
            <a:chExt cx="1351908" cy="1351908"/>
          </a:xfrm>
        </p:grpSpPr>
        <p:sp>
          <p:nvSpPr>
            <p:cNvPr id="881" name="Google Shape;881;p37"/>
            <p:cNvSpPr/>
            <p:nvPr/>
          </p:nvSpPr>
          <p:spPr>
            <a:xfrm>
              <a:off x="1457275" y="1784300"/>
              <a:ext cx="1351908" cy="13519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1"/>
                </a:solidFill>
              </a:endParaRPr>
            </a:p>
          </p:txBody>
        </p:sp>
        <p:grpSp>
          <p:nvGrpSpPr>
            <p:cNvPr id="899" name="Google Shape;899;p37"/>
            <p:cNvGrpSpPr/>
            <p:nvPr/>
          </p:nvGrpSpPr>
          <p:grpSpPr>
            <a:xfrm>
              <a:off x="1667932" y="2106935"/>
              <a:ext cx="942811" cy="706637"/>
              <a:chOff x="1817317" y="2480330"/>
              <a:chExt cx="350958" cy="263043"/>
            </a:xfrm>
          </p:grpSpPr>
          <p:sp>
            <p:nvSpPr>
              <p:cNvPr id="900" name="Google Shape;900;p37"/>
              <p:cNvSpPr/>
              <p:nvPr/>
            </p:nvSpPr>
            <p:spPr>
              <a:xfrm>
                <a:off x="1817317" y="2480330"/>
                <a:ext cx="350958" cy="191426"/>
              </a:xfrm>
              <a:custGeom>
                <a:avLst/>
                <a:gdLst/>
                <a:ahLst/>
                <a:cxnLst/>
                <a:rect l="l" t="t" r="r" b="b"/>
                <a:pathLst>
                  <a:path w="11026" h="6014" extrusionOk="0">
                    <a:moveTo>
                      <a:pt x="4477" y="1"/>
                    </a:moveTo>
                    <a:cubicBezTo>
                      <a:pt x="3918" y="1"/>
                      <a:pt x="3382" y="179"/>
                      <a:pt x="2917" y="524"/>
                    </a:cubicBezTo>
                    <a:cubicBezTo>
                      <a:pt x="2513" y="834"/>
                      <a:pt x="2203" y="1251"/>
                      <a:pt x="2036" y="1727"/>
                    </a:cubicBezTo>
                    <a:cubicBezTo>
                      <a:pt x="905" y="1787"/>
                      <a:pt x="0" y="2727"/>
                      <a:pt x="0" y="3870"/>
                    </a:cubicBezTo>
                    <a:cubicBezTo>
                      <a:pt x="0" y="5061"/>
                      <a:pt x="965" y="6013"/>
                      <a:pt x="2143" y="6013"/>
                    </a:cubicBezTo>
                    <a:lnTo>
                      <a:pt x="2917" y="6013"/>
                    </a:lnTo>
                    <a:cubicBezTo>
                      <a:pt x="3001" y="6013"/>
                      <a:pt x="3084" y="5942"/>
                      <a:pt x="3084" y="5847"/>
                    </a:cubicBezTo>
                    <a:cubicBezTo>
                      <a:pt x="3084" y="5763"/>
                      <a:pt x="3001" y="5692"/>
                      <a:pt x="2917" y="5692"/>
                    </a:cubicBezTo>
                    <a:lnTo>
                      <a:pt x="2143" y="5692"/>
                    </a:lnTo>
                    <a:cubicBezTo>
                      <a:pt x="1131" y="5692"/>
                      <a:pt x="310" y="4870"/>
                      <a:pt x="310" y="3858"/>
                    </a:cubicBezTo>
                    <a:cubicBezTo>
                      <a:pt x="310" y="2846"/>
                      <a:pt x="1131" y="2025"/>
                      <a:pt x="2132" y="2025"/>
                    </a:cubicBezTo>
                    <a:lnTo>
                      <a:pt x="2143" y="2025"/>
                    </a:lnTo>
                    <a:cubicBezTo>
                      <a:pt x="2215" y="2025"/>
                      <a:pt x="2274" y="1977"/>
                      <a:pt x="2286" y="1906"/>
                    </a:cubicBezTo>
                    <a:cubicBezTo>
                      <a:pt x="2429" y="1441"/>
                      <a:pt x="2703" y="1036"/>
                      <a:pt x="3096" y="739"/>
                    </a:cubicBezTo>
                    <a:cubicBezTo>
                      <a:pt x="3477" y="441"/>
                      <a:pt x="3953" y="286"/>
                      <a:pt x="4453" y="286"/>
                    </a:cubicBezTo>
                    <a:cubicBezTo>
                      <a:pt x="5239" y="286"/>
                      <a:pt x="5953" y="679"/>
                      <a:pt x="6370" y="1334"/>
                    </a:cubicBezTo>
                    <a:cubicBezTo>
                      <a:pt x="6412" y="1386"/>
                      <a:pt x="6471" y="1420"/>
                      <a:pt x="6533" y="1420"/>
                    </a:cubicBezTo>
                    <a:cubicBezTo>
                      <a:pt x="6542" y="1420"/>
                      <a:pt x="6551" y="1419"/>
                      <a:pt x="6561" y="1417"/>
                    </a:cubicBezTo>
                    <a:cubicBezTo>
                      <a:pt x="6751" y="1358"/>
                      <a:pt x="6954" y="1322"/>
                      <a:pt x="7144" y="1322"/>
                    </a:cubicBezTo>
                    <a:cubicBezTo>
                      <a:pt x="7942" y="1322"/>
                      <a:pt x="8644" y="1846"/>
                      <a:pt x="8882" y="2608"/>
                    </a:cubicBezTo>
                    <a:cubicBezTo>
                      <a:pt x="8918" y="2679"/>
                      <a:pt x="8978" y="2727"/>
                      <a:pt x="9061" y="2727"/>
                    </a:cubicBezTo>
                    <a:cubicBezTo>
                      <a:pt x="9121" y="2727"/>
                      <a:pt x="9168" y="2703"/>
                      <a:pt x="9228" y="2703"/>
                    </a:cubicBezTo>
                    <a:cubicBezTo>
                      <a:pt x="10049" y="2703"/>
                      <a:pt x="10704" y="3382"/>
                      <a:pt x="10704" y="4180"/>
                    </a:cubicBezTo>
                    <a:cubicBezTo>
                      <a:pt x="10704" y="4989"/>
                      <a:pt x="10025" y="5656"/>
                      <a:pt x="9228" y="5656"/>
                    </a:cubicBezTo>
                    <a:lnTo>
                      <a:pt x="8109" y="5656"/>
                    </a:lnTo>
                    <a:cubicBezTo>
                      <a:pt x="8025" y="5656"/>
                      <a:pt x="7942" y="5727"/>
                      <a:pt x="7942" y="5823"/>
                    </a:cubicBezTo>
                    <a:cubicBezTo>
                      <a:pt x="7942" y="5906"/>
                      <a:pt x="8025" y="5978"/>
                      <a:pt x="8109" y="5978"/>
                    </a:cubicBezTo>
                    <a:lnTo>
                      <a:pt x="9228" y="5978"/>
                    </a:lnTo>
                    <a:cubicBezTo>
                      <a:pt x="10228" y="5978"/>
                      <a:pt x="11026" y="5180"/>
                      <a:pt x="11026" y="4180"/>
                    </a:cubicBezTo>
                    <a:cubicBezTo>
                      <a:pt x="11026" y="3180"/>
                      <a:pt x="10204" y="2429"/>
                      <a:pt x="9228" y="2429"/>
                    </a:cubicBezTo>
                    <a:lnTo>
                      <a:pt x="9168" y="2429"/>
                    </a:lnTo>
                    <a:cubicBezTo>
                      <a:pt x="9013" y="2060"/>
                      <a:pt x="8763" y="1715"/>
                      <a:pt x="8442" y="1477"/>
                    </a:cubicBezTo>
                    <a:cubicBezTo>
                      <a:pt x="8061" y="1191"/>
                      <a:pt x="7620" y="1048"/>
                      <a:pt x="7156" y="1048"/>
                    </a:cubicBezTo>
                    <a:cubicBezTo>
                      <a:pt x="6966" y="1048"/>
                      <a:pt x="6787" y="1072"/>
                      <a:pt x="6596" y="1120"/>
                    </a:cubicBezTo>
                    <a:cubicBezTo>
                      <a:pt x="6096" y="417"/>
                      <a:pt x="5322" y="1"/>
                      <a:pt x="4477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01" name="Google Shape;901;p37"/>
              <p:cNvSpPr/>
              <p:nvPr/>
            </p:nvSpPr>
            <p:spPr>
              <a:xfrm>
                <a:off x="1926844" y="2568626"/>
                <a:ext cx="131140" cy="174747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5490" extrusionOk="0">
                    <a:moveTo>
                      <a:pt x="2417" y="322"/>
                    </a:moveTo>
                    <a:lnTo>
                      <a:pt x="2417" y="1370"/>
                    </a:lnTo>
                    <a:cubicBezTo>
                      <a:pt x="2417" y="1537"/>
                      <a:pt x="2572" y="1691"/>
                      <a:pt x="2751" y="1691"/>
                    </a:cubicBezTo>
                    <a:lnTo>
                      <a:pt x="3274" y="1691"/>
                    </a:lnTo>
                    <a:cubicBezTo>
                      <a:pt x="3358" y="1691"/>
                      <a:pt x="3429" y="1620"/>
                      <a:pt x="3429" y="1525"/>
                    </a:cubicBezTo>
                    <a:cubicBezTo>
                      <a:pt x="3429" y="1441"/>
                      <a:pt x="3358" y="1358"/>
                      <a:pt x="3274" y="1358"/>
                    </a:cubicBezTo>
                    <a:lnTo>
                      <a:pt x="2751" y="1358"/>
                    </a:lnTo>
                    <a:cubicBezTo>
                      <a:pt x="2751" y="1358"/>
                      <a:pt x="2727" y="1358"/>
                      <a:pt x="2727" y="1346"/>
                    </a:cubicBezTo>
                    <a:lnTo>
                      <a:pt x="2727" y="346"/>
                    </a:lnTo>
                    <a:lnTo>
                      <a:pt x="3751" y="1358"/>
                    </a:lnTo>
                    <a:cubicBezTo>
                      <a:pt x="3775" y="1394"/>
                      <a:pt x="3798" y="1441"/>
                      <a:pt x="3798" y="1501"/>
                    </a:cubicBezTo>
                    <a:lnTo>
                      <a:pt x="3798" y="5180"/>
                    </a:lnTo>
                    <a:lnTo>
                      <a:pt x="3810" y="5180"/>
                    </a:lnTo>
                    <a:lnTo>
                      <a:pt x="334" y="5192"/>
                    </a:lnTo>
                    <a:cubicBezTo>
                      <a:pt x="334" y="5192"/>
                      <a:pt x="322" y="5192"/>
                      <a:pt x="322" y="5180"/>
                    </a:cubicBezTo>
                    <a:lnTo>
                      <a:pt x="322" y="334"/>
                    </a:lnTo>
                    <a:cubicBezTo>
                      <a:pt x="322" y="334"/>
                      <a:pt x="322" y="322"/>
                      <a:pt x="334" y="322"/>
                    </a:cubicBezTo>
                    <a:close/>
                    <a:moveTo>
                      <a:pt x="322" y="1"/>
                    </a:moveTo>
                    <a:cubicBezTo>
                      <a:pt x="143" y="1"/>
                      <a:pt x="0" y="144"/>
                      <a:pt x="0" y="322"/>
                    </a:cubicBezTo>
                    <a:lnTo>
                      <a:pt x="0" y="5156"/>
                    </a:lnTo>
                    <a:cubicBezTo>
                      <a:pt x="0" y="5335"/>
                      <a:pt x="143" y="5489"/>
                      <a:pt x="322" y="5489"/>
                    </a:cubicBezTo>
                    <a:lnTo>
                      <a:pt x="3775" y="5489"/>
                    </a:lnTo>
                    <a:cubicBezTo>
                      <a:pt x="3953" y="5489"/>
                      <a:pt x="4108" y="5335"/>
                      <a:pt x="4108" y="5156"/>
                    </a:cubicBezTo>
                    <a:lnTo>
                      <a:pt x="4108" y="1501"/>
                    </a:lnTo>
                    <a:cubicBezTo>
                      <a:pt x="4120" y="1382"/>
                      <a:pt x="4072" y="1251"/>
                      <a:pt x="3965" y="1156"/>
                    </a:cubicBezTo>
                    <a:lnTo>
                      <a:pt x="2953" y="144"/>
                    </a:lnTo>
                    <a:cubicBezTo>
                      <a:pt x="2870" y="48"/>
                      <a:pt x="2739" y="1"/>
                      <a:pt x="259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02" name="Google Shape;902;p37"/>
              <p:cNvSpPr/>
              <p:nvPr/>
            </p:nvSpPr>
            <p:spPr>
              <a:xfrm>
                <a:off x="1965485" y="2639893"/>
                <a:ext cx="55002" cy="7088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2227" extrusionOk="0">
                    <a:moveTo>
                      <a:pt x="870" y="0"/>
                    </a:moveTo>
                    <a:cubicBezTo>
                      <a:pt x="822" y="0"/>
                      <a:pt x="775" y="36"/>
                      <a:pt x="751" y="60"/>
                    </a:cubicBezTo>
                    <a:lnTo>
                      <a:pt x="60" y="929"/>
                    </a:lnTo>
                    <a:cubicBezTo>
                      <a:pt x="1" y="1000"/>
                      <a:pt x="13" y="1107"/>
                      <a:pt x="84" y="1155"/>
                    </a:cubicBezTo>
                    <a:cubicBezTo>
                      <a:pt x="117" y="1178"/>
                      <a:pt x="151" y="1189"/>
                      <a:pt x="183" y="1189"/>
                    </a:cubicBezTo>
                    <a:cubicBezTo>
                      <a:pt x="234" y="1189"/>
                      <a:pt x="281" y="1163"/>
                      <a:pt x="310" y="1119"/>
                    </a:cubicBezTo>
                    <a:lnTo>
                      <a:pt x="715" y="619"/>
                    </a:lnTo>
                    <a:lnTo>
                      <a:pt x="715" y="2060"/>
                    </a:lnTo>
                    <a:cubicBezTo>
                      <a:pt x="715" y="2143"/>
                      <a:pt x="787" y="2227"/>
                      <a:pt x="882" y="2227"/>
                    </a:cubicBezTo>
                    <a:cubicBezTo>
                      <a:pt x="965" y="2227"/>
                      <a:pt x="1048" y="2143"/>
                      <a:pt x="1048" y="2060"/>
                    </a:cubicBezTo>
                    <a:lnTo>
                      <a:pt x="1048" y="619"/>
                    </a:lnTo>
                    <a:lnTo>
                      <a:pt x="1441" y="1119"/>
                    </a:lnTo>
                    <a:cubicBezTo>
                      <a:pt x="1477" y="1167"/>
                      <a:pt x="1513" y="1179"/>
                      <a:pt x="1560" y="1179"/>
                    </a:cubicBezTo>
                    <a:cubicBezTo>
                      <a:pt x="1596" y="1179"/>
                      <a:pt x="1644" y="1167"/>
                      <a:pt x="1668" y="1155"/>
                    </a:cubicBezTo>
                    <a:cubicBezTo>
                      <a:pt x="1715" y="1107"/>
                      <a:pt x="1727" y="1000"/>
                      <a:pt x="1668" y="929"/>
                    </a:cubicBezTo>
                    <a:lnTo>
                      <a:pt x="989" y="60"/>
                    </a:lnTo>
                    <a:cubicBezTo>
                      <a:pt x="953" y="24"/>
                      <a:pt x="906" y="0"/>
                      <a:pt x="87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03" name="Google Shape;903;p37"/>
              <p:cNvSpPr/>
              <p:nvPr/>
            </p:nvSpPr>
            <p:spPr>
              <a:xfrm>
                <a:off x="1965103" y="2503406"/>
                <a:ext cx="43989" cy="31162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979" extrusionOk="0">
                    <a:moveTo>
                      <a:pt x="181" y="0"/>
                    </a:moveTo>
                    <a:cubicBezTo>
                      <a:pt x="104" y="0"/>
                      <a:pt x="24" y="56"/>
                      <a:pt x="13" y="121"/>
                    </a:cubicBezTo>
                    <a:cubicBezTo>
                      <a:pt x="1" y="216"/>
                      <a:pt x="60" y="300"/>
                      <a:pt x="132" y="323"/>
                    </a:cubicBezTo>
                    <a:cubicBezTo>
                      <a:pt x="501" y="395"/>
                      <a:pt x="846" y="597"/>
                      <a:pt x="1072" y="919"/>
                    </a:cubicBezTo>
                    <a:cubicBezTo>
                      <a:pt x="1096" y="954"/>
                      <a:pt x="1144" y="978"/>
                      <a:pt x="1203" y="978"/>
                    </a:cubicBezTo>
                    <a:cubicBezTo>
                      <a:pt x="1227" y="978"/>
                      <a:pt x="1275" y="954"/>
                      <a:pt x="1310" y="942"/>
                    </a:cubicBezTo>
                    <a:cubicBezTo>
                      <a:pt x="1370" y="895"/>
                      <a:pt x="1382" y="800"/>
                      <a:pt x="1334" y="716"/>
                    </a:cubicBezTo>
                    <a:cubicBezTo>
                      <a:pt x="1060" y="347"/>
                      <a:pt x="656" y="97"/>
                      <a:pt x="203" y="2"/>
                    </a:cubicBezTo>
                    <a:cubicBezTo>
                      <a:pt x="196" y="1"/>
                      <a:pt x="189" y="0"/>
                      <a:pt x="18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04" name="Google Shape;904;p37"/>
              <p:cNvSpPr/>
              <p:nvPr/>
            </p:nvSpPr>
            <p:spPr>
              <a:xfrm>
                <a:off x="2052668" y="2537369"/>
                <a:ext cx="34504" cy="3017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948" extrusionOk="0">
                    <a:moveTo>
                      <a:pt x="194" y="0"/>
                    </a:moveTo>
                    <a:cubicBezTo>
                      <a:pt x="124" y="0"/>
                      <a:pt x="56" y="45"/>
                      <a:pt x="36" y="114"/>
                    </a:cubicBezTo>
                    <a:cubicBezTo>
                      <a:pt x="0" y="209"/>
                      <a:pt x="48" y="292"/>
                      <a:pt x="131" y="328"/>
                    </a:cubicBezTo>
                    <a:cubicBezTo>
                      <a:pt x="405" y="411"/>
                      <a:pt x="631" y="602"/>
                      <a:pt x="762" y="864"/>
                    </a:cubicBezTo>
                    <a:cubicBezTo>
                      <a:pt x="786" y="923"/>
                      <a:pt x="845" y="947"/>
                      <a:pt x="905" y="947"/>
                    </a:cubicBezTo>
                    <a:cubicBezTo>
                      <a:pt x="941" y="947"/>
                      <a:pt x="953" y="947"/>
                      <a:pt x="988" y="935"/>
                    </a:cubicBezTo>
                    <a:cubicBezTo>
                      <a:pt x="1060" y="887"/>
                      <a:pt x="1084" y="804"/>
                      <a:pt x="1048" y="709"/>
                    </a:cubicBezTo>
                    <a:cubicBezTo>
                      <a:pt x="869" y="387"/>
                      <a:pt x="584" y="149"/>
                      <a:pt x="238" y="6"/>
                    </a:cubicBezTo>
                    <a:cubicBezTo>
                      <a:pt x="224" y="2"/>
                      <a:pt x="209" y="0"/>
                      <a:pt x="19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898D334-7236-0AA8-CBE6-ACA7C352D307}"/>
              </a:ext>
            </a:extLst>
          </p:cNvPr>
          <p:cNvGrpSpPr/>
          <p:nvPr/>
        </p:nvGrpSpPr>
        <p:grpSpPr>
          <a:xfrm>
            <a:off x="6486811" y="1583579"/>
            <a:ext cx="1351908" cy="1351908"/>
            <a:chOff x="4087050" y="1784300"/>
            <a:chExt cx="1351908" cy="1351908"/>
          </a:xfrm>
        </p:grpSpPr>
        <p:sp>
          <p:nvSpPr>
            <p:cNvPr id="882" name="Google Shape;882;p37"/>
            <p:cNvSpPr/>
            <p:nvPr/>
          </p:nvSpPr>
          <p:spPr>
            <a:xfrm>
              <a:off x="4087050" y="1784300"/>
              <a:ext cx="1351908" cy="13519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905" name="Google Shape;905;p37"/>
            <p:cNvGrpSpPr/>
            <p:nvPr/>
          </p:nvGrpSpPr>
          <p:grpSpPr>
            <a:xfrm>
              <a:off x="4348186" y="2096864"/>
              <a:ext cx="878679" cy="744347"/>
              <a:chOff x="2770052" y="2009628"/>
              <a:chExt cx="327085" cy="277080"/>
            </a:xfrm>
          </p:grpSpPr>
          <p:sp>
            <p:nvSpPr>
              <p:cNvPr id="906" name="Google Shape;906;p37"/>
              <p:cNvSpPr/>
              <p:nvPr/>
            </p:nvSpPr>
            <p:spPr>
              <a:xfrm>
                <a:off x="2770052" y="2023537"/>
                <a:ext cx="327085" cy="263170"/>
              </a:xfrm>
              <a:custGeom>
                <a:avLst/>
                <a:gdLst/>
                <a:ahLst/>
                <a:cxnLst/>
                <a:rect l="l" t="t" r="r" b="b"/>
                <a:pathLst>
                  <a:path w="10276" h="8268" extrusionOk="0">
                    <a:moveTo>
                      <a:pt x="6251" y="2267"/>
                    </a:moveTo>
                    <a:lnTo>
                      <a:pt x="7061" y="2541"/>
                    </a:lnTo>
                    <a:cubicBezTo>
                      <a:pt x="7073" y="2544"/>
                      <a:pt x="7086" y="2545"/>
                      <a:pt x="7098" y="2545"/>
                    </a:cubicBezTo>
                    <a:cubicBezTo>
                      <a:pt x="7136" y="2545"/>
                      <a:pt x="7174" y="2532"/>
                      <a:pt x="7192" y="2505"/>
                    </a:cubicBezTo>
                    <a:lnTo>
                      <a:pt x="7454" y="2314"/>
                    </a:lnTo>
                    <a:lnTo>
                      <a:pt x="9240" y="4660"/>
                    </a:lnTo>
                    <a:lnTo>
                      <a:pt x="8978" y="4874"/>
                    </a:lnTo>
                    <a:cubicBezTo>
                      <a:pt x="8966" y="4862"/>
                      <a:pt x="8942" y="4839"/>
                      <a:pt x="8930" y="4839"/>
                    </a:cubicBezTo>
                    <a:lnTo>
                      <a:pt x="5811" y="3148"/>
                    </a:lnTo>
                    <a:lnTo>
                      <a:pt x="5930" y="2969"/>
                    </a:lnTo>
                    <a:cubicBezTo>
                      <a:pt x="5978" y="2898"/>
                      <a:pt x="5966" y="2803"/>
                      <a:pt x="5894" y="2755"/>
                    </a:cubicBezTo>
                    <a:cubicBezTo>
                      <a:pt x="5864" y="2742"/>
                      <a:pt x="5834" y="2735"/>
                      <a:pt x="5806" y="2735"/>
                    </a:cubicBezTo>
                    <a:cubicBezTo>
                      <a:pt x="5756" y="2735"/>
                      <a:pt x="5710" y="2757"/>
                      <a:pt x="5680" y="2803"/>
                    </a:cubicBezTo>
                    <a:lnTo>
                      <a:pt x="5358" y="3326"/>
                    </a:lnTo>
                    <a:cubicBezTo>
                      <a:pt x="5335" y="3350"/>
                      <a:pt x="5323" y="3374"/>
                      <a:pt x="5323" y="3398"/>
                    </a:cubicBezTo>
                    <a:lnTo>
                      <a:pt x="5323" y="4684"/>
                    </a:lnTo>
                    <a:cubicBezTo>
                      <a:pt x="5323" y="4946"/>
                      <a:pt x="5097" y="5172"/>
                      <a:pt x="4835" y="5172"/>
                    </a:cubicBezTo>
                    <a:cubicBezTo>
                      <a:pt x="4561" y="5172"/>
                      <a:pt x="4346" y="4946"/>
                      <a:pt x="4346" y="4684"/>
                    </a:cubicBezTo>
                    <a:lnTo>
                      <a:pt x="4346" y="3410"/>
                    </a:lnTo>
                    <a:lnTo>
                      <a:pt x="4620" y="2267"/>
                    </a:lnTo>
                    <a:close/>
                    <a:moveTo>
                      <a:pt x="2680" y="1767"/>
                    </a:moveTo>
                    <a:lnTo>
                      <a:pt x="2918" y="1898"/>
                    </a:lnTo>
                    <a:lnTo>
                      <a:pt x="941" y="5303"/>
                    </a:lnTo>
                    <a:lnTo>
                      <a:pt x="703" y="5172"/>
                    </a:lnTo>
                    <a:lnTo>
                      <a:pt x="2680" y="1767"/>
                    </a:lnTo>
                    <a:close/>
                    <a:moveTo>
                      <a:pt x="3180" y="4743"/>
                    </a:moveTo>
                    <a:cubicBezTo>
                      <a:pt x="3287" y="4743"/>
                      <a:pt x="3370" y="4779"/>
                      <a:pt x="3442" y="4874"/>
                    </a:cubicBezTo>
                    <a:cubicBezTo>
                      <a:pt x="3561" y="5017"/>
                      <a:pt x="3525" y="5231"/>
                      <a:pt x="3370" y="5339"/>
                    </a:cubicBezTo>
                    <a:lnTo>
                      <a:pt x="2322" y="6112"/>
                    </a:lnTo>
                    <a:cubicBezTo>
                      <a:pt x="2262" y="6150"/>
                      <a:pt x="2194" y="6169"/>
                      <a:pt x="2127" y="6169"/>
                    </a:cubicBezTo>
                    <a:cubicBezTo>
                      <a:pt x="2023" y="6169"/>
                      <a:pt x="1923" y="6123"/>
                      <a:pt x="1858" y="6029"/>
                    </a:cubicBezTo>
                    <a:cubicBezTo>
                      <a:pt x="1751" y="5886"/>
                      <a:pt x="1787" y="5672"/>
                      <a:pt x="1929" y="5565"/>
                    </a:cubicBezTo>
                    <a:lnTo>
                      <a:pt x="2989" y="4803"/>
                    </a:lnTo>
                    <a:cubicBezTo>
                      <a:pt x="3049" y="4755"/>
                      <a:pt x="3120" y="4743"/>
                      <a:pt x="3180" y="4743"/>
                    </a:cubicBezTo>
                    <a:close/>
                    <a:moveTo>
                      <a:pt x="3775" y="5493"/>
                    </a:moveTo>
                    <a:cubicBezTo>
                      <a:pt x="3870" y="5493"/>
                      <a:pt x="3954" y="5553"/>
                      <a:pt x="4013" y="5636"/>
                    </a:cubicBezTo>
                    <a:cubicBezTo>
                      <a:pt x="4132" y="5779"/>
                      <a:pt x="4085" y="5993"/>
                      <a:pt x="3942" y="6089"/>
                    </a:cubicBezTo>
                    <a:lnTo>
                      <a:pt x="3132" y="6708"/>
                    </a:lnTo>
                    <a:cubicBezTo>
                      <a:pt x="3076" y="6745"/>
                      <a:pt x="3013" y="6764"/>
                      <a:pt x="2949" y="6764"/>
                    </a:cubicBezTo>
                    <a:cubicBezTo>
                      <a:pt x="2851" y="6764"/>
                      <a:pt x="2752" y="6718"/>
                      <a:pt x="2680" y="6624"/>
                    </a:cubicBezTo>
                    <a:cubicBezTo>
                      <a:pt x="2572" y="6482"/>
                      <a:pt x="2596" y="6255"/>
                      <a:pt x="2751" y="6148"/>
                    </a:cubicBezTo>
                    <a:lnTo>
                      <a:pt x="3537" y="5589"/>
                    </a:lnTo>
                    <a:cubicBezTo>
                      <a:pt x="3573" y="5565"/>
                      <a:pt x="3596" y="5541"/>
                      <a:pt x="3620" y="5529"/>
                    </a:cubicBezTo>
                    <a:cubicBezTo>
                      <a:pt x="3668" y="5517"/>
                      <a:pt x="3715" y="5493"/>
                      <a:pt x="3775" y="5493"/>
                    </a:cubicBezTo>
                    <a:close/>
                    <a:moveTo>
                      <a:pt x="4359" y="6281"/>
                    </a:moveTo>
                    <a:cubicBezTo>
                      <a:pt x="4454" y="6281"/>
                      <a:pt x="4550" y="6321"/>
                      <a:pt x="4620" y="6398"/>
                    </a:cubicBezTo>
                    <a:cubicBezTo>
                      <a:pt x="4739" y="6553"/>
                      <a:pt x="4704" y="6755"/>
                      <a:pt x="4549" y="6863"/>
                    </a:cubicBezTo>
                    <a:lnTo>
                      <a:pt x="3954" y="7303"/>
                    </a:lnTo>
                    <a:cubicBezTo>
                      <a:pt x="3898" y="7331"/>
                      <a:pt x="3829" y="7358"/>
                      <a:pt x="3767" y="7358"/>
                    </a:cubicBezTo>
                    <a:cubicBezTo>
                      <a:pt x="3749" y="7358"/>
                      <a:pt x="3732" y="7356"/>
                      <a:pt x="3715" y="7351"/>
                    </a:cubicBezTo>
                    <a:cubicBezTo>
                      <a:pt x="3620" y="7339"/>
                      <a:pt x="3549" y="7303"/>
                      <a:pt x="3513" y="7220"/>
                    </a:cubicBezTo>
                    <a:cubicBezTo>
                      <a:pt x="3406" y="7077"/>
                      <a:pt x="3430" y="6863"/>
                      <a:pt x="3584" y="6755"/>
                    </a:cubicBezTo>
                    <a:lnTo>
                      <a:pt x="4144" y="6363"/>
                    </a:lnTo>
                    <a:lnTo>
                      <a:pt x="4168" y="6339"/>
                    </a:lnTo>
                    <a:cubicBezTo>
                      <a:pt x="4226" y="6300"/>
                      <a:pt x="4292" y="6281"/>
                      <a:pt x="4359" y="6281"/>
                    </a:cubicBezTo>
                    <a:close/>
                    <a:moveTo>
                      <a:pt x="2870" y="2553"/>
                    </a:moveTo>
                    <a:lnTo>
                      <a:pt x="3156" y="2707"/>
                    </a:lnTo>
                    <a:cubicBezTo>
                      <a:pt x="3173" y="2725"/>
                      <a:pt x="3197" y="2736"/>
                      <a:pt x="3218" y="2736"/>
                    </a:cubicBezTo>
                    <a:cubicBezTo>
                      <a:pt x="3226" y="2736"/>
                      <a:pt x="3233" y="2734"/>
                      <a:pt x="3239" y="2731"/>
                    </a:cubicBezTo>
                    <a:lnTo>
                      <a:pt x="3942" y="2636"/>
                    </a:lnTo>
                    <a:lnTo>
                      <a:pt x="4192" y="2743"/>
                    </a:lnTo>
                    <a:lnTo>
                      <a:pt x="4049" y="3338"/>
                    </a:lnTo>
                    <a:lnTo>
                      <a:pt x="4049" y="3362"/>
                    </a:lnTo>
                    <a:lnTo>
                      <a:pt x="4049" y="4648"/>
                    </a:lnTo>
                    <a:cubicBezTo>
                      <a:pt x="4049" y="5077"/>
                      <a:pt x="4406" y="5434"/>
                      <a:pt x="4835" y="5434"/>
                    </a:cubicBezTo>
                    <a:cubicBezTo>
                      <a:pt x="5263" y="5434"/>
                      <a:pt x="5620" y="5077"/>
                      <a:pt x="5620" y="4648"/>
                    </a:cubicBezTo>
                    <a:lnTo>
                      <a:pt x="5620" y="3410"/>
                    </a:lnTo>
                    <a:lnTo>
                      <a:pt x="5656" y="3362"/>
                    </a:lnTo>
                    <a:lnTo>
                      <a:pt x="8776" y="5065"/>
                    </a:lnTo>
                    <a:cubicBezTo>
                      <a:pt x="8942" y="5184"/>
                      <a:pt x="9002" y="5374"/>
                      <a:pt x="8907" y="5541"/>
                    </a:cubicBezTo>
                    <a:cubicBezTo>
                      <a:pt x="8850" y="5654"/>
                      <a:pt x="8745" y="5717"/>
                      <a:pt x="8631" y="5717"/>
                    </a:cubicBezTo>
                    <a:cubicBezTo>
                      <a:pt x="8576" y="5717"/>
                      <a:pt x="8520" y="5703"/>
                      <a:pt x="8466" y="5672"/>
                    </a:cubicBezTo>
                    <a:lnTo>
                      <a:pt x="6740" y="4743"/>
                    </a:lnTo>
                    <a:cubicBezTo>
                      <a:pt x="6711" y="4727"/>
                      <a:pt x="6682" y="4719"/>
                      <a:pt x="6655" y="4719"/>
                    </a:cubicBezTo>
                    <a:cubicBezTo>
                      <a:pt x="6603" y="4719"/>
                      <a:pt x="6557" y="4748"/>
                      <a:pt x="6525" y="4803"/>
                    </a:cubicBezTo>
                    <a:cubicBezTo>
                      <a:pt x="6490" y="4874"/>
                      <a:pt x="6513" y="4958"/>
                      <a:pt x="6585" y="5005"/>
                    </a:cubicBezTo>
                    <a:lnTo>
                      <a:pt x="8037" y="5791"/>
                    </a:lnTo>
                    <a:cubicBezTo>
                      <a:pt x="8192" y="5886"/>
                      <a:pt x="8252" y="6077"/>
                      <a:pt x="8168" y="6243"/>
                    </a:cubicBezTo>
                    <a:cubicBezTo>
                      <a:pt x="8104" y="6356"/>
                      <a:pt x="7996" y="6415"/>
                      <a:pt x="7881" y="6415"/>
                    </a:cubicBezTo>
                    <a:cubicBezTo>
                      <a:pt x="7826" y="6415"/>
                      <a:pt x="7770" y="6401"/>
                      <a:pt x="7716" y="6374"/>
                    </a:cubicBezTo>
                    <a:lnTo>
                      <a:pt x="6251" y="5565"/>
                    </a:lnTo>
                    <a:cubicBezTo>
                      <a:pt x="6226" y="5554"/>
                      <a:pt x="6200" y="5548"/>
                      <a:pt x="6175" y="5548"/>
                    </a:cubicBezTo>
                    <a:cubicBezTo>
                      <a:pt x="6120" y="5548"/>
                      <a:pt x="6070" y="5575"/>
                      <a:pt x="6037" y="5624"/>
                    </a:cubicBezTo>
                    <a:cubicBezTo>
                      <a:pt x="5990" y="5708"/>
                      <a:pt x="6025" y="5791"/>
                      <a:pt x="6097" y="5839"/>
                    </a:cubicBezTo>
                    <a:lnTo>
                      <a:pt x="7287" y="6493"/>
                    </a:lnTo>
                    <a:cubicBezTo>
                      <a:pt x="7454" y="6577"/>
                      <a:pt x="7514" y="6779"/>
                      <a:pt x="7418" y="6934"/>
                    </a:cubicBezTo>
                    <a:cubicBezTo>
                      <a:pt x="7360" y="7050"/>
                      <a:pt x="7250" y="7114"/>
                      <a:pt x="7132" y="7114"/>
                    </a:cubicBezTo>
                    <a:cubicBezTo>
                      <a:pt x="7081" y="7114"/>
                      <a:pt x="7028" y="7102"/>
                      <a:pt x="6978" y="7077"/>
                    </a:cubicBezTo>
                    <a:lnTo>
                      <a:pt x="5728" y="6386"/>
                    </a:lnTo>
                    <a:cubicBezTo>
                      <a:pt x="5705" y="6371"/>
                      <a:pt x="5680" y="6365"/>
                      <a:pt x="5655" y="6365"/>
                    </a:cubicBezTo>
                    <a:cubicBezTo>
                      <a:pt x="5601" y="6365"/>
                      <a:pt x="5546" y="6397"/>
                      <a:pt x="5513" y="6446"/>
                    </a:cubicBezTo>
                    <a:cubicBezTo>
                      <a:pt x="5478" y="6517"/>
                      <a:pt x="5501" y="6613"/>
                      <a:pt x="5573" y="6660"/>
                    </a:cubicBezTo>
                    <a:lnTo>
                      <a:pt x="6549" y="7172"/>
                    </a:lnTo>
                    <a:cubicBezTo>
                      <a:pt x="6704" y="7267"/>
                      <a:pt x="6763" y="7458"/>
                      <a:pt x="6680" y="7625"/>
                    </a:cubicBezTo>
                    <a:cubicBezTo>
                      <a:pt x="6616" y="7737"/>
                      <a:pt x="6508" y="7801"/>
                      <a:pt x="6393" y="7801"/>
                    </a:cubicBezTo>
                    <a:cubicBezTo>
                      <a:pt x="6338" y="7801"/>
                      <a:pt x="6282" y="7786"/>
                      <a:pt x="6228" y="7756"/>
                    </a:cubicBezTo>
                    <a:lnTo>
                      <a:pt x="5549" y="7386"/>
                    </a:lnTo>
                    <a:cubicBezTo>
                      <a:pt x="5549" y="7255"/>
                      <a:pt x="5501" y="7101"/>
                      <a:pt x="5406" y="6994"/>
                    </a:cubicBezTo>
                    <a:cubicBezTo>
                      <a:pt x="5299" y="6851"/>
                      <a:pt x="5132" y="6755"/>
                      <a:pt x="4954" y="6744"/>
                    </a:cubicBezTo>
                    <a:lnTo>
                      <a:pt x="4954" y="6696"/>
                    </a:lnTo>
                    <a:cubicBezTo>
                      <a:pt x="4977" y="6541"/>
                      <a:pt x="4930" y="6363"/>
                      <a:pt x="4835" y="6220"/>
                    </a:cubicBezTo>
                    <a:cubicBezTo>
                      <a:pt x="4716" y="6077"/>
                      <a:pt x="4549" y="5982"/>
                      <a:pt x="4370" y="5970"/>
                    </a:cubicBezTo>
                    <a:lnTo>
                      <a:pt x="4370" y="5922"/>
                    </a:lnTo>
                    <a:cubicBezTo>
                      <a:pt x="4406" y="5767"/>
                      <a:pt x="4358" y="5589"/>
                      <a:pt x="4251" y="5446"/>
                    </a:cubicBezTo>
                    <a:cubicBezTo>
                      <a:pt x="4132" y="5303"/>
                      <a:pt x="3965" y="5208"/>
                      <a:pt x="3787" y="5196"/>
                    </a:cubicBezTo>
                    <a:lnTo>
                      <a:pt x="3787" y="5148"/>
                    </a:lnTo>
                    <a:cubicBezTo>
                      <a:pt x="3823" y="4993"/>
                      <a:pt x="3775" y="4815"/>
                      <a:pt x="3668" y="4672"/>
                    </a:cubicBezTo>
                    <a:cubicBezTo>
                      <a:pt x="3547" y="4516"/>
                      <a:pt x="3359" y="4432"/>
                      <a:pt x="3172" y="4432"/>
                    </a:cubicBezTo>
                    <a:cubicBezTo>
                      <a:pt x="3044" y="4432"/>
                      <a:pt x="2917" y="4471"/>
                      <a:pt x="2811" y="4553"/>
                    </a:cubicBezTo>
                    <a:lnTo>
                      <a:pt x="1763" y="5315"/>
                    </a:lnTo>
                    <a:lnTo>
                      <a:pt x="1394" y="5112"/>
                    </a:lnTo>
                    <a:lnTo>
                      <a:pt x="2870" y="2553"/>
                    </a:lnTo>
                    <a:close/>
                    <a:moveTo>
                      <a:pt x="4936" y="7026"/>
                    </a:moveTo>
                    <a:cubicBezTo>
                      <a:pt x="5036" y="7026"/>
                      <a:pt x="5132" y="7070"/>
                      <a:pt x="5204" y="7148"/>
                    </a:cubicBezTo>
                    <a:cubicBezTo>
                      <a:pt x="5251" y="7244"/>
                      <a:pt x="5275" y="7315"/>
                      <a:pt x="5263" y="7398"/>
                    </a:cubicBezTo>
                    <a:cubicBezTo>
                      <a:pt x="5251" y="7494"/>
                      <a:pt x="5204" y="7565"/>
                      <a:pt x="5132" y="7625"/>
                    </a:cubicBezTo>
                    <a:lnTo>
                      <a:pt x="4787" y="7875"/>
                    </a:lnTo>
                    <a:cubicBezTo>
                      <a:pt x="4729" y="7918"/>
                      <a:pt x="4658" y="7940"/>
                      <a:pt x="4588" y="7940"/>
                    </a:cubicBezTo>
                    <a:cubicBezTo>
                      <a:pt x="4487" y="7940"/>
                      <a:pt x="4386" y="7895"/>
                      <a:pt x="4323" y="7803"/>
                    </a:cubicBezTo>
                    <a:cubicBezTo>
                      <a:pt x="4215" y="7660"/>
                      <a:pt x="4251" y="7446"/>
                      <a:pt x="4406" y="7339"/>
                    </a:cubicBezTo>
                    <a:lnTo>
                      <a:pt x="4727" y="7101"/>
                    </a:lnTo>
                    <a:lnTo>
                      <a:pt x="4739" y="7089"/>
                    </a:lnTo>
                    <a:cubicBezTo>
                      <a:pt x="4802" y="7046"/>
                      <a:pt x="4870" y="7026"/>
                      <a:pt x="4936" y="7026"/>
                    </a:cubicBezTo>
                    <a:close/>
                    <a:moveTo>
                      <a:pt x="180" y="0"/>
                    </a:moveTo>
                    <a:cubicBezTo>
                      <a:pt x="125" y="0"/>
                      <a:pt x="69" y="27"/>
                      <a:pt x="36" y="76"/>
                    </a:cubicBezTo>
                    <a:cubicBezTo>
                      <a:pt x="1" y="159"/>
                      <a:pt x="24" y="243"/>
                      <a:pt x="96" y="290"/>
                    </a:cubicBezTo>
                    <a:lnTo>
                      <a:pt x="2382" y="1600"/>
                    </a:lnTo>
                    <a:lnTo>
                      <a:pt x="405" y="5005"/>
                    </a:lnTo>
                    <a:lnTo>
                      <a:pt x="251" y="4922"/>
                    </a:lnTo>
                    <a:cubicBezTo>
                      <a:pt x="221" y="4905"/>
                      <a:pt x="192" y="4897"/>
                      <a:pt x="164" y="4897"/>
                    </a:cubicBezTo>
                    <a:cubicBezTo>
                      <a:pt x="113" y="4897"/>
                      <a:pt x="67" y="4923"/>
                      <a:pt x="36" y="4969"/>
                    </a:cubicBezTo>
                    <a:cubicBezTo>
                      <a:pt x="1" y="5053"/>
                      <a:pt x="24" y="5136"/>
                      <a:pt x="96" y="5184"/>
                    </a:cubicBezTo>
                    <a:lnTo>
                      <a:pt x="882" y="5648"/>
                    </a:lnTo>
                    <a:cubicBezTo>
                      <a:pt x="908" y="5663"/>
                      <a:pt x="934" y="5670"/>
                      <a:pt x="959" y="5670"/>
                    </a:cubicBezTo>
                    <a:cubicBezTo>
                      <a:pt x="1014" y="5670"/>
                      <a:pt x="1063" y="5638"/>
                      <a:pt x="1096" y="5589"/>
                    </a:cubicBezTo>
                    <a:lnTo>
                      <a:pt x="1215" y="5398"/>
                    </a:lnTo>
                    <a:lnTo>
                      <a:pt x="1537" y="5565"/>
                    </a:lnTo>
                    <a:cubicBezTo>
                      <a:pt x="1441" y="5779"/>
                      <a:pt x="1453" y="6029"/>
                      <a:pt x="1584" y="6220"/>
                    </a:cubicBezTo>
                    <a:cubicBezTo>
                      <a:pt x="1703" y="6386"/>
                      <a:pt x="1894" y="6482"/>
                      <a:pt x="2096" y="6482"/>
                    </a:cubicBezTo>
                    <a:cubicBezTo>
                      <a:pt x="2156" y="6482"/>
                      <a:pt x="2227" y="6458"/>
                      <a:pt x="2287" y="6446"/>
                    </a:cubicBezTo>
                    <a:cubicBezTo>
                      <a:pt x="2287" y="6577"/>
                      <a:pt x="2334" y="6720"/>
                      <a:pt x="2406" y="6815"/>
                    </a:cubicBezTo>
                    <a:cubicBezTo>
                      <a:pt x="2525" y="6982"/>
                      <a:pt x="2715" y="7077"/>
                      <a:pt x="2906" y="7077"/>
                    </a:cubicBezTo>
                    <a:cubicBezTo>
                      <a:pt x="2965" y="7077"/>
                      <a:pt x="3049" y="7053"/>
                      <a:pt x="3108" y="7041"/>
                    </a:cubicBezTo>
                    <a:cubicBezTo>
                      <a:pt x="3108" y="7160"/>
                      <a:pt x="3144" y="7291"/>
                      <a:pt x="3227" y="7398"/>
                    </a:cubicBezTo>
                    <a:cubicBezTo>
                      <a:pt x="3323" y="7529"/>
                      <a:pt x="3465" y="7625"/>
                      <a:pt x="3644" y="7648"/>
                    </a:cubicBezTo>
                    <a:cubicBezTo>
                      <a:pt x="3668" y="7648"/>
                      <a:pt x="3715" y="7672"/>
                      <a:pt x="3739" y="7672"/>
                    </a:cubicBezTo>
                    <a:cubicBezTo>
                      <a:pt x="3799" y="7672"/>
                      <a:pt x="3882" y="7648"/>
                      <a:pt x="3942" y="7636"/>
                    </a:cubicBezTo>
                    <a:cubicBezTo>
                      <a:pt x="3942" y="7767"/>
                      <a:pt x="3977" y="7886"/>
                      <a:pt x="4061" y="7994"/>
                    </a:cubicBezTo>
                    <a:cubicBezTo>
                      <a:pt x="4156" y="8125"/>
                      <a:pt x="4299" y="8220"/>
                      <a:pt x="4477" y="8244"/>
                    </a:cubicBezTo>
                    <a:cubicBezTo>
                      <a:pt x="4501" y="8244"/>
                      <a:pt x="4549" y="8267"/>
                      <a:pt x="4573" y="8267"/>
                    </a:cubicBezTo>
                    <a:cubicBezTo>
                      <a:pt x="4716" y="8267"/>
                      <a:pt x="4835" y="8220"/>
                      <a:pt x="4954" y="8148"/>
                    </a:cubicBezTo>
                    <a:lnTo>
                      <a:pt x="5287" y="7886"/>
                    </a:lnTo>
                    <a:cubicBezTo>
                      <a:pt x="5370" y="7827"/>
                      <a:pt x="5430" y="7767"/>
                      <a:pt x="5466" y="7684"/>
                    </a:cubicBezTo>
                    <a:lnTo>
                      <a:pt x="6085" y="8029"/>
                    </a:lnTo>
                    <a:cubicBezTo>
                      <a:pt x="6168" y="8077"/>
                      <a:pt x="6275" y="8101"/>
                      <a:pt x="6382" y="8101"/>
                    </a:cubicBezTo>
                    <a:cubicBezTo>
                      <a:pt x="6442" y="8101"/>
                      <a:pt x="6501" y="8089"/>
                      <a:pt x="6561" y="8077"/>
                    </a:cubicBezTo>
                    <a:cubicBezTo>
                      <a:pt x="6716" y="8029"/>
                      <a:pt x="6859" y="7922"/>
                      <a:pt x="6930" y="7779"/>
                    </a:cubicBezTo>
                    <a:cubicBezTo>
                      <a:pt x="6990" y="7648"/>
                      <a:pt x="7013" y="7529"/>
                      <a:pt x="7002" y="7398"/>
                    </a:cubicBezTo>
                    <a:cubicBezTo>
                      <a:pt x="7049" y="7398"/>
                      <a:pt x="7073" y="7422"/>
                      <a:pt x="7121" y="7422"/>
                    </a:cubicBezTo>
                    <a:cubicBezTo>
                      <a:pt x="7347" y="7422"/>
                      <a:pt x="7573" y="7303"/>
                      <a:pt x="7668" y="7089"/>
                    </a:cubicBezTo>
                    <a:cubicBezTo>
                      <a:pt x="7728" y="6970"/>
                      <a:pt x="7764" y="6839"/>
                      <a:pt x="7752" y="6720"/>
                    </a:cubicBezTo>
                    <a:cubicBezTo>
                      <a:pt x="7787" y="6720"/>
                      <a:pt x="7823" y="6732"/>
                      <a:pt x="7871" y="6732"/>
                    </a:cubicBezTo>
                    <a:cubicBezTo>
                      <a:pt x="8085" y="6732"/>
                      <a:pt x="8311" y="6613"/>
                      <a:pt x="8418" y="6410"/>
                    </a:cubicBezTo>
                    <a:cubicBezTo>
                      <a:pt x="8478" y="6291"/>
                      <a:pt x="8502" y="6172"/>
                      <a:pt x="8490" y="6029"/>
                    </a:cubicBezTo>
                    <a:cubicBezTo>
                      <a:pt x="8537" y="6029"/>
                      <a:pt x="8561" y="6053"/>
                      <a:pt x="8609" y="6053"/>
                    </a:cubicBezTo>
                    <a:cubicBezTo>
                      <a:pt x="8668" y="6053"/>
                      <a:pt x="8728" y="6029"/>
                      <a:pt x="8787" y="6017"/>
                    </a:cubicBezTo>
                    <a:cubicBezTo>
                      <a:pt x="8954" y="5970"/>
                      <a:pt x="9085" y="5874"/>
                      <a:pt x="9157" y="5720"/>
                    </a:cubicBezTo>
                    <a:cubicBezTo>
                      <a:pt x="9240" y="5577"/>
                      <a:pt x="9264" y="5410"/>
                      <a:pt x="9204" y="5243"/>
                    </a:cubicBezTo>
                    <a:cubicBezTo>
                      <a:pt x="9192" y="5196"/>
                      <a:pt x="9180" y="5172"/>
                      <a:pt x="9157" y="5136"/>
                    </a:cubicBezTo>
                    <a:lnTo>
                      <a:pt x="9430" y="4946"/>
                    </a:lnTo>
                    <a:lnTo>
                      <a:pt x="9561" y="5124"/>
                    </a:lnTo>
                    <a:cubicBezTo>
                      <a:pt x="9591" y="5161"/>
                      <a:pt x="9644" y="5180"/>
                      <a:pt x="9694" y="5180"/>
                    </a:cubicBezTo>
                    <a:cubicBezTo>
                      <a:pt x="9724" y="5180"/>
                      <a:pt x="9753" y="5173"/>
                      <a:pt x="9776" y="5160"/>
                    </a:cubicBezTo>
                    <a:lnTo>
                      <a:pt x="10192" y="4827"/>
                    </a:lnTo>
                    <a:cubicBezTo>
                      <a:pt x="10264" y="4743"/>
                      <a:pt x="10276" y="4648"/>
                      <a:pt x="10240" y="4577"/>
                    </a:cubicBezTo>
                    <a:cubicBezTo>
                      <a:pt x="10210" y="4539"/>
                      <a:pt x="10157" y="4521"/>
                      <a:pt x="10107" y="4521"/>
                    </a:cubicBezTo>
                    <a:cubicBezTo>
                      <a:pt x="10077" y="4521"/>
                      <a:pt x="10048" y="4527"/>
                      <a:pt x="10026" y="4541"/>
                    </a:cubicBezTo>
                    <a:lnTo>
                      <a:pt x="9728" y="4779"/>
                    </a:lnTo>
                    <a:lnTo>
                      <a:pt x="7347" y="1671"/>
                    </a:lnTo>
                    <a:lnTo>
                      <a:pt x="8704" y="790"/>
                    </a:lnTo>
                    <a:cubicBezTo>
                      <a:pt x="8776" y="755"/>
                      <a:pt x="8787" y="659"/>
                      <a:pt x="8752" y="588"/>
                    </a:cubicBezTo>
                    <a:cubicBezTo>
                      <a:pt x="8721" y="542"/>
                      <a:pt x="8670" y="516"/>
                      <a:pt x="8619" y="516"/>
                    </a:cubicBezTo>
                    <a:cubicBezTo>
                      <a:pt x="8591" y="516"/>
                      <a:pt x="8563" y="523"/>
                      <a:pt x="8537" y="540"/>
                    </a:cubicBezTo>
                    <a:lnTo>
                      <a:pt x="7049" y="1493"/>
                    </a:lnTo>
                    <a:cubicBezTo>
                      <a:pt x="6978" y="1540"/>
                      <a:pt x="6966" y="1648"/>
                      <a:pt x="7002" y="1719"/>
                    </a:cubicBezTo>
                    <a:lnTo>
                      <a:pt x="7275" y="2076"/>
                    </a:lnTo>
                    <a:lnTo>
                      <a:pt x="7085" y="2219"/>
                    </a:lnTo>
                    <a:lnTo>
                      <a:pt x="6311" y="1969"/>
                    </a:lnTo>
                    <a:cubicBezTo>
                      <a:pt x="6287" y="1969"/>
                      <a:pt x="6275" y="1957"/>
                      <a:pt x="6263" y="1957"/>
                    </a:cubicBezTo>
                    <a:lnTo>
                      <a:pt x="4501" y="1957"/>
                    </a:lnTo>
                    <a:cubicBezTo>
                      <a:pt x="4430" y="1957"/>
                      <a:pt x="4370" y="2005"/>
                      <a:pt x="4358" y="2076"/>
                    </a:cubicBezTo>
                    <a:lnTo>
                      <a:pt x="4251" y="2481"/>
                    </a:lnTo>
                    <a:lnTo>
                      <a:pt x="4001" y="2374"/>
                    </a:lnTo>
                    <a:cubicBezTo>
                      <a:pt x="3965" y="2362"/>
                      <a:pt x="3954" y="2362"/>
                      <a:pt x="3930" y="2362"/>
                    </a:cubicBezTo>
                    <a:lnTo>
                      <a:pt x="3227" y="2433"/>
                    </a:lnTo>
                    <a:lnTo>
                      <a:pt x="2989" y="2302"/>
                    </a:lnTo>
                    <a:lnTo>
                      <a:pt x="3215" y="1910"/>
                    </a:lnTo>
                    <a:cubicBezTo>
                      <a:pt x="3251" y="1838"/>
                      <a:pt x="3227" y="1743"/>
                      <a:pt x="3156" y="1707"/>
                    </a:cubicBezTo>
                    <a:lnTo>
                      <a:pt x="251" y="16"/>
                    </a:lnTo>
                    <a:cubicBezTo>
                      <a:pt x="229" y="5"/>
                      <a:pt x="204" y="0"/>
                      <a:pt x="18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07" name="Google Shape;907;p37"/>
              <p:cNvSpPr/>
              <p:nvPr/>
            </p:nvSpPr>
            <p:spPr>
              <a:xfrm>
                <a:off x="3059960" y="2009628"/>
                <a:ext cx="37177" cy="26960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847" extrusionOk="0">
                    <a:moveTo>
                      <a:pt x="999" y="0"/>
                    </a:moveTo>
                    <a:cubicBezTo>
                      <a:pt x="971" y="0"/>
                      <a:pt x="943" y="8"/>
                      <a:pt x="918" y="25"/>
                    </a:cubicBezTo>
                    <a:lnTo>
                      <a:pt x="84" y="561"/>
                    </a:lnTo>
                    <a:cubicBezTo>
                      <a:pt x="13" y="608"/>
                      <a:pt x="1" y="692"/>
                      <a:pt x="37" y="775"/>
                    </a:cubicBezTo>
                    <a:cubicBezTo>
                      <a:pt x="72" y="811"/>
                      <a:pt x="120" y="846"/>
                      <a:pt x="156" y="846"/>
                    </a:cubicBezTo>
                    <a:cubicBezTo>
                      <a:pt x="191" y="846"/>
                      <a:pt x="215" y="823"/>
                      <a:pt x="239" y="811"/>
                    </a:cubicBezTo>
                    <a:lnTo>
                      <a:pt x="1073" y="275"/>
                    </a:lnTo>
                    <a:cubicBezTo>
                      <a:pt x="1156" y="239"/>
                      <a:pt x="1168" y="144"/>
                      <a:pt x="1132" y="72"/>
                    </a:cubicBezTo>
                    <a:cubicBezTo>
                      <a:pt x="1101" y="26"/>
                      <a:pt x="1051" y="0"/>
                      <a:pt x="99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719758" y="699367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Tổng quan về an ninh mạng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" name="Google Shape;878;p37">
            <a:extLst>
              <a:ext uri="{FF2B5EF4-FFF2-40B4-BE49-F238E27FC236}">
                <a16:creationId xmlns:a16="http://schemas.microsoft.com/office/drawing/2014/main" id="{5939D9B4-E9FC-2984-778A-7CD8DAE1759A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1</a:t>
            </a:r>
          </a:p>
        </p:txBody>
      </p:sp>
      <p:sp>
        <p:nvSpPr>
          <p:cNvPr id="6" name="Google Shape;878;p37">
            <a:extLst>
              <a:ext uri="{FF2B5EF4-FFF2-40B4-BE49-F238E27FC236}">
                <a16:creationId xmlns:a16="http://schemas.microsoft.com/office/drawing/2014/main" id="{1D1705F2-6A33-699E-6DB8-B25DBFFE0AB6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207433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Tổng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quan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A566E6D-DC12-7AD2-B3B9-BBDE4C6E35E9}"/>
              </a:ext>
            </a:extLst>
          </p:cNvPr>
          <p:cNvSpPr/>
          <p:nvPr/>
        </p:nvSpPr>
        <p:spPr>
          <a:xfrm>
            <a:off x="568113" y="1233534"/>
            <a:ext cx="80077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700" dirty="0"/>
              <a:t>An </a:t>
            </a:r>
            <a:r>
              <a:rPr lang="en-US" sz="1700" dirty="0" err="1"/>
              <a:t>ninh</a:t>
            </a:r>
            <a:r>
              <a:rPr lang="en-US" sz="1700" dirty="0"/>
              <a:t> </a:t>
            </a:r>
            <a:r>
              <a:rPr lang="en-US" sz="1700" dirty="0" err="1"/>
              <a:t>mạng</a:t>
            </a:r>
            <a:r>
              <a:rPr lang="en-US" sz="1700" dirty="0"/>
              <a:t> </a:t>
            </a:r>
            <a:r>
              <a:rPr lang="en-US" sz="1700" dirty="0" err="1"/>
              <a:t>là</a:t>
            </a:r>
            <a:r>
              <a:rPr lang="en-US" sz="1700" dirty="0"/>
              <a:t> </a:t>
            </a:r>
            <a:r>
              <a:rPr lang="en-US" sz="1700" dirty="0" err="1"/>
              <a:t>sự</a:t>
            </a:r>
            <a:r>
              <a:rPr lang="en-US" sz="1700" dirty="0"/>
              <a:t> </a:t>
            </a:r>
            <a:r>
              <a:rPr lang="en-US" sz="1700" dirty="0" err="1"/>
              <a:t>kết</a:t>
            </a:r>
            <a:r>
              <a:rPr lang="en-US" sz="1700" dirty="0"/>
              <a:t> </a:t>
            </a:r>
            <a:r>
              <a:rPr lang="en-US" sz="1700" dirty="0" err="1"/>
              <a:t>hợp</a:t>
            </a:r>
            <a:r>
              <a:rPr lang="en-US" sz="1700" dirty="0"/>
              <a:t> </a:t>
            </a:r>
            <a:r>
              <a:rPr lang="en-US" sz="1700" dirty="0" err="1"/>
              <a:t>các</a:t>
            </a:r>
            <a:r>
              <a:rPr lang="en-US" sz="1700" dirty="0"/>
              <a:t> </a:t>
            </a:r>
            <a:r>
              <a:rPr lang="en-US" sz="1700" dirty="0" err="1"/>
              <a:t>lớp</a:t>
            </a:r>
            <a:r>
              <a:rPr lang="en-US" sz="1700" dirty="0"/>
              <a:t> </a:t>
            </a:r>
            <a:r>
              <a:rPr lang="en-US" sz="1700" dirty="0" err="1"/>
              <a:t>phòng</a:t>
            </a:r>
            <a:r>
              <a:rPr lang="en-US" sz="1700" dirty="0"/>
              <a:t> </a:t>
            </a:r>
            <a:r>
              <a:rPr lang="en-US" sz="1700" dirty="0" err="1"/>
              <a:t>thủ</a:t>
            </a:r>
            <a:r>
              <a:rPr lang="en-US" sz="1700" dirty="0"/>
              <a:t> (</a:t>
            </a:r>
            <a:r>
              <a:rPr lang="en-US" sz="1700" dirty="0" err="1"/>
              <a:t>chính</a:t>
            </a:r>
            <a:r>
              <a:rPr lang="en-US" sz="1700" dirty="0"/>
              <a:t> </a:t>
            </a:r>
            <a:r>
              <a:rPr lang="en-US" sz="1700" dirty="0" err="1"/>
              <a:t>sách</a:t>
            </a:r>
            <a:r>
              <a:rPr lang="en-US" sz="1700" dirty="0"/>
              <a:t>, </a:t>
            </a:r>
            <a:r>
              <a:rPr lang="en-US" sz="1700" dirty="0" err="1"/>
              <a:t>thiết</a:t>
            </a:r>
            <a:r>
              <a:rPr lang="en-US" sz="1700" dirty="0"/>
              <a:t> </a:t>
            </a:r>
            <a:r>
              <a:rPr lang="en-US" sz="1700" dirty="0" err="1"/>
              <a:t>bị</a:t>
            </a:r>
            <a:r>
              <a:rPr lang="en-US" sz="1700" dirty="0"/>
              <a:t>, </a:t>
            </a:r>
            <a:r>
              <a:rPr lang="en-US" sz="1700" dirty="0" err="1"/>
              <a:t>phần</a:t>
            </a:r>
            <a:r>
              <a:rPr lang="en-US" sz="1700" dirty="0"/>
              <a:t> </a:t>
            </a:r>
            <a:r>
              <a:rPr lang="en-US" sz="1700" dirty="0" err="1"/>
              <a:t>mềm</a:t>
            </a:r>
            <a:r>
              <a:rPr lang="en-US" sz="1700" dirty="0"/>
              <a:t>) </a:t>
            </a:r>
            <a:r>
              <a:rPr lang="en-US" sz="1700" dirty="0" err="1"/>
              <a:t>để</a:t>
            </a:r>
            <a:r>
              <a:rPr lang="en-US" sz="1700" dirty="0"/>
              <a:t> </a:t>
            </a:r>
            <a:r>
              <a:rPr lang="en-US" sz="1700" dirty="0" err="1"/>
              <a:t>ngăn</a:t>
            </a:r>
            <a:r>
              <a:rPr lang="en-US" sz="1700" dirty="0"/>
              <a:t> </a:t>
            </a:r>
            <a:r>
              <a:rPr lang="en-US" sz="1700" dirty="0" err="1"/>
              <a:t>chặn</a:t>
            </a:r>
            <a:r>
              <a:rPr lang="en-US" sz="1700" dirty="0"/>
              <a:t>, </a:t>
            </a:r>
            <a:r>
              <a:rPr lang="en-US" sz="1700" dirty="0" err="1"/>
              <a:t>phát</a:t>
            </a:r>
            <a:r>
              <a:rPr lang="en-US" sz="1700" dirty="0"/>
              <a:t> </a:t>
            </a:r>
            <a:r>
              <a:rPr lang="en-US" sz="1700" dirty="0" err="1"/>
              <a:t>hiện</a:t>
            </a:r>
            <a:r>
              <a:rPr lang="en-US" sz="1700" dirty="0"/>
              <a:t> </a:t>
            </a:r>
            <a:r>
              <a:rPr lang="en-US" sz="1700" dirty="0" err="1"/>
              <a:t>và</a:t>
            </a:r>
            <a:r>
              <a:rPr lang="en-US" sz="1700" dirty="0"/>
              <a:t> </a:t>
            </a:r>
            <a:r>
              <a:rPr lang="en-US" sz="1700" dirty="0" err="1"/>
              <a:t>giám</a:t>
            </a:r>
            <a:r>
              <a:rPr lang="en-US" sz="1700" dirty="0"/>
              <a:t> </a:t>
            </a:r>
            <a:r>
              <a:rPr lang="en-US" sz="1700" dirty="0" err="1"/>
              <a:t>sát</a:t>
            </a:r>
            <a:r>
              <a:rPr lang="en-US" sz="1700" dirty="0"/>
              <a:t> </a:t>
            </a:r>
            <a:r>
              <a:rPr lang="en-US" sz="1700" dirty="0" err="1"/>
              <a:t>truy</a:t>
            </a:r>
            <a:r>
              <a:rPr lang="en-US" sz="1700" dirty="0"/>
              <a:t> </a:t>
            </a:r>
            <a:r>
              <a:rPr lang="en-US" sz="1700" dirty="0" err="1"/>
              <a:t>cập</a:t>
            </a:r>
            <a:r>
              <a:rPr lang="en-US" sz="1700" dirty="0"/>
              <a:t> </a:t>
            </a:r>
            <a:r>
              <a:rPr lang="en-US" sz="1700" dirty="0" err="1"/>
              <a:t>trái</a:t>
            </a:r>
            <a:r>
              <a:rPr lang="en-US" sz="1700" dirty="0"/>
              <a:t> </a:t>
            </a:r>
            <a:r>
              <a:rPr lang="en-US" sz="1700" dirty="0" err="1"/>
              <a:t>phép</a:t>
            </a:r>
            <a:r>
              <a:rPr lang="en-US" sz="1700" dirty="0"/>
              <a:t>.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7EA16F5-5D9C-695F-1136-1C83F7C918AF}"/>
              </a:ext>
            </a:extLst>
          </p:cNvPr>
          <p:cNvSpPr/>
          <p:nvPr/>
        </p:nvSpPr>
        <p:spPr>
          <a:xfrm>
            <a:off x="568113" y="287167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Nguyên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tắc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tảng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000" dirty="0"/>
          </a:p>
        </p:txBody>
      </p:sp>
      <p:cxnSp>
        <p:nvCxnSpPr>
          <p:cNvPr id="11" name="Google Shape;2322;p53">
            <a:extLst>
              <a:ext uri="{FF2B5EF4-FFF2-40B4-BE49-F238E27FC236}">
                <a16:creationId xmlns:a16="http://schemas.microsoft.com/office/drawing/2014/main" id="{6287444F-B4F5-0C5A-1647-0F05024E6D9C}"/>
              </a:ext>
            </a:extLst>
          </p:cNvPr>
          <p:cNvCxnSpPr/>
          <p:nvPr/>
        </p:nvCxnSpPr>
        <p:spPr>
          <a:xfrm rot="10800000" flipH="1">
            <a:off x="3058172" y="2363107"/>
            <a:ext cx="976800" cy="7239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323;p53">
            <a:extLst>
              <a:ext uri="{FF2B5EF4-FFF2-40B4-BE49-F238E27FC236}">
                <a16:creationId xmlns:a16="http://schemas.microsoft.com/office/drawing/2014/main" id="{DAE74E1A-58A1-21F0-31D5-76DE5499DBD2}"/>
              </a:ext>
            </a:extLst>
          </p:cNvPr>
          <p:cNvCxnSpPr>
            <a:cxnSpLocks/>
          </p:cNvCxnSpPr>
          <p:nvPr/>
        </p:nvCxnSpPr>
        <p:spPr>
          <a:xfrm>
            <a:off x="3058172" y="3087007"/>
            <a:ext cx="976800" cy="7239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323;p53">
            <a:extLst>
              <a:ext uri="{FF2B5EF4-FFF2-40B4-BE49-F238E27FC236}">
                <a16:creationId xmlns:a16="http://schemas.microsoft.com/office/drawing/2014/main" id="{D8C3CF3F-A252-7209-9CA2-B20FC8524EA1}"/>
              </a:ext>
            </a:extLst>
          </p:cNvPr>
          <p:cNvCxnSpPr>
            <a:cxnSpLocks/>
          </p:cNvCxnSpPr>
          <p:nvPr/>
        </p:nvCxnSpPr>
        <p:spPr>
          <a:xfrm>
            <a:off x="3058171" y="3087007"/>
            <a:ext cx="976800" cy="7239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322;p53">
            <a:extLst>
              <a:ext uri="{FF2B5EF4-FFF2-40B4-BE49-F238E27FC236}">
                <a16:creationId xmlns:a16="http://schemas.microsoft.com/office/drawing/2014/main" id="{758CF18C-50C8-BCF6-B391-CD017EB469D5}"/>
              </a:ext>
            </a:extLst>
          </p:cNvPr>
          <p:cNvCxnSpPr>
            <a:cxnSpLocks/>
          </p:cNvCxnSpPr>
          <p:nvPr/>
        </p:nvCxnSpPr>
        <p:spPr>
          <a:xfrm flipV="1">
            <a:off x="3058171" y="2836333"/>
            <a:ext cx="976800" cy="25067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23;p53">
            <a:extLst>
              <a:ext uri="{FF2B5EF4-FFF2-40B4-BE49-F238E27FC236}">
                <a16:creationId xmlns:a16="http://schemas.microsoft.com/office/drawing/2014/main" id="{4626494A-A82A-EC74-4C61-0EA5E5680A60}"/>
              </a:ext>
            </a:extLst>
          </p:cNvPr>
          <p:cNvCxnSpPr>
            <a:cxnSpLocks/>
          </p:cNvCxnSpPr>
          <p:nvPr/>
        </p:nvCxnSpPr>
        <p:spPr>
          <a:xfrm>
            <a:off x="3058170" y="3087007"/>
            <a:ext cx="976801" cy="22769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 5">
            <a:extLst>
              <a:ext uri="{FF2B5EF4-FFF2-40B4-BE49-F238E27FC236}">
                <a16:creationId xmlns:a16="http://schemas.microsoft.com/office/drawing/2014/main" id="{192C98A7-3930-9039-103F-DDF3D5011600}"/>
              </a:ext>
            </a:extLst>
          </p:cNvPr>
          <p:cNvSpPr/>
          <p:nvPr/>
        </p:nvSpPr>
        <p:spPr>
          <a:xfrm>
            <a:off x="4278728" y="2091831"/>
            <a:ext cx="4908815" cy="45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.</a:t>
            </a:r>
            <a:endParaRPr lang="en-US" sz="17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555C5BA-BBE4-B8C7-120D-4EDAB22B8F36}"/>
              </a:ext>
            </a:extLst>
          </p:cNvPr>
          <p:cNvSpPr/>
          <p:nvPr/>
        </p:nvSpPr>
        <p:spPr>
          <a:xfrm>
            <a:off x="4278728" y="2565057"/>
            <a:ext cx="4908815" cy="45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just"/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.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5F698029-72BC-B940-49DC-1661BBAEF5C0}"/>
              </a:ext>
            </a:extLst>
          </p:cNvPr>
          <p:cNvSpPr/>
          <p:nvPr/>
        </p:nvSpPr>
        <p:spPr>
          <a:xfrm>
            <a:off x="4278728" y="3056854"/>
            <a:ext cx="4908815" cy="45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rang.</a:t>
            </a:r>
            <a:endParaRPr lang="en-US" sz="17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B271725C-F61F-6670-CD35-AD961F55A4E5}"/>
              </a:ext>
            </a:extLst>
          </p:cNvPr>
          <p:cNvSpPr/>
          <p:nvPr/>
        </p:nvSpPr>
        <p:spPr>
          <a:xfrm>
            <a:off x="4278727" y="3537504"/>
            <a:ext cx="4908815" cy="45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dirty="0"/>
              <a:t>Bảo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.</a:t>
            </a:r>
            <a:endParaRPr lang="en-US" sz="17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2E35FD6D-777C-642B-398B-C351B386E96C}"/>
              </a:ext>
            </a:extLst>
          </p:cNvPr>
          <p:cNvSpPr/>
          <p:nvPr/>
        </p:nvSpPr>
        <p:spPr>
          <a:xfrm>
            <a:off x="568112" y="4026244"/>
            <a:ext cx="80077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700" dirty="0" err="1"/>
              <a:t>Dịch</a:t>
            </a:r>
            <a:r>
              <a:rPr lang="en-US" sz="1700" dirty="0"/>
              <a:t> </a:t>
            </a:r>
            <a:r>
              <a:rPr lang="en-US" sz="1700" dirty="0" err="1"/>
              <a:t>vụ</a:t>
            </a:r>
            <a:r>
              <a:rPr lang="en-US" sz="1700" dirty="0"/>
              <a:t> an </a:t>
            </a:r>
            <a:r>
              <a:rPr lang="en-US" sz="1700" dirty="0" err="1"/>
              <a:t>toàn</a:t>
            </a:r>
            <a:r>
              <a:rPr lang="en-US" sz="1700" dirty="0"/>
              <a:t> </a:t>
            </a:r>
            <a:r>
              <a:rPr lang="en-US" sz="1700" dirty="0" err="1"/>
              <a:t>theo</a:t>
            </a:r>
            <a:r>
              <a:rPr lang="en-US" sz="1700" dirty="0"/>
              <a:t> </a:t>
            </a:r>
            <a:r>
              <a:rPr lang="en-US" sz="1700" dirty="0" err="1"/>
              <a:t>chuẩn</a:t>
            </a:r>
            <a:r>
              <a:rPr lang="en-US" sz="1700" dirty="0"/>
              <a:t> X.800: </a:t>
            </a:r>
            <a:r>
              <a:rPr lang="en-US" sz="1700" dirty="0" err="1"/>
              <a:t>Xác</a:t>
            </a:r>
            <a:r>
              <a:rPr lang="en-US" sz="1700" dirty="0"/>
              <a:t> </a:t>
            </a:r>
            <a:r>
              <a:rPr lang="en-US" sz="1700" dirty="0" err="1"/>
              <a:t>thực</a:t>
            </a:r>
            <a:r>
              <a:rPr lang="en-US" sz="1700" dirty="0"/>
              <a:t>, </a:t>
            </a:r>
            <a:r>
              <a:rPr lang="en-US" sz="1700" dirty="0" err="1"/>
              <a:t>Kiểm</a:t>
            </a:r>
            <a:r>
              <a:rPr lang="en-US" sz="1700" dirty="0"/>
              <a:t> </a:t>
            </a:r>
            <a:r>
              <a:rPr lang="en-US" sz="1700" dirty="0" err="1"/>
              <a:t>soát</a:t>
            </a:r>
            <a:r>
              <a:rPr lang="en-US" sz="1700" dirty="0"/>
              <a:t> </a:t>
            </a:r>
            <a:r>
              <a:rPr lang="en-US" sz="1700" dirty="0" err="1"/>
              <a:t>truy</a:t>
            </a:r>
            <a:r>
              <a:rPr lang="en-US" sz="1700" dirty="0"/>
              <a:t> </a:t>
            </a:r>
            <a:r>
              <a:rPr lang="en-US" sz="1700" dirty="0" err="1"/>
              <a:t>cập</a:t>
            </a:r>
            <a:r>
              <a:rPr lang="en-US" sz="1700" dirty="0"/>
              <a:t>, Bảo </a:t>
            </a:r>
            <a:r>
              <a:rPr lang="en-US" sz="1700" dirty="0" err="1"/>
              <a:t>mật</a:t>
            </a:r>
            <a:r>
              <a:rPr lang="en-US" sz="1700" dirty="0"/>
              <a:t> </a:t>
            </a:r>
            <a:r>
              <a:rPr lang="en-US" sz="1700" dirty="0" err="1"/>
              <a:t>dữ</a:t>
            </a:r>
            <a:r>
              <a:rPr lang="en-US" sz="1700" dirty="0"/>
              <a:t> </a:t>
            </a:r>
            <a:r>
              <a:rPr lang="en-US" sz="1700" dirty="0" err="1"/>
              <a:t>liệu</a:t>
            </a:r>
            <a:r>
              <a:rPr lang="en-US" sz="1700" dirty="0"/>
              <a:t>, </a:t>
            </a:r>
            <a:r>
              <a:rPr lang="en-US" sz="1700" dirty="0" err="1"/>
              <a:t>Toàn</a:t>
            </a:r>
            <a:r>
              <a:rPr lang="en-US" sz="1700" dirty="0"/>
              <a:t> </a:t>
            </a:r>
            <a:r>
              <a:rPr lang="en-US" sz="1700" dirty="0" err="1"/>
              <a:t>vẹn</a:t>
            </a:r>
            <a:r>
              <a:rPr lang="en-US" sz="1700" dirty="0"/>
              <a:t> </a:t>
            </a:r>
            <a:r>
              <a:rPr lang="en-US" sz="1700" dirty="0" err="1"/>
              <a:t>dữ</a:t>
            </a:r>
            <a:r>
              <a:rPr lang="en-US" sz="1700" dirty="0"/>
              <a:t> </a:t>
            </a:r>
            <a:r>
              <a:rPr lang="en-US" sz="1700" dirty="0" err="1"/>
              <a:t>liệu</a:t>
            </a:r>
            <a:r>
              <a:rPr lang="en-US" sz="1700" dirty="0"/>
              <a:t>, </a:t>
            </a:r>
            <a:r>
              <a:rPr lang="en-US" sz="1700" dirty="0" err="1"/>
              <a:t>Chống</a:t>
            </a:r>
            <a:r>
              <a:rPr lang="en-US" sz="1700" dirty="0"/>
              <a:t> </a:t>
            </a:r>
            <a:r>
              <a:rPr lang="en-US" sz="1700" dirty="0" err="1"/>
              <a:t>chối</a:t>
            </a:r>
            <a:r>
              <a:rPr lang="en-US" sz="1700" dirty="0"/>
              <a:t> </a:t>
            </a:r>
            <a:r>
              <a:rPr lang="en-US" sz="1700" dirty="0" err="1"/>
              <a:t>bỏ</a:t>
            </a:r>
            <a:r>
              <a:rPr lang="en-US" sz="1700" dirty="0"/>
              <a:t>.</a:t>
            </a:r>
          </a:p>
        </p:txBody>
      </p:sp>
      <p:sp>
        <p:nvSpPr>
          <p:cNvPr id="406" name="Google Shape;878;p37">
            <a:extLst>
              <a:ext uri="{FF2B5EF4-FFF2-40B4-BE49-F238E27FC236}">
                <a16:creationId xmlns:a16="http://schemas.microsoft.com/office/drawing/2014/main" id="{985F20C3-0D69-9738-8C9A-C703CD9A4FEB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A98F55D1-D86A-87A7-4FB6-7F455330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2D14CEAD-ECAC-74BE-6B5A-D6C5FA9ACB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8" y="699367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Tấn công mạng và các mối đe doạ</a:t>
            </a:r>
            <a:endParaRPr sz="2000" dirty="0">
              <a:latin typeface="Montserrat Black" panose="020F0502020204030204" pitchFamily="2" charset="0"/>
            </a:endParaRPr>
          </a:p>
        </p:txBody>
      </p:sp>
      <p:grpSp>
        <p:nvGrpSpPr>
          <p:cNvPr id="2" name="Google Shape;1870;p46">
            <a:extLst>
              <a:ext uri="{FF2B5EF4-FFF2-40B4-BE49-F238E27FC236}">
                <a16:creationId xmlns:a16="http://schemas.microsoft.com/office/drawing/2014/main" id="{7FC809F4-985B-0A37-77B2-E670942302E8}"/>
              </a:ext>
            </a:extLst>
          </p:cNvPr>
          <p:cNvGrpSpPr/>
          <p:nvPr/>
        </p:nvGrpSpPr>
        <p:grpSpPr>
          <a:xfrm>
            <a:off x="4434307" y="3573122"/>
            <a:ext cx="1605107" cy="331361"/>
            <a:chOff x="4808316" y="2800065"/>
            <a:chExt cx="1999386" cy="412910"/>
          </a:xfrm>
        </p:grpSpPr>
        <p:sp>
          <p:nvSpPr>
            <p:cNvPr id="3" name="Google Shape;1871;p46">
              <a:extLst>
                <a:ext uri="{FF2B5EF4-FFF2-40B4-BE49-F238E27FC236}">
                  <a16:creationId xmlns:a16="http://schemas.microsoft.com/office/drawing/2014/main" id="{D8E5F68F-1437-B1CB-98A1-DE9A3F71EADA}"/>
                </a:ext>
              </a:extLst>
            </p:cNvPr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872;p46">
              <a:extLst>
                <a:ext uri="{FF2B5EF4-FFF2-40B4-BE49-F238E27FC236}">
                  <a16:creationId xmlns:a16="http://schemas.microsoft.com/office/drawing/2014/main" id="{2A43C7FA-66C3-FB4D-8123-C962B8D5FA46}"/>
                </a:ext>
              </a:extLst>
            </p:cNvPr>
            <p:cNvGrpSpPr/>
            <p:nvPr/>
          </p:nvGrpSpPr>
          <p:grpSpPr>
            <a:xfrm>
              <a:off x="4808316" y="2800065"/>
              <a:ext cx="92400" cy="411825"/>
              <a:chOff x="845575" y="2563700"/>
              <a:chExt cx="92400" cy="411825"/>
            </a:xfrm>
          </p:grpSpPr>
          <p:cxnSp>
            <p:nvCxnSpPr>
              <p:cNvPr id="7" name="Google Shape;1873;p46">
                <a:extLst>
                  <a:ext uri="{FF2B5EF4-FFF2-40B4-BE49-F238E27FC236}">
                    <a16:creationId xmlns:a16="http://schemas.microsoft.com/office/drawing/2014/main" id="{CBF7293A-8A5C-1201-F7D8-BA86D2CDB153}"/>
                  </a:ext>
                </a:extLst>
              </p:cNvPr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" name="Google Shape;1874;p46">
                <a:extLst>
                  <a:ext uri="{FF2B5EF4-FFF2-40B4-BE49-F238E27FC236}">
                    <a16:creationId xmlns:a16="http://schemas.microsoft.com/office/drawing/2014/main" id="{B345C41C-8462-4AE5-B3DA-F1EB3B25A62E}"/>
                  </a:ext>
                </a:extLst>
              </p:cNvPr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oogle Shape;1877;p46">
            <a:extLst>
              <a:ext uri="{FF2B5EF4-FFF2-40B4-BE49-F238E27FC236}">
                <a16:creationId xmlns:a16="http://schemas.microsoft.com/office/drawing/2014/main" id="{312ABE74-740C-1DDC-0B6C-66D9C92D448E}"/>
              </a:ext>
            </a:extLst>
          </p:cNvPr>
          <p:cNvGrpSpPr/>
          <p:nvPr/>
        </p:nvGrpSpPr>
        <p:grpSpPr>
          <a:xfrm>
            <a:off x="1281507" y="3573233"/>
            <a:ext cx="1613743" cy="331781"/>
            <a:chOff x="803163" y="1111974"/>
            <a:chExt cx="591158" cy="121545"/>
          </a:xfrm>
        </p:grpSpPr>
        <p:grpSp>
          <p:nvGrpSpPr>
            <p:cNvPr id="17" name="Google Shape;1878;p46">
              <a:extLst>
                <a:ext uri="{FF2B5EF4-FFF2-40B4-BE49-F238E27FC236}">
                  <a16:creationId xmlns:a16="http://schemas.microsoft.com/office/drawing/2014/main" id="{1DAFE023-F077-241B-4F27-050DB26AB3E8}"/>
                </a:ext>
              </a:extLst>
            </p:cNvPr>
            <p:cNvGrpSpPr/>
            <p:nvPr/>
          </p:nvGrpSpPr>
          <p:grpSpPr>
            <a:xfrm>
              <a:off x="803163" y="1111974"/>
              <a:ext cx="27175" cy="121077"/>
              <a:chOff x="845575" y="2563700"/>
              <a:chExt cx="92400" cy="411825"/>
            </a:xfrm>
          </p:grpSpPr>
          <p:cxnSp>
            <p:nvCxnSpPr>
              <p:cNvPr id="19" name="Google Shape;1879;p46">
                <a:extLst>
                  <a:ext uri="{FF2B5EF4-FFF2-40B4-BE49-F238E27FC236}">
                    <a16:creationId xmlns:a16="http://schemas.microsoft.com/office/drawing/2014/main" id="{CC9C1BAD-BB48-80C4-7CDC-BF183BCC69BE}"/>
                  </a:ext>
                </a:extLst>
              </p:cNvPr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" name="Google Shape;1880;p46">
                <a:extLst>
                  <a:ext uri="{FF2B5EF4-FFF2-40B4-BE49-F238E27FC236}">
                    <a16:creationId xmlns:a16="http://schemas.microsoft.com/office/drawing/2014/main" id="{80095F9A-9B30-A6E3-A455-DBBA2A552D51}"/>
                  </a:ext>
                </a:extLst>
              </p:cNvPr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" name="Google Shape;1881;p46">
              <a:extLst>
                <a:ext uri="{FF2B5EF4-FFF2-40B4-BE49-F238E27FC236}">
                  <a16:creationId xmlns:a16="http://schemas.microsoft.com/office/drawing/2014/main" id="{95CC83AE-5304-8D76-AA3C-B39DBB77EC67}"/>
                </a:ext>
              </a:extLst>
            </p:cNvPr>
            <p:cNvSpPr/>
            <p:nvPr/>
          </p:nvSpPr>
          <p:spPr>
            <a:xfrm>
              <a:off x="818321" y="1194219"/>
              <a:ext cx="576000" cy="39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" name="Google Shape;1882;p46">
            <a:extLst>
              <a:ext uri="{FF2B5EF4-FFF2-40B4-BE49-F238E27FC236}">
                <a16:creationId xmlns:a16="http://schemas.microsoft.com/office/drawing/2014/main" id="{D0A24C66-4CA9-33F9-3AB5-86C13694838E}"/>
              </a:ext>
            </a:extLst>
          </p:cNvPr>
          <p:cNvGrpSpPr/>
          <p:nvPr/>
        </p:nvGrpSpPr>
        <p:grpSpPr>
          <a:xfrm>
            <a:off x="2861369" y="3797737"/>
            <a:ext cx="1606053" cy="330777"/>
            <a:chOff x="1381910" y="1194219"/>
            <a:chExt cx="588341" cy="121177"/>
          </a:xfrm>
        </p:grpSpPr>
        <p:grpSp>
          <p:nvGrpSpPr>
            <p:cNvPr id="24" name="Google Shape;1883;p46">
              <a:extLst>
                <a:ext uri="{FF2B5EF4-FFF2-40B4-BE49-F238E27FC236}">
                  <a16:creationId xmlns:a16="http://schemas.microsoft.com/office/drawing/2014/main" id="{3D514576-BC40-9CA9-428E-984936455364}"/>
                </a:ext>
              </a:extLst>
            </p:cNvPr>
            <p:cNvGrpSpPr/>
            <p:nvPr/>
          </p:nvGrpSpPr>
          <p:grpSpPr>
            <a:xfrm rot="10800000">
              <a:off x="1381910" y="1194319"/>
              <a:ext cx="27175" cy="121077"/>
              <a:chOff x="2070100" y="2563700"/>
              <a:chExt cx="92400" cy="411825"/>
            </a:xfrm>
          </p:grpSpPr>
          <p:cxnSp>
            <p:nvCxnSpPr>
              <p:cNvPr id="26" name="Google Shape;1884;p46">
                <a:extLst>
                  <a:ext uri="{FF2B5EF4-FFF2-40B4-BE49-F238E27FC236}">
                    <a16:creationId xmlns:a16="http://schemas.microsoft.com/office/drawing/2014/main" id="{6DAC071C-B442-BFDC-61A6-E5F571A7CAF8}"/>
                  </a:ext>
                </a:extLst>
              </p:cNvPr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" name="Google Shape;1885;p46">
                <a:extLst>
                  <a:ext uri="{FF2B5EF4-FFF2-40B4-BE49-F238E27FC236}">
                    <a16:creationId xmlns:a16="http://schemas.microsoft.com/office/drawing/2014/main" id="{720EC38C-5C1F-CA1E-9B28-D23856AFCCF3}"/>
                  </a:ext>
                </a:extLst>
              </p:cNvPr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1886;p46">
              <a:extLst>
                <a:ext uri="{FF2B5EF4-FFF2-40B4-BE49-F238E27FC236}">
                  <a16:creationId xmlns:a16="http://schemas.microsoft.com/office/drawing/2014/main" id="{20571630-1F12-F314-525F-A0017ED5829F}"/>
                </a:ext>
              </a:extLst>
            </p:cNvPr>
            <p:cNvSpPr/>
            <p:nvPr/>
          </p:nvSpPr>
          <p:spPr>
            <a:xfrm>
              <a:off x="1394250" y="1194219"/>
              <a:ext cx="576000" cy="39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1888;p46">
            <a:extLst>
              <a:ext uri="{FF2B5EF4-FFF2-40B4-BE49-F238E27FC236}">
                <a16:creationId xmlns:a16="http://schemas.microsoft.com/office/drawing/2014/main" id="{0CA5548F-2B45-E534-68D9-FF2AB8E5AEB5}"/>
              </a:ext>
            </a:extLst>
          </p:cNvPr>
          <p:cNvGrpSpPr/>
          <p:nvPr/>
        </p:nvGrpSpPr>
        <p:grpSpPr>
          <a:xfrm rot="10800000">
            <a:off x="6001102" y="3798010"/>
            <a:ext cx="74182" cy="330504"/>
            <a:chOff x="2070100" y="2563700"/>
            <a:chExt cx="92400" cy="411825"/>
          </a:xfrm>
        </p:grpSpPr>
        <p:cxnSp>
          <p:nvCxnSpPr>
            <p:cNvPr id="36" name="Google Shape;1889;p46">
              <a:extLst>
                <a:ext uri="{FF2B5EF4-FFF2-40B4-BE49-F238E27FC236}">
                  <a16:creationId xmlns:a16="http://schemas.microsoft.com/office/drawing/2014/main" id="{0F39D1EA-1C03-196D-D900-E9B00A955FB7}"/>
                </a:ext>
              </a:extLst>
            </p:cNvPr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" name="Google Shape;1890;p46">
              <a:extLst>
                <a:ext uri="{FF2B5EF4-FFF2-40B4-BE49-F238E27FC236}">
                  <a16:creationId xmlns:a16="http://schemas.microsoft.com/office/drawing/2014/main" id="{3C7D17CF-5199-7EAF-EB8E-EEA236938BC7}"/>
                </a:ext>
              </a:extLst>
            </p:cNvPr>
            <p:cNvSpPr/>
            <p:nvPr/>
          </p:nvSpPr>
          <p:spPr>
            <a:xfrm>
              <a:off x="2070100" y="2563700"/>
              <a:ext cx="92400" cy="92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1892;p46">
            <a:extLst>
              <a:ext uri="{FF2B5EF4-FFF2-40B4-BE49-F238E27FC236}">
                <a16:creationId xmlns:a16="http://schemas.microsoft.com/office/drawing/2014/main" id="{12E5F182-5D40-ACB6-1314-573C3FCC5A40}"/>
              </a:ext>
            </a:extLst>
          </p:cNvPr>
          <p:cNvSpPr txBox="1">
            <a:spLocks/>
          </p:cNvSpPr>
          <p:nvPr/>
        </p:nvSpPr>
        <p:spPr>
          <a:xfrm>
            <a:off x="374385" y="2910220"/>
            <a:ext cx="1918193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spcAft>
                <a:spcPts val="1600"/>
              </a:spcAft>
              <a:buClr>
                <a:schemeClr val="lt2"/>
              </a:buClr>
              <a:buSzPts val="1800"/>
              <a:buFont typeface="DM Sans"/>
              <a:buNone/>
              <a:defRPr>
                <a:solidFill>
                  <a:schemeClr val="lt2"/>
                </a:solidFill>
                <a:latin typeface="montserrat" panose="00000500000000000000" pitchFamily="2" charset="0"/>
                <a:ea typeface="DM Sans"/>
                <a:cs typeface="DM Sans"/>
              </a:defRPr>
            </a:lvl1pPr>
            <a:lvl2pPr marL="914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2pPr>
            <a:lvl3pPr marL="1371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3pPr>
            <a:lvl4pPr marL="18288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4pPr>
            <a:lvl5pPr marL="22860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5pPr>
            <a:lvl6pPr marL="27432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6pPr>
            <a:lvl7pPr marL="3200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7pPr>
            <a:lvl8pPr marL="3657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9pPr>
          </a:lstStyle>
          <a:p>
            <a:r>
              <a:rPr lang="en-US" dirty="0"/>
              <a:t>Nghe </a:t>
            </a:r>
            <a:r>
              <a:rPr lang="en-US" dirty="0" err="1"/>
              <a:t>lén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</a:p>
        </p:txBody>
      </p:sp>
      <p:sp>
        <p:nvSpPr>
          <p:cNvPr id="40" name="Google Shape;1894;p46">
            <a:extLst>
              <a:ext uri="{FF2B5EF4-FFF2-40B4-BE49-F238E27FC236}">
                <a16:creationId xmlns:a16="http://schemas.microsoft.com/office/drawing/2014/main" id="{F21BCD56-9679-50D6-0B0B-CC0085FDD50F}"/>
              </a:ext>
            </a:extLst>
          </p:cNvPr>
          <p:cNvSpPr txBox="1">
            <a:spLocks/>
          </p:cNvSpPr>
          <p:nvPr/>
        </p:nvSpPr>
        <p:spPr>
          <a:xfrm>
            <a:off x="2065798" y="4235787"/>
            <a:ext cx="1739506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spcAft>
                <a:spcPts val="1600"/>
              </a:spcAft>
              <a:buClr>
                <a:schemeClr val="lt2"/>
              </a:buClr>
              <a:buSzPts val="1800"/>
              <a:buFont typeface="DM Sans"/>
              <a:buNone/>
              <a:defRPr>
                <a:solidFill>
                  <a:schemeClr val="lt2"/>
                </a:solidFill>
                <a:latin typeface="montserrat" panose="00000500000000000000" pitchFamily="2" charset="0"/>
                <a:ea typeface="DM Sans"/>
                <a:cs typeface="DM Sans"/>
              </a:defRPr>
            </a:lvl1pPr>
            <a:lvl2pPr marL="914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2pPr>
            <a:lvl3pPr marL="1371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3pPr>
            <a:lvl4pPr marL="18288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4pPr>
            <a:lvl5pPr marL="22860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5pPr>
            <a:lvl6pPr marL="27432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6pPr>
            <a:lvl7pPr marL="3200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7pPr>
            <a:lvl8pPr marL="3657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9pPr>
          </a:lstStyle>
          <a:p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</a:p>
        </p:txBody>
      </p:sp>
      <p:sp>
        <p:nvSpPr>
          <p:cNvPr id="42" name="Google Shape;1896;p46">
            <a:extLst>
              <a:ext uri="{FF2B5EF4-FFF2-40B4-BE49-F238E27FC236}">
                <a16:creationId xmlns:a16="http://schemas.microsoft.com/office/drawing/2014/main" id="{B48D97DC-68DA-598B-2E62-7374FFEFFA1E}"/>
              </a:ext>
            </a:extLst>
          </p:cNvPr>
          <p:cNvSpPr txBox="1">
            <a:spLocks/>
          </p:cNvSpPr>
          <p:nvPr/>
        </p:nvSpPr>
        <p:spPr>
          <a:xfrm>
            <a:off x="5205531" y="4251722"/>
            <a:ext cx="1739506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spcAft>
                <a:spcPts val="1600"/>
              </a:spcAft>
              <a:buClr>
                <a:schemeClr val="lt2"/>
              </a:buClr>
              <a:buSzPts val="1800"/>
              <a:buFont typeface="DM Sans"/>
              <a:buNone/>
              <a:defRPr>
                <a:solidFill>
                  <a:schemeClr val="lt2"/>
                </a:solidFill>
                <a:latin typeface="montserrat" panose="00000500000000000000" pitchFamily="2" charset="0"/>
                <a:ea typeface="DM Sans"/>
                <a:cs typeface="DM Sans"/>
              </a:defRPr>
            </a:lvl1pPr>
            <a:lvl2pPr marL="914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2pPr>
            <a:lvl3pPr marL="1371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3pPr>
            <a:lvl4pPr marL="18288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4pPr>
            <a:lvl5pPr marL="22860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5pPr>
            <a:lvl6pPr marL="27432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6pPr>
            <a:lvl7pPr marL="3200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7pPr>
            <a:lvl8pPr marL="3657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9pPr>
          </a:lstStyle>
          <a:p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chối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</a:p>
        </p:txBody>
      </p:sp>
      <p:sp>
        <p:nvSpPr>
          <p:cNvPr id="44" name="Google Shape;1898;p46">
            <a:extLst>
              <a:ext uri="{FF2B5EF4-FFF2-40B4-BE49-F238E27FC236}">
                <a16:creationId xmlns:a16="http://schemas.microsoft.com/office/drawing/2014/main" id="{5046FE9D-B83A-2F5F-9F81-CDC96E2BE559}"/>
              </a:ext>
            </a:extLst>
          </p:cNvPr>
          <p:cNvSpPr txBox="1">
            <a:spLocks/>
          </p:cNvSpPr>
          <p:nvPr/>
        </p:nvSpPr>
        <p:spPr>
          <a:xfrm>
            <a:off x="3582978" y="2951284"/>
            <a:ext cx="1739506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spcAft>
                <a:spcPts val="1600"/>
              </a:spcAft>
              <a:buClr>
                <a:schemeClr val="lt2"/>
              </a:buClr>
              <a:buSzPts val="1800"/>
              <a:buFont typeface="DM Sans"/>
              <a:buNone/>
              <a:defRPr>
                <a:solidFill>
                  <a:schemeClr val="lt2"/>
                </a:solidFill>
                <a:latin typeface="montserrat" panose="00000500000000000000" pitchFamily="2" charset="0"/>
                <a:ea typeface="DM Sans"/>
                <a:cs typeface="DM Sans"/>
              </a:defRPr>
            </a:lvl1pPr>
            <a:lvl2pPr marL="914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2pPr>
            <a:lvl3pPr marL="1371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3pPr>
            <a:lvl4pPr marL="18288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4pPr>
            <a:lvl5pPr marL="22860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5pPr>
            <a:lvl6pPr marL="27432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6pPr>
            <a:lvl7pPr marL="3200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7pPr>
            <a:lvl8pPr marL="3657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9pPr>
          </a:lstStyle>
          <a:p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mạo</a:t>
            </a:r>
            <a:r>
              <a:rPr lang="en-US" dirty="0"/>
              <a:t> </a:t>
            </a: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B42013DA-F2DF-EE44-AE9C-80B6F56E3699}"/>
              </a:ext>
            </a:extLst>
          </p:cNvPr>
          <p:cNvSpPr/>
          <p:nvPr/>
        </p:nvSpPr>
        <p:spPr>
          <a:xfrm>
            <a:off x="533884" y="1316283"/>
            <a:ext cx="80077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just">
              <a:lnSpc>
                <a:spcPct val="130000"/>
              </a:lnSpc>
            </a:pPr>
            <a:r>
              <a:rPr lang="en-US" sz="1700" dirty="0" err="1"/>
              <a:t>Tấn</a:t>
            </a:r>
            <a:r>
              <a:rPr lang="en-US" sz="1700" dirty="0"/>
              <a:t> </a:t>
            </a:r>
            <a:r>
              <a:rPr lang="en-US" sz="1700" dirty="0" err="1"/>
              <a:t>công</a:t>
            </a:r>
            <a:r>
              <a:rPr lang="en-US" sz="1700" dirty="0"/>
              <a:t> </a:t>
            </a:r>
            <a:r>
              <a:rPr lang="en-US" sz="1700" dirty="0" err="1"/>
              <a:t>thụ</a:t>
            </a:r>
            <a:r>
              <a:rPr lang="en-US" sz="1700" dirty="0"/>
              <a:t> </a:t>
            </a:r>
            <a:r>
              <a:rPr lang="en-US" sz="1700" dirty="0" err="1"/>
              <a:t>động</a:t>
            </a:r>
            <a:r>
              <a:rPr lang="en-US" sz="1700" dirty="0"/>
              <a:t>: Quan </a:t>
            </a:r>
            <a:r>
              <a:rPr lang="en-US" sz="1700" dirty="0" err="1"/>
              <a:t>sát</a:t>
            </a:r>
            <a:r>
              <a:rPr lang="en-US" sz="1700" dirty="0"/>
              <a:t>, </a:t>
            </a:r>
            <a:r>
              <a:rPr lang="en-US" sz="1700" dirty="0" err="1"/>
              <a:t>thu</a:t>
            </a:r>
            <a:r>
              <a:rPr lang="en-US" sz="1700" dirty="0"/>
              <a:t> </a:t>
            </a:r>
            <a:r>
              <a:rPr lang="en-US" sz="1700" dirty="0" err="1"/>
              <a:t>thập</a:t>
            </a:r>
            <a:r>
              <a:rPr lang="en-US" sz="1700" dirty="0"/>
              <a:t>, </a:t>
            </a:r>
            <a:r>
              <a:rPr lang="en-US" sz="1700" dirty="0" err="1"/>
              <a:t>phân</a:t>
            </a:r>
            <a:r>
              <a:rPr lang="en-US" sz="1700" dirty="0"/>
              <a:t> </a:t>
            </a:r>
            <a:r>
              <a:rPr lang="en-US" sz="1700" dirty="0" err="1"/>
              <a:t>tích</a:t>
            </a:r>
            <a:r>
              <a:rPr lang="en-US" sz="1700" dirty="0"/>
              <a:t> </a:t>
            </a:r>
            <a:r>
              <a:rPr lang="en-US" sz="1700" dirty="0" err="1"/>
              <a:t>lưu</a:t>
            </a:r>
            <a:r>
              <a:rPr lang="en-US" sz="1700" dirty="0"/>
              <a:t> </a:t>
            </a:r>
            <a:r>
              <a:rPr lang="en-US" sz="1700" dirty="0" err="1"/>
              <a:t>lượng</a:t>
            </a:r>
            <a:r>
              <a:rPr lang="en-US" sz="1700" dirty="0"/>
              <a:t> (</a:t>
            </a:r>
            <a:r>
              <a:rPr lang="en-US" sz="1700" dirty="0" err="1"/>
              <a:t>Khó</a:t>
            </a:r>
            <a:r>
              <a:rPr lang="en-US" sz="1700" dirty="0"/>
              <a:t> </a:t>
            </a:r>
            <a:r>
              <a:rPr lang="en-US" sz="1700" dirty="0" err="1"/>
              <a:t>phát</a:t>
            </a:r>
            <a:r>
              <a:rPr lang="en-US" sz="1700" dirty="0"/>
              <a:t> </a:t>
            </a:r>
            <a:r>
              <a:rPr lang="en-US" sz="1700" dirty="0" err="1"/>
              <a:t>hiện</a:t>
            </a:r>
            <a:r>
              <a:rPr lang="en-US" sz="1700" dirty="0"/>
              <a:t>).</a:t>
            </a:r>
          </a:p>
          <a:p>
            <a:pPr lvl="1" algn="just">
              <a:lnSpc>
                <a:spcPct val="130000"/>
              </a:lnSpc>
            </a:pPr>
            <a:r>
              <a:rPr lang="en-US" sz="1700" dirty="0" err="1"/>
              <a:t>Tấn</a:t>
            </a:r>
            <a:r>
              <a:rPr lang="en-US" sz="1700" dirty="0"/>
              <a:t> </a:t>
            </a:r>
            <a:r>
              <a:rPr lang="en-US" sz="1700" dirty="0" err="1"/>
              <a:t>công</a:t>
            </a:r>
            <a:r>
              <a:rPr lang="en-US" sz="1700" dirty="0"/>
              <a:t> </a:t>
            </a:r>
            <a:r>
              <a:rPr lang="en-US" sz="1700" dirty="0" err="1"/>
              <a:t>chủ</a:t>
            </a:r>
            <a:r>
              <a:rPr lang="en-US" sz="1700" dirty="0"/>
              <a:t> </a:t>
            </a:r>
            <a:r>
              <a:rPr lang="en-US" sz="1700" dirty="0" err="1"/>
              <a:t>động</a:t>
            </a:r>
            <a:r>
              <a:rPr lang="en-US" sz="1700" dirty="0"/>
              <a:t>: </a:t>
            </a:r>
            <a:r>
              <a:rPr lang="en-US" sz="1700" dirty="0" err="1"/>
              <a:t>Chèn</a:t>
            </a:r>
            <a:r>
              <a:rPr lang="en-US" sz="1700" dirty="0"/>
              <a:t>, </a:t>
            </a:r>
            <a:r>
              <a:rPr lang="en-US" sz="1700" dirty="0" err="1"/>
              <a:t>sửa</a:t>
            </a:r>
            <a:r>
              <a:rPr lang="en-US" sz="1700" dirty="0"/>
              <a:t>, </a:t>
            </a:r>
            <a:r>
              <a:rPr lang="en-US" sz="1700" dirty="0" err="1"/>
              <a:t>xóa</a:t>
            </a:r>
            <a:r>
              <a:rPr lang="en-US" sz="1700" dirty="0"/>
              <a:t>, </a:t>
            </a:r>
            <a:r>
              <a:rPr lang="en-US" sz="1700" dirty="0" err="1"/>
              <a:t>phát</a:t>
            </a:r>
            <a:r>
              <a:rPr lang="en-US" sz="1700" dirty="0"/>
              <a:t> </a:t>
            </a:r>
            <a:r>
              <a:rPr lang="en-US" sz="1700" dirty="0" err="1"/>
              <a:t>lại</a:t>
            </a:r>
            <a:r>
              <a:rPr lang="en-US" sz="1700" dirty="0"/>
              <a:t> </a:t>
            </a:r>
            <a:r>
              <a:rPr lang="en-US" sz="1700" dirty="0" err="1"/>
              <a:t>gói</a:t>
            </a:r>
            <a:r>
              <a:rPr lang="en-US" sz="1700" dirty="0"/>
              <a:t> tin </a:t>
            </a:r>
            <a:r>
              <a:rPr lang="en-US" sz="1700" dirty="0" err="1"/>
              <a:t>hoặc</a:t>
            </a:r>
            <a:r>
              <a:rPr lang="en-US" sz="1700" dirty="0"/>
              <a:t> </a:t>
            </a:r>
            <a:r>
              <a:rPr lang="en-US" sz="1700" dirty="0" err="1"/>
              <a:t>gây</a:t>
            </a:r>
            <a:r>
              <a:rPr lang="en-US" sz="1700" dirty="0"/>
              <a:t> </a:t>
            </a:r>
            <a:r>
              <a:rPr lang="en-US" sz="1700" dirty="0" err="1"/>
              <a:t>gián</a:t>
            </a:r>
            <a:r>
              <a:rPr lang="en-US" sz="1700" dirty="0"/>
              <a:t> </a:t>
            </a:r>
            <a:r>
              <a:rPr lang="en-US" sz="1700" dirty="0" err="1"/>
              <a:t>đoạn</a:t>
            </a:r>
            <a:r>
              <a:rPr lang="en-US" sz="1700" dirty="0"/>
              <a:t> </a:t>
            </a:r>
            <a:r>
              <a:rPr lang="en-US" sz="1700" dirty="0" err="1"/>
              <a:t>dịch</a:t>
            </a:r>
            <a:r>
              <a:rPr lang="en-US" sz="1700" dirty="0"/>
              <a:t> </a:t>
            </a:r>
            <a:r>
              <a:rPr lang="en-US" sz="1700" dirty="0" err="1"/>
              <a:t>vụ</a:t>
            </a:r>
            <a:r>
              <a:rPr lang="en-US" sz="1700" dirty="0"/>
              <a:t>.</a:t>
            </a: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CFE8F02-58F2-D3A5-BB9A-2D12B5BF53EB}"/>
              </a:ext>
            </a:extLst>
          </p:cNvPr>
          <p:cNvSpPr/>
          <p:nvPr/>
        </p:nvSpPr>
        <p:spPr>
          <a:xfrm>
            <a:off x="533884" y="236797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mối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đe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doạ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phổ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</a:t>
            </a:r>
            <a:endParaRPr lang="en-US" sz="20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E768C72-6543-4C80-19C1-BD94BA0808DD}"/>
              </a:ext>
            </a:extLst>
          </p:cNvPr>
          <p:cNvGrpSpPr/>
          <p:nvPr/>
        </p:nvGrpSpPr>
        <p:grpSpPr>
          <a:xfrm>
            <a:off x="6889278" y="2694930"/>
            <a:ext cx="2155895" cy="1495188"/>
            <a:chOff x="1435551" y="1359347"/>
            <a:chExt cx="2155895" cy="1495188"/>
          </a:xfrm>
        </p:grpSpPr>
        <p:sp>
          <p:nvSpPr>
            <p:cNvPr id="57" name="Google Shape;697;p36">
              <a:extLst>
                <a:ext uri="{FF2B5EF4-FFF2-40B4-BE49-F238E27FC236}">
                  <a16:creationId xmlns:a16="http://schemas.microsoft.com/office/drawing/2014/main" id="{E8850568-2E24-9A66-85B6-9DD7F5852EF9}"/>
                </a:ext>
              </a:extLst>
            </p:cNvPr>
            <p:cNvSpPr/>
            <p:nvPr/>
          </p:nvSpPr>
          <p:spPr>
            <a:xfrm>
              <a:off x="2097795" y="2050837"/>
              <a:ext cx="156548" cy="216095"/>
            </a:xfrm>
            <a:custGeom>
              <a:avLst/>
              <a:gdLst/>
              <a:ahLst/>
              <a:cxnLst/>
              <a:rect l="l" t="t" r="r" b="b"/>
              <a:pathLst>
                <a:path w="21773" h="30055" extrusionOk="0">
                  <a:moveTo>
                    <a:pt x="7514" y="1"/>
                  </a:moveTo>
                  <a:lnTo>
                    <a:pt x="1" y="5562"/>
                  </a:lnTo>
                  <a:cubicBezTo>
                    <a:pt x="1" y="5562"/>
                    <a:pt x="592" y="6745"/>
                    <a:pt x="5384" y="13549"/>
                  </a:cubicBezTo>
                  <a:cubicBezTo>
                    <a:pt x="8993" y="18873"/>
                    <a:pt x="12247" y="24375"/>
                    <a:pt x="15205" y="30055"/>
                  </a:cubicBezTo>
                  <a:lnTo>
                    <a:pt x="21772" y="21654"/>
                  </a:lnTo>
                  <a:lnTo>
                    <a:pt x="75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98;p36">
              <a:extLst>
                <a:ext uri="{FF2B5EF4-FFF2-40B4-BE49-F238E27FC236}">
                  <a16:creationId xmlns:a16="http://schemas.microsoft.com/office/drawing/2014/main" id="{10C4AFD7-2C58-720F-A5D2-748AB92292D4}"/>
                </a:ext>
              </a:extLst>
            </p:cNvPr>
            <p:cNvSpPr/>
            <p:nvPr/>
          </p:nvSpPr>
          <p:spPr>
            <a:xfrm>
              <a:off x="2097795" y="2050837"/>
              <a:ext cx="156548" cy="216095"/>
            </a:xfrm>
            <a:custGeom>
              <a:avLst/>
              <a:gdLst/>
              <a:ahLst/>
              <a:cxnLst/>
              <a:rect l="l" t="t" r="r" b="b"/>
              <a:pathLst>
                <a:path w="21773" h="30055" extrusionOk="0">
                  <a:moveTo>
                    <a:pt x="7514" y="1"/>
                  </a:moveTo>
                  <a:lnTo>
                    <a:pt x="1" y="5562"/>
                  </a:lnTo>
                  <a:cubicBezTo>
                    <a:pt x="1" y="5562"/>
                    <a:pt x="592" y="6745"/>
                    <a:pt x="5384" y="13549"/>
                  </a:cubicBezTo>
                  <a:cubicBezTo>
                    <a:pt x="8993" y="18873"/>
                    <a:pt x="12247" y="24375"/>
                    <a:pt x="15205" y="30055"/>
                  </a:cubicBezTo>
                  <a:lnTo>
                    <a:pt x="21772" y="21654"/>
                  </a:lnTo>
                  <a:lnTo>
                    <a:pt x="75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699;p36">
              <a:extLst>
                <a:ext uri="{FF2B5EF4-FFF2-40B4-BE49-F238E27FC236}">
                  <a16:creationId xmlns:a16="http://schemas.microsoft.com/office/drawing/2014/main" id="{F429DAE7-0D37-89DB-9ABE-DA28CF62F0BB}"/>
                </a:ext>
              </a:extLst>
            </p:cNvPr>
            <p:cNvSpPr/>
            <p:nvPr/>
          </p:nvSpPr>
          <p:spPr>
            <a:xfrm>
              <a:off x="2415751" y="2265732"/>
              <a:ext cx="272242" cy="206540"/>
            </a:xfrm>
            <a:custGeom>
              <a:avLst/>
              <a:gdLst/>
              <a:ahLst/>
              <a:cxnLst/>
              <a:rect l="l" t="t" r="r" b="b"/>
              <a:pathLst>
                <a:path w="37864" h="28726" extrusionOk="0">
                  <a:moveTo>
                    <a:pt x="13860" y="1"/>
                  </a:moveTo>
                  <a:cubicBezTo>
                    <a:pt x="13647" y="1"/>
                    <a:pt x="13407" y="264"/>
                    <a:pt x="13134" y="920"/>
                  </a:cubicBezTo>
                  <a:cubicBezTo>
                    <a:pt x="12247" y="3050"/>
                    <a:pt x="6685" y="8788"/>
                    <a:pt x="4970" y="10208"/>
                  </a:cubicBezTo>
                  <a:cubicBezTo>
                    <a:pt x="3254" y="11628"/>
                    <a:pt x="3136" y="13344"/>
                    <a:pt x="2722" y="16302"/>
                  </a:cubicBezTo>
                  <a:cubicBezTo>
                    <a:pt x="2307" y="19319"/>
                    <a:pt x="0" y="23993"/>
                    <a:pt x="0" y="23993"/>
                  </a:cubicBezTo>
                  <a:lnTo>
                    <a:pt x="2662" y="28726"/>
                  </a:lnTo>
                  <a:lnTo>
                    <a:pt x="8401" y="24998"/>
                  </a:lnTo>
                  <a:cubicBezTo>
                    <a:pt x="9510" y="25132"/>
                    <a:pt x="10620" y="25198"/>
                    <a:pt x="11729" y="25198"/>
                  </a:cubicBezTo>
                  <a:cubicBezTo>
                    <a:pt x="12099" y="25198"/>
                    <a:pt x="12468" y="25191"/>
                    <a:pt x="12838" y="25176"/>
                  </a:cubicBezTo>
                  <a:cubicBezTo>
                    <a:pt x="14850" y="24998"/>
                    <a:pt x="20943" y="24170"/>
                    <a:pt x="20943" y="24170"/>
                  </a:cubicBezTo>
                  <a:cubicBezTo>
                    <a:pt x="20943" y="24170"/>
                    <a:pt x="27096" y="26892"/>
                    <a:pt x="27924" y="27010"/>
                  </a:cubicBezTo>
                  <a:cubicBezTo>
                    <a:pt x="28046" y="27026"/>
                    <a:pt x="28156" y="27035"/>
                    <a:pt x="28256" y="27035"/>
                  </a:cubicBezTo>
                  <a:cubicBezTo>
                    <a:pt x="28883" y="27035"/>
                    <a:pt x="29130" y="26702"/>
                    <a:pt x="29640" y="25886"/>
                  </a:cubicBezTo>
                  <a:cubicBezTo>
                    <a:pt x="30232" y="24880"/>
                    <a:pt x="28220" y="24525"/>
                    <a:pt x="27628" y="24170"/>
                  </a:cubicBezTo>
                  <a:cubicBezTo>
                    <a:pt x="27096" y="23756"/>
                    <a:pt x="22541" y="21212"/>
                    <a:pt x="22541" y="21212"/>
                  </a:cubicBezTo>
                  <a:lnTo>
                    <a:pt x="22541" y="21212"/>
                  </a:lnTo>
                  <a:cubicBezTo>
                    <a:pt x="22541" y="21212"/>
                    <a:pt x="31829" y="22632"/>
                    <a:pt x="32894" y="22632"/>
                  </a:cubicBezTo>
                  <a:cubicBezTo>
                    <a:pt x="34018" y="22632"/>
                    <a:pt x="34314" y="22632"/>
                    <a:pt x="34787" y="21745"/>
                  </a:cubicBezTo>
                  <a:cubicBezTo>
                    <a:pt x="35201" y="20916"/>
                    <a:pt x="35201" y="20621"/>
                    <a:pt x="34787" y="20088"/>
                  </a:cubicBezTo>
                  <a:cubicBezTo>
                    <a:pt x="34314" y="19496"/>
                    <a:pt x="22659" y="17662"/>
                    <a:pt x="22659" y="17662"/>
                  </a:cubicBezTo>
                  <a:lnTo>
                    <a:pt x="22363" y="16065"/>
                  </a:lnTo>
                  <a:cubicBezTo>
                    <a:pt x="22363" y="16065"/>
                    <a:pt x="33367" y="15237"/>
                    <a:pt x="34610" y="15237"/>
                  </a:cubicBezTo>
                  <a:cubicBezTo>
                    <a:pt x="34730" y="15254"/>
                    <a:pt x="34851" y="15263"/>
                    <a:pt x="34971" y="15263"/>
                  </a:cubicBezTo>
                  <a:cubicBezTo>
                    <a:pt x="35676" y="15263"/>
                    <a:pt x="36361" y="14973"/>
                    <a:pt x="36917" y="14468"/>
                  </a:cubicBezTo>
                  <a:cubicBezTo>
                    <a:pt x="37686" y="13935"/>
                    <a:pt x="37863" y="12870"/>
                    <a:pt x="37331" y="12042"/>
                  </a:cubicBezTo>
                  <a:cubicBezTo>
                    <a:pt x="37053" y="11653"/>
                    <a:pt x="36055" y="11538"/>
                    <a:pt x="34812" y="11538"/>
                  </a:cubicBezTo>
                  <a:cubicBezTo>
                    <a:pt x="33411" y="11538"/>
                    <a:pt x="31698" y="11684"/>
                    <a:pt x="30350" y="11746"/>
                  </a:cubicBezTo>
                  <a:cubicBezTo>
                    <a:pt x="27806" y="11924"/>
                    <a:pt x="22659" y="12042"/>
                    <a:pt x="22659" y="12042"/>
                  </a:cubicBezTo>
                  <a:lnTo>
                    <a:pt x="21653" y="11036"/>
                  </a:lnTo>
                  <a:lnTo>
                    <a:pt x="22955" y="10504"/>
                  </a:lnTo>
                  <a:cubicBezTo>
                    <a:pt x="24197" y="9912"/>
                    <a:pt x="33604" y="6658"/>
                    <a:pt x="34491" y="6244"/>
                  </a:cubicBezTo>
                  <a:cubicBezTo>
                    <a:pt x="35319" y="5771"/>
                    <a:pt x="35911" y="5653"/>
                    <a:pt x="35734" y="4233"/>
                  </a:cubicBezTo>
                  <a:cubicBezTo>
                    <a:pt x="35649" y="3222"/>
                    <a:pt x="34755" y="2630"/>
                    <a:pt x="33584" y="2630"/>
                  </a:cubicBezTo>
                  <a:cubicBezTo>
                    <a:pt x="33111" y="2630"/>
                    <a:pt x="32593" y="2727"/>
                    <a:pt x="32066" y="2931"/>
                  </a:cubicBezTo>
                  <a:cubicBezTo>
                    <a:pt x="30232" y="3641"/>
                    <a:pt x="12424" y="10326"/>
                    <a:pt x="12424" y="10326"/>
                  </a:cubicBezTo>
                  <a:lnTo>
                    <a:pt x="11122" y="9321"/>
                  </a:lnTo>
                  <a:cubicBezTo>
                    <a:pt x="11892" y="8374"/>
                    <a:pt x="12838" y="7487"/>
                    <a:pt x="13844" y="6777"/>
                  </a:cubicBezTo>
                  <a:cubicBezTo>
                    <a:pt x="15264" y="5771"/>
                    <a:pt x="15382" y="4233"/>
                    <a:pt x="14968" y="2517"/>
                  </a:cubicBezTo>
                  <a:cubicBezTo>
                    <a:pt x="14681" y="1330"/>
                    <a:pt x="14338" y="1"/>
                    <a:pt x="138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00;p36">
              <a:extLst>
                <a:ext uri="{FF2B5EF4-FFF2-40B4-BE49-F238E27FC236}">
                  <a16:creationId xmlns:a16="http://schemas.microsoft.com/office/drawing/2014/main" id="{380D18F6-D608-64BC-C836-0D653D14025F}"/>
                </a:ext>
              </a:extLst>
            </p:cNvPr>
            <p:cNvSpPr/>
            <p:nvPr/>
          </p:nvSpPr>
          <p:spPr>
            <a:xfrm>
              <a:off x="2199447" y="1944399"/>
              <a:ext cx="69707" cy="109173"/>
            </a:xfrm>
            <a:custGeom>
              <a:avLst/>
              <a:gdLst/>
              <a:ahLst/>
              <a:cxnLst/>
              <a:rect l="l" t="t" r="r" b="b"/>
              <a:pathLst>
                <a:path w="9695" h="15184" extrusionOk="0">
                  <a:moveTo>
                    <a:pt x="4137" y="0"/>
                  </a:moveTo>
                  <a:cubicBezTo>
                    <a:pt x="0" y="0"/>
                    <a:pt x="199" y="6204"/>
                    <a:pt x="1471" y="10541"/>
                  </a:cubicBezTo>
                  <a:cubicBezTo>
                    <a:pt x="2357" y="13562"/>
                    <a:pt x="4093" y="15184"/>
                    <a:pt x="5914" y="15184"/>
                  </a:cubicBezTo>
                  <a:cubicBezTo>
                    <a:pt x="6767" y="15184"/>
                    <a:pt x="7640" y="14827"/>
                    <a:pt x="8452" y="14091"/>
                  </a:cubicBezTo>
                  <a:lnTo>
                    <a:pt x="9694" y="9239"/>
                  </a:lnTo>
                  <a:cubicBezTo>
                    <a:pt x="9694" y="9239"/>
                    <a:pt x="8866" y="306"/>
                    <a:pt x="4429" y="10"/>
                  </a:cubicBezTo>
                  <a:cubicBezTo>
                    <a:pt x="4329" y="4"/>
                    <a:pt x="4232" y="0"/>
                    <a:pt x="41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" name="Google Shape;701;p36">
              <a:extLst>
                <a:ext uri="{FF2B5EF4-FFF2-40B4-BE49-F238E27FC236}">
                  <a16:creationId xmlns:a16="http://schemas.microsoft.com/office/drawing/2014/main" id="{EEBA5F03-D372-8680-90F9-5C7934D56891}"/>
                </a:ext>
              </a:extLst>
            </p:cNvPr>
            <p:cNvGrpSpPr/>
            <p:nvPr/>
          </p:nvGrpSpPr>
          <p:grpSpPr>
            <a:xfrm>
              <a:off x="1435551" y="1359347"/>
              <a:ext cx="2155895" cy="1495188"/>
              <a:chOff x="-80975" y="268100"/>
              <a:chExt cx="7462425" cy="5175450"/>
            </a:xfrm>
          </p:grpSpPr>
          <p:sp>
            <p:nvSpPr>
              <p:cNvPr id="62" name="Google Shape;702;p36">
                <a:extLst>
                  <a:ext uri="{FF2B5EF4-FFF2-40B4-BE49-F238E27FC236}">
                    <a16:creationId xmlns:a16="http://schemas.microsoft.com/office/drawing/2014/main" id="{91A17BC0-A7D1-76AC-70B7-82791FECACE7}"/>
                  </a:ext>
                </a:extLst>
              </p:cNvPr>
              <p:cNvSpPr/>
              <p:nvPr/>
            </p:nvSpPr>
            <p:spPr>
              <a:xfrm>
                <a:off x="-80975" y="268100"/>
                <a:ext cx="7314275" cy="4868075"/>
              </a:xfrm>
              <a:custGeom>
                <a:avLst/>
                <a:gdLst/>
                <a:ahLst/>
                <a:cxnLst/>
                <a:rect l="l" t="t" r="r" b="b"/>
                <a:pathLst>
                  <a:path w="292571" h="194723" extrusionOk="0">
                    <a:moveTo>
                      <a:pt x="178359" y="0"/>
                    </a:moveTo>
                    <a:cubicBezTo>
                      <a:pt x="174116" y="0"/>
                      <a:pt x="169958" y="294"/>
                      <a:pt x="165939" y="901"/>
                    </a:cubicBezTo>
                    <a:cubicBezTo>
                      <a:pt x="133691" y="5774"/>
                      <a:pt x="118193" y="35197"/>
                      <a:pt x="89114" y="45412"/>
                    </a:cubicBezTo>
                    <a:cubicBezTo>
                      <a:pt x="62365" y="54805"/>
                      <a:pt x="38285" y="62059"/>
                      <a:pt x="25670" y="86840"/>
                    </a:cubicBezTo>
                    <a:cubicBezTo>
                      <a:pt x="1" y="137261"/>
                      <a:pt x="59634" y="192214"/>
                      <a:pt x="114067" y="192214"/>
                    </a:cubicBezTo>
                    <a:cubicBezTo>
                      <a:pt x="116153" y="192214"/>
                      <a:pt x="118231" y="192133"/>
                      <a:pt x="120296" y="191968"/>
                    </a:cubicBezTo>
                    <a:cubicBezTo>
                      <a:pt x="134665" y="190820"/>
                      <a:pt x="147792" y="186110"/>
                      <a:pt x="161950" y="186110"/>
                    </a:cubicBezTo>
                    <a:cubicBezTo>
                      <a:pt x="165195" y="186110"/>
                      <a:pt x="168494" y="186358"/>
                      <a:pt x="171874" y="186952"/>
                    </a:cubicBezTo>
                    <a:cubicBezTo>
                      <a:pt x="193489" y="190752"/>
                      <a:pt x="206629" y="194722"/>
                      <a:pt x="220391" y="194722"/>
                    </a:cubicBezTo>
                    <a:cubicBezTo>
                      <a:pt x="230045" y="194722"/>
                      <a:pt x="240005" y="192768"/>
                      <a:pt x="253411" y="187431"/>
                    </a:cubicBezTo>
                    <a:cubicBezTo>
                      <a:pt x="285442" y="174673"/>
                      <a:pt x="292570" y="137952"/>
                      <a:pt x="288207" y="103186"/>
                    </a:cubicBezTo>
                    <a:cubicBezTo>
                      <a:pt x="285712" y="83335"/>
                      <a:pt x="279472" y="64114"/>
                      <a:pt x="271978" y="50359"/>
                    </a:cubicBezTo>
                    <a:cubicBezTo>
                      <a:pt x="255881" y="20810"/>
                      <a:pt x="214081" y="0"/>
                      <a:pt x="17835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03;p36">
                <a:extLst>
                  <a:ext uri="{FF2B5EF4-FFF2-40B4-BE49-F238E27FC236}">
                    <a16:creationId xmlns:a16="http://schemas.microsoft.com/office/drawing/2014/main" id="{2B645168-F949-7012-B5CB-F0E31F4ACD86}"/>
                  </a:ext>
                </a:extLst>
              </p:cNvPr>
              <p:cNvSpPr/>
              <p:nvPr/>
            </p:nvSpPr>
            <p:spPr>
              <a:xfrm>
                <a:off x="3119875" y="3591575"/>
                <a:ext cx="4247525" cy="1757475"/>
              </a:xfrm>
              <a:custGeom>
                <a:avLst/>
                <a:gdLst/>
                <a:ahLst/>
                <a:cxnLst/>
                <a:rect l="l" t="t" r="r" b="b"/>
                <a:pathLst>
                  <a:path w="169901" h="70299" extrusionOk="0">
                    <a:moveTo>
                      <a:pt x="0" y="1"/>
                    </a:moveTo>
                    <a:lnTo>
                      <a:pt x="31404" y="70298"/>
                    </a:lnTo>
                    <a:lnTo>
                      <a:pt x="169901" y="61886"/>
                    </a:lnTo>
                    <a:lnTo>
                      <a:pt x="7608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704;p36">
                <a:extLst>
                  <a:ext uri="{FF2B5EF4-FFF2-40B4-BE49-F238E27FC236}">
                    <a16:creationId xmlns:a16="http://schemas.microsoft.com/office/drawing/2014/main" id="{7D1FC21B-41B8-DE7E-9713-1605B5ED37CF}"/>
                  </a:ext>
                </a:extLst>
              </p:cNvPr>
              <p:cNvSpPr/>
              <p:nvPr/>
            </p:nvSpPr>
            <p:spPr>
              <a:xfrm>
                <a:off x="3104850" y="3579075"/>
                <a:ext cx="4276600" cy="1782500"/>
              </a:xfrm>
              <a:custGeom>
                <a:avLst/>
                <a:gdLst/>
                <a:ahLst/>
                <a:cxnLst/>
                <a:rect l="l" t="t" r="r" b="b"/>
                <a:pathLst>
                  <a:path w="171064" h="71300" extrusionOk="0">
                    <a:moveTo>
                      <a:pt x="601" y="0"/>
                    </a:moveTo>
                    <a:cubicBezTo>
                      <a:pt x="240" y="0"/>
                      <a:pt x="0" y="375"/>
                      <a:pt x="148" y="706"/>
                    </a:cubicBezTo>
                    <a:lnTo>
                      <a:pt x="31548" y="71003"/>
                    </a:lnTo>
                    <a:cubicBezTo>
                      <a:pt x="31626" y="71186"/>
                      <a:pt x="31805" y="71299"/>
                      <a:pt x="32005" y="71299"/>
                    </a:cubicBezTo>
                    <a:cubicBezTo>
                      <a:pt x="32075" y="71299"/>
                      <a:pt x="32145" y="71286"/>
                      <a:pt x="32210" y="71256"/>
                    </a:cubicBezTo>
                    <a:cubicBezTo>
                      <a:pt x="32462" y="71142"/>
                      <a:pt x="32576" y="70851"/>
                      <a:pt x="32462" y="70598"/>
                    </a:cubicBezTo>
                    <a:lnTo>
                      <a:pt x="1376" y="1002"/>
                    </a:lnTo>
                    <a:lnTo>
                      <a:pt x="76538" y="1002"/>
                    </a:lnTo>
                    <a:lnTo>
                      <a:pt x="170228" y="62804"/>
                    </a:lnTo>
                    <a:cubicBezTo>
                      <a:pt x="170310" y="62855"/>
                      <a:pt x="170403" y="62880"/>
                      <a:pt x="170494" y="62880"/>
                    </a:cubicBezTo>
                    <a:cubicBezTo>
                      <a:pt x="170657" y="62880"/>
                      <a:pt x="170818" y="62801"/>
                      <a:pt x="170916" y="62656"/>
                    </a:cubicBezTo>
                    <a:cubicBezTo>
                      <a:pt x="171064" y="62429"/>
                      <a:pt x="171003" y="62120"/>
                      <a:pt x="170781" y="61968"/>
                    </a:cubicBezTo>
                    <a:lnTo>
                      <a:pt x="76960" y="83"/>
                    </a:lnTo>
                    <a:cubicBezTo>
                      <a:pt x="76882" y="31"/>
                      <a:pt x="76786" y="0"/>
                      <a:pt x="766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705;p36">
                <a:extLst>
                  <a:ext uri="{FF2B5EF4-FFF2-40B4-BE49-F238E27FC236}">
                    <a16:creationId xmlns:a16="http://schemas.microsoft.com/office/drawing/2014/main" id="{85F04BAF-A8E0-2447-C9D9-723C6A5AC97E}"/>
                  </a:ext>
                </a:extLst>
              </p:cNvPr>
              <p:cNvSpPr/>
              <p:nvPr/>
            </p:nvSpPr>
            <p:spPr>
              <a:xfrm>
                <a:off x="3119875" y="3591575"/>
                <a:ext cx="834975" cy="1839450"/>
              </a:xfrm>
              <a:custGeom>
                <a:avLst/>
                <a:gdLst/>
                <a:ahLst/>
                <a:cxnLst/>
                <a:rect l="l" t="t" r="r" b="b"/>
                <a:pathLst>
                  <a:path w="33399" h="73578" extrusionOk="0">
                    <a:moveTo>
                      <a:pt x="0" y="1"/>
                    </a:moveTo>
                    <a:lnTo>
                      <a:pt x="0" y="4686"/>
                    </a:lnTo>
                    <a:lnTo>
                      <a:pt x="23614" y="67529"/>
                    </a:lnTo>
                    <a:lnTo>
                      <a:pt x="33399" y="735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706;p36">
                <a:extLst>
                  <a:ext uri="{FF2B5EF4-FFF2-40B4-BE49-F238E27FC236}">
                    <a16:creationId xmlns:a16="http://schemas.microsoft.com/office/drawing/2014/main" id="{8A45E23E-2EBC-D98A-892C-1E272DBDF2C3}"/>
                  </a:ext>
                </a:extLst>
              </p:cNvPr>
              <p:cNvSpPr/>
              <p:nvPr/>
            </p:nvSpPr>
            <p:spPr>
              <a:xfrm>
                <a:off x="3107450" y="3579100"/>
                <a:ext cx="862650" cy="1864450"/>
              </a:xfrm>
              <a:custGeom>
                <a:avLst/>
                <a:gdLst/>
                <a:ahLst/>
                <a:cxnLst/>
                <a:rect l="l" t="t" r="r" b="b"/>
                <a:pathLst>
                  <a:path w="34506" h="74578" extrusionOk="0">
                    <a:moveTo>
                      <a:pt x="1002" y="2812"/>
                    </a:moveTo>
                    <a:lnTo>
                      <a:pt x="32763" y="72787"/>
                    </a:lnTo>
                    <a:lnTo>
                      <a:pt x="32763" y="72787"/>
                    </a:lnTo>
                    <a:lnTo>
                      <a:pt x="24520" y="67693"/>
                    </a:lnTo>
                    <a:lnTo>
                      <a:pt x="1002" y="5098"/>
                    </a:lnTo>
                    <a:lnTo>
                      <a:pt x="1002" y="2812"/>
                    </a:lnTo>
                    <a:close/>
                    <a:moveTo>
                      <a:pt x="506" y="0"/>
                    </a:moveTo>
                    <a:cubicBezTo>
                      <a:pt x="253" y="0"/>
                      <a:pt x="1" y="186"/>
                      <a:pt x="1" y="500"/>
                    </a:cubicBezTo>
                    <a:lnTo>
                      <a:pt x="1" y="5185"/>
                    </a:lnTo>
                    <a:cubicBezTo>
                      <a:pt x="1" y="5246"/>
                      <a:pt x="9" y="5307"/>
                      <a:pt x="31" y="5364"/>
                    </a:cubicBezTo>
                    <a:lnTo>
                      <a:pt x="23645" y="68202"/>
                    </a:lnTo>
                    <a:cubicBezTo>
                      <a:pt x="23680" y="68307"/>
                      <a:pt x="23754" y="68394"/>
                      <a:pt x="23850" y="68450"/>
                    </a:cubicBezTo>
                    <a:lnTo>
                      <a:pt x="33634" y="74503"/>
                    </a:lnTo>
                    <a:cubicBezTo>
                      <a:pt x="33713" y="74551"/>
                      <a:pt x="33804" y="74577"/>
                      <a:pt x="33896" y="74577"/>
                    </a:cubicBezTo>
                    <a:cubicBezTo>
                      <a:pt x="34261" y="74577"/>
                      <a:pt x="34505" y="74203"/>
                      <a:pt x="34353" y="73872"/>
                    </a:cubicBezTo>
                    <a:lnTo>
                      <a:pt x="954" y="295"/>
                    </a:lnTo>
                    <a:cubicBezTo>
                      <a:pt x="863" y="92"/>
                      <a:pt x="684" y="0"/>
                      <a:pt x="5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707;p36">
                <a:extLst>
                  <a:ext uri="{FF2B5EF4-FFF2-40B4-BE49-F238E27FC236}">
                    <a16:creationId xmlns:a16="http://schemas.microsoft.com/office/drawing/2014/main" id="{D06108F8-6DAE-7261-C19A-F7FB6054896A}"/>
                  </a:ext>
                </a:extLst>
              </p:cNvPr>
              <p:cNvSpPr/>
              <p:nvPr/>
            </p:nvSpPr>
            <p:spPr>
              <a:xfrm>
                <a:off x="3476500" y="3664075"/>
                <a:ext cx="1539950" cy="1177350"/>
              </a:xfrm>
              <a:custGeom>
                <a:avLst/>
                <a:gdLst/>
                <a:ahLst/>
                <a:cxnLst/>
                <a:rect l="l" t="t" r="r" b="b"/>
                <a:pathLst>
                  <a:path w="61598" h="47094" extrusionOk="0">
                    <a:moveTo>
                      <a:pt x="29236" y="1"/>
                    </a:moveTo>
                    <a:lnTo>
                      <a:pt x="0" y="4691"/>
                    </a:lnTo>
                    <a:lnTo>
                      <a:pt x="22321" y="47094"/>
                    </a:lnTo>
                    <a:lnTo>
                      <a:pt x="61598" y="37941"/>
                    </a:lnTo>
                    <a:lnTo>
                      <a:pt x="292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708;p36">
                <a:extLst>
                  <a:ext uri="{FF2B5EF4-FFF2-40B4-BE49-F238E27FC236}">
                    <a16:creationId xmlns:a16="http://schemas.microsoft.com/office/drawing/2014/main" id="{AC59B605-2D78-D7DA-1730-D10F74E649E7}"/>
                  </a:ext>
                </a:extLst>
              </p:cNvPr>
              <p:cNvSpPr/>
              <p:nvPr/>
            </p:nvSpPr>
            <p:spPr>
              <a:xfrm>
                <a:off x="3461475" y="3651625"/>
                <a:ext cx="1570550" cy="1202225"/>
              </a:xfrm>
              <a:custGeom>
                <a:avLst/>
                <a:gdLst/>
                <a:ahLst/>
                <a:cxnLst/>
                <a:rect l="l" t="t" r="r" b="b"/>
                <a:pathLst>
                  <a:path w="62822" h="48089" extrusionOk="0">
                    <a:moveTo>
                      <a:pt x="29641" y="1039"/>
                    </a:moveTo>
                    <a:lnTo>
                      <a:pt x="61284" y="38138"/>
                    </a:lnTo>
                    <a:lnTo>
                      <a:pt x="23183" y="47017"/>
                    </a:lnTo>
                    <a:lnTo>
                      <a:pt x="1372" y="5572"/>
                    </a:lnTo>
                    <a:lnTo>
                      <a:pt x="29641" y="1039"/>
                    </a:lnTo>
                    <a:close/>
                    <a:moveTo>
                      <a:pt x="29838" y="1"/>
                    </a:moveTo>
                    <a:cubicBezTo>
                      <a:pt x="29811" y="1"/>
                      <a:pt x="29785" y="3"/>
                      <a:pt x="29758" y="7"/>
                    </a:cubicBezTo>
                    <a:lnTo>
                      <a:pt x="523" y="4692"/>
                    </a:lnTo>
                    <a:cubicBezTo>
                      <a:pt x="188" y="4749"/>
                      <a:pt x="0" y="5119"/>
                      <a:pt x="161" y="5419"/>
                    </a:cubicBezTo>
                    <a:lnTo>
                      <a:pt x="22478" y="47823"/>
                    </a:lnTo>
                    <a:cubicBezTo>
                      <a:pt x="22565" y="47984"/>
                      <a:pt x="22735" y="48088"/>
                      <a:pt x="22918" y="48088"/>
                    </a:cubicBezTo>
                    <a:cubicBezTo>
                      <a:pt x="22957" y="48088"/>
                      <a:pt x="22996" y="48084"/>
                      <a:pt x="23035" y="48075"/>
                    </a:cubicBezTo>
                    <a:lnTo>
                      <a:pt x="62312" y="38927"/>
                    </a:lnTo>
                    <a:cubicBezTo>
                      <a:pt x="62678" y="38839"/>
                      <a:pt x="62822" y="38400"/>
                      <a:pt x="62582" y="38112"/>
                    </a:cubicBezTo>
                    <a:lnTo>
                      <a:pt x="30220" y="177"/>
                    </a:lnTo>
                    <a:cubicBezTo>
                      <a:pt x="30124" y="62"/>
                      <a:pt x="29984" y="1"/>
                      <a:pt x="298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709;p36">
                <a:extLst>
                  <a:ext uri="{FF2B5EF4-FFF2-40B4-BE49-F238E27FC236}">
                    <a16:creationId xmlns:a16="http://schemas.microsoft.com/office/drawing/2014/main" id="{47DC75A5-08C2-66D9-325E-1F32BF30CED6}"/>
                  </a:ext>
                </a:extLst>
              </p:cNvPr>
              <p:cNvSpPr/>
              <p:nvPr/>
            </p:nvSpPr>
            <p:spPr>
              <a:xfrm>
                <a:off x="4034500" y="4612575"/>
                <a:ext cx="981950" cy="256725"/>
              </a:xfrm>
              <a:custGeom>
                <a:avLst/>
                <a:gdLst/>
                <a:ahLst/>
                <a:cxnLst/>
                <a:rect l="l" t="t" r="r" b="b"/>
                <a:pathLst>
                  <a:path w="39278" h="10269" extrusionOk="0">
                    <a:moveTo>
                      <a:pt x="39278" y="1"/>
                    </a:moveTo>
                    <a:lnTo>
                      <a:pt x="1" y="9154"/>
                    </a:lnTo>
                    <a:lnTo>
                      <a:pt x="1" y="10269"/>
                    </a:lnTo>
                    <a:lnTo>
                      <a:pt x="38607" y="2457"/>
                    </a:lnTo>
                    <a:lnTo>
                      <a:pt x="39278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710;p36">
                <a:extLst>
                  <a:ext uri="{FF2B5EF4-FFF2-40B4-BE49-F238E27FC236}">
                    <a16:creationId xmlns:a16="http://schemas.microsoft.com/office/drawing/2014/main" id="{7DA3C6D2-187C-933D-2907-C300585726A4}"/>
                  </a:ext>
                </a:extLst>
              </p:cNvPr>
              <p:cNvSpPr/>
              <p:nvPr/>
            </p:nvSpPr>
            <p:spPr>
              <a:xfrm>
                <a:off x="4021875" y="4600050"/>
                <a:ext cx="1008800" cy="281775"/>
              </a:xfrm>
              <a:custGeom>
                <a:avLst/>
                <a:gdLst/>
                <a:ahLst/>
                <a:cxnLst/>
                <a:rect l="l" t="t" r="r" b="b"/>
                <a:pathLst>
                  <a:path w="40352" h="11271" extrusionOk="0">
                    <a:moveTo>
                      <a:pt x="39077" y="1181"/>
                    </a:moveTo>
                    <a:lnTo>
                      <a:pt x="38712" y="2531"/>
                    </a:lnTo>
                    <a:lnTo>
                      <a:pt x="1002" y="10160"/>
                    </a:lnTo>
                    <a:lnTo>
                      <a:pt x="1002" y="10051"/>
                    </a:lnTo>
                    <a:lnTo>
                      <a:pt x="39077" y="1181"/>
                    </a:lnTo>
                    <a:close/>
                    <a:moveTo>
                      <a:pt x="39786" y="0"/>
                    </a:moveTo>
                    <a:cubicBezTo>
                      <a:pt x="39748" y="0"/>
                      <a:pt x="39709" y="5"/>
                      <a:pt x="39670" y="14"/>
                    </a:cubicBezTo>
                    <a:lnTo>
                      <a:pt x="388" y="9163"/>
                    </a:lnTo>
                    <a:cubicBezTo>
                      <a:pt x="162" y="9215"/>
                      <a:pt x="1" y="9420"/>
                      <a:pt x="5" y="9655"/>
                    </a:cubicBezTo>
                    <a:lnTo>
                      <a:pt x="5" y="10770"/>
                    </a:lnTo>
                    <a:cubicBezTo>
                      <a:pt x="5" y="11044"/>
                      <a:pt x="227" y="11270"/>
                      <a:pt x="506" y="11270"/>
                    </a:cubicBezTo>
                    <a:cubicBezTo>
                      <a:pt x="536" y="11266"/>
                      <a:pt x="571" y="11262"/>
                      <a:pt x="606" y="11257"/>
                    </a:cubicBezTo>
                    <a:lnTo>
                      <a:pt x="39212" y="3445"/>
                    </a:lnTo>
                    <a:cubicBezTo>
                      <a:pt x="39400" y="3406"/>
                      <a:pt x="39548" y="3267"/>
                      <a:pt x="39596" y="3088"/>
                    </a:cubicBezTo>
                    <a:lnTo>
                      <a:pt x="40266" y="632"/>
                    </a:lnTo>
                    <a:cubicBezTo>
                      <a:pt x="40352" y="306"/>
                      <a:pt x="40101" y="0"/>
                      <a:pt x="397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711;p36">
                <a:extLst>
                  <a:ext uri="{FF2B5EF4-FFF2-40B4-BE49-F238E27FC236}">
                    <a16:creationId xmlns:a16="http://schemas.microsoft.com/office/drawing/2014/main" id="{B077027B-7386-D20D-E877-652B14B7FD7D}"/>
                  </a:ext>
                </a:extLst>
              </p:cNvPr>
              <p:cNvSpPr/>
              <p:nvPr/>
            </p:nvSpPr>
            <p:spPr>
              <a:xfrm>
                <a:off x="4176900" y="3978375"/>
                <a:ext cx="146775" cy="88075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3523" extrusionOk="0">
                    <a:moveTo>
                      <a:pt x="4111" y="0"/>
                    </a:moveTo>
                    <a:lnTo>
                      <a:pt x="1" y="1084"/>
                    </a:lnTo>
                    <a:lnTo>
                      <a:pt x="1651" y="3523"/>
                    </a:lnTo>
                    <a:lnTo>
                      <a:pt x="5870" y="2382"/>
                    </a:lnTo>
                    <a:lnTo>
                      <a:pt x="41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712;p36">
                <a:extLst>
                  <a:ext uri="{FF2B5EF4-FFF2-40B4-BE49-F238E27FC236}">
                    <a16:creationId xmlns:a16="http://schemas.microsoft.com/office/drawing/2014/main" id="{7FD193AA-B46A-F14F-24C2-E2E77C0715D2}"/>
                  </a:ext>
                </a:extLst>
              </p:cNvPr>
              <p:cNvSpPr/>
              <p:nvPr/>
            </p:nvSpPr>
            <p:spPr>
              <a:xfrm>
                <a:off x="4405725" y="4311375"/>
                <a:ext cx="169625" cy="101575"/>
              </a:xfrm>
              <a:custGeom>
                <a:avLst/>
                <a:gdLst/>
                <a:ahLst/>
                <a:cxnLst/>
                <a:rect l="l" t="t" r="r" b="b"/>
                <a:pathLst>
                  <a:path w="6785" h="4063" extrusionOk="0">
                    <a:moveTo>
                      <a:pt x="4782" y="0"/>
                    </a:moveTo>
                    <a:lnTo>
                      <a:pt x="1" y="1293"/>
                    </a:lnTo>
                    <a:lnTo>
                      <a:pt x="1869" y="4063"/>
                    </a:lnTo>
                    <a:lnTo>
                      <a:pt x="6785" y="2717"/>
                    </a:lnTo>
                    <a:lnTo>
                      <a:pt x="47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713;p36">
                <a:extLst>
                  <a:ext uri="{FF2B5EF4-FFF2-40B4-BE49-F238E27FC236}">
                    <a16:creationId xmlns:a16="http://schemas.microsoft.com/office/drawing/2014/main" id="{F950BAB6-D59E-8D4C-08AC-5DA43F0F846D}"/>
                  </a:ext>
                </a:extLst>
              </p:cNvPr>
              <p:cNvSpPr/>
              <p:nvPr/>
            </p:nvSpPr>
            <p:spPr>
              <a:xfrm>
                <a:off x="4090900" y="3856225"/>
                <a:ext cx="129900" cy="67400"/>
              </a:xfrm>
              <a:custGeom>
                <a:avLst/>
                <a:gdLst/>
                <a:ahLst/>
                <a:cxnLst/>
                <a:rect l="l" t="t" r="r" b="b"/>
                <a:pathLst>
                  <a:path w="5196" h="2696" extrusionOk="0">
                    <a:moveTo>
                      <a:pt x="3950" y="0"/>
                    </a:moveTo>
                    <a:lnTo>
                      <a:pt x="1" y="876"/>
                    </a:lnTo>
                    <a:lnTo>
                      <a:pt x="1229" y="2696"/>
                    </a:lnTo>
                    <a:lnTo>
                      <a:pt x="5195" y="1686"/>
                    </a:lnTo>
                    <a:lnTo>
                      <a:pt x="39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714;p36">
                <a:extLst>
                  <a:ext uri="{FF2B5EF4-FFF2-40B4-BE49-F238E27FC236}">
                    <a16:creationId xmlns:a16="http://schemas.microsoft.com/office/drawing/2014/main" id="{39E4093A-A833-7FA3-B202-A49AE7EEC801}"/>
                  </a:ext>
                </a:extLst>
              </p:cNvPr>
              <p:cNvSpPr/>
              <p:nvPr/>
            </p:nvSpPr>
            <p:spPr>
              <a:xfrm>
                <a:off x="4281625" y="4130000"/>
                <a:ext cx="172450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6898" h="4569" extrusionOk="0">
                    <a:moveTo>
                      <a:pt x="4394" y="1"/>
                    </a:moveTo>
                    <a:lnTo>
                      <a:pt x="1" y="1211"/>
                    </a:lnTo>
                    <a:lnTo>
                      <a:pt x="2269" y="4569"/>
                    </a:lnTo>
                    <a:lnTo>
                      <a:pt x="6898" y="3389"/>
                    </a:lnTo>
                    <a:lnTo>
                      <a:pt x="43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715;p36">
                <a:extLst>
                  <a:ext uri="{FF2B5EF4-FFF2-40B4-BE49-F238E27FC236}">
                    <a16:creationId xmlns:a16="http://schemas.microsoft.com/office/drawing/2014/main" id="{087CDAE3-EAE6-2BB4-9960-C7B32AC4FABB}"/>
                  </a:ext>
                </a:extLst>
              </p:cNvPr>
              <p:cNvSpPr/>
              <p:nvPr/>
            </p:nvSpPr>
            <p:spPr>
              <a:xfrm>
                <a:off x="4482250" y="4199575"/>
                <a:ext cx="150700" cy="92650"/>
              </a:xfrm>
              <a:custGeom>
                <a:avLst/>
                <a:gdLst/>
                <a:ahLst/>
                <a:cxnLst/>
                <a:rect l="l" t="t" r="r" b="b"/>
                <a:pathLst>
                  <a:path w="6028" h="3706" extrusionOk="0">
                    <a:moveTo>
                      <a:pt x="3968" y="0"/>
                    </a:moveTo>
                    <a:lnTo>
                      <a:pt x="1" y="1010"/>
                    </a:lnTo>
                    <a:lnTo>
                      <a:pt x="1986" y="3706"/>
                    </a:lnTo>
                    <a:lnTo>
                      <a:pt x="6027" y="2613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716;p36">
                <a:extLst>
                  <a:ext uri="{FF2B5EF4-FFF2-40B4-BE49-F238E27FC236}">
                    <a16:creationId xmlns:a16="http://schemas.microsoft.com/office/drawing/2014/main" id="{31A4BA8B-68D9-9A3E-44D6-3CB3E9524FEB}"/>
                  </a:ext>
                </a:extLst>
              </p:cNvPr>
              <p:cNvSpPr/>
              <p:nvPr/>
            </p:nvSpPr>
            <p:spPr>
              <a:xfrm>
                <a:off x="4348350" y="4229300"/>
                <a:ext cx="166250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6650" h="3993" extrusionOk="0">
                    <a:moveTo>
                      <a:pt x="4656" y="0"/>
                    </a:moveTo>
                    <a:lnTo>
                      <a:pt x="1" y="1184"/>
                    </a:lnTo>
                    <a:lnTo>
                      <a:pt x="1895" y="3993"/>
                    </a:lnTo>
                    <a:lnTo>
                      <a:pt x="6650" y="2704"/>
                    </a:lnTo>
                    <a:lnTo>
                      <a:pt x="465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717;p36">
                <a:extLst>
                  <a:ext uri="{FF2B5EF4-FFF2-40B4-BE49-F238E27FC236}">
                    <a16:creationId xmlns:a16="http://schemas.microsoft.com/office/drawing/2014/main" id="{031208D3-9C17-1141-4BCF-AA155AE725C0}"/>
                  </a:ext>
                </a:extLst>
              </p:cNvPr>
              <p:cNvSpPr/>
              <p:nvPr/>
            </p:nvSpPr>
            <p:spPr>
              <a:xfrm>
                <a:off x="3978775" y="3882025"/>
                <a:ext cx="125650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2810" extrusionOk="0">
                    <a:moveTo>
                      <a:pt x="3780" y="0"/>
                    </a:moveTo>
                    <a:lnTo>
                      <a:pt x="1" y="832"/>
                    </a:lnTo>
                    <a:lnTo>
                      <a:pt x="1224" y="2809"/>
                    </a:lnTo>
                    <a:lnTo>
                      <a:pt x="5026" y="1838"/>
                    </a:lnTo>
                    <a:lnTo>
                      <a:pt x="37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718;p36">
                <a:extLst>
                  <a:ext uri="{FF2B5EF4-FFF2-40B4-BE49-F238E27FC236}">
                    <a16:creationId xmlns:a16="http://schemas.microsoft.com/office/drawing/2014/main" id="{2B2DB6ED-BA2B-102B-0CFC-E9E211ADE623}"/>
                  </a:ext>
                </a:extLst>
              </p:cNvPr>
              <p:cNvSpPr/>
              <p:nvPr/>
            </p:nvSpPr>
            <p:spPr>
              <a:xfrm>
                <a:off x="4228075" y="4052400"/>
                <a:ext cx="152850" cy="93300"/>
              </a:xfrm>
              <a:custGeom>
                <a:avLst/>
                <a:gdLst/>
                <a:ahLst/>
                <a:cxnLst/>
                <a:rect l="l" t="t" r="r" b="b"/>
                <a:pathLst>
                  <a:path w="6114" h="3732" extrusionOk="0">
                    <a:moveTo>
                      <a:pt x="4250" y="0"/>
                    </a:moveTo>
                    <a:lnTo>
                      <a:pt x="0" y="1150"/>
                    </a:lnTo>
                    <a:lnTo>
                      <a:pt x="1746" y="3732"/>
                    </a:lnTo>
                    <a:lnTo>
                      <a:pt x="6114" y="2526"/>
                    </a:lnTo>
                    <a:lnTo>
                      <a:pt x="4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719;p36">
                <a:extLst>
                  <a:ext uri="{FF2B5EF4-FFF2-40B4-BE49-F238E27FC236}">
                    <a16:creationId xmlns:a16="http://schemas.microsoft.com/office/drawing/2014/main" id="{6592D539-5CD1-F64C-A627-8A681B00273B}"/>
                  </a:ext>
                </a:extLst>
              </p:cNvPr>
              <p:cNvSpPr/>
              <p:nvPr/>
            </p:nvSpPr>
            <p:spPr>
              <a:xfrm>
                <a:off x="4131625" y="3912950"/>
                <a:ext cx="137400" cy="77850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3114" extrusionOk="0">
                    <a:moveTo>
                      <a:pt x="3993" y="0"/>
                    </a:moveTo>
                    <a:lnTo>
                      <a:pt x="0" y="1015"/>
                    </a:lnTo>
                    <a:lnTo>
                      <a:pt x="1415" y="3114"/>
                    </a:lnTo>
                    <a:lnTo>
                      <a:pt x="5495" y="2034"/>
                    </a:lnTo>
                    <a:lnTo>
                      <a:pt x="39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720;p36">
                <a:extLst>
                  <a:ext uri="{FF2B5EF4-FFF2-40B4-BE49-F238E27FC236}">
                    <a16:creationId xmlns:a16="http://schemas.microsoft.com/office/drawing/2014/main" id="{6103E1F0-CD03-6A61-A086-42CD509015CA}"/>
                  </a:ext>
                </a:extLst>
              </p:cNvPr>
              <p:cNvSpPr/>
              <p:nvPr/>
            </p:nvSpPr>
            <p:spPr>
              <a:xfrm>
                <a:off x="3773675" y="4000675"/>
                <a:ext cx="143725" cy="85600"/>
              </a:xfrm>
              <a:custGeom>
                <a:avLst/>
                <a:gdLst/>
                <a:ahLst/>
                <a:cxnLst/>
                <a:rect l="l" t="t" r="r" b="b"/>
                <a:pathLst>
                  <a:path w="5749" h="3424" extrusionOk="0">
                    <a:moveTo>
                      <a:pt x="4512" y="1"/>
                    </a:moveTo>
                    <a:lnTo>
                      <a:pt x="1" y="1150"/>
                    </a:lnTo>
                    <a:lnTo>
                      <a:pt x="1259" y="3423"/>
                    </a:lnTo>
                    <a:lnTo>
                      <a:pt x="5749" y="2239"/>
                    </a:lnTo>
                    <a:lnTo>
                      <a:pt x="45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721;p36">
                <a:extLst>
                  <a:ext uri="{FF2B5EF4-FFF2-40B4-BE49-F238E27FC236}">
                    <a16:creationId xmlns:a16="http://schemas.microsoft.com/office/drawing/2014/main" id="{178A88CD-0A87-0D1A-424C-3C2F2CACE5FC}"/>
                  </a:ext>
                </a:extLst>
              </p:cNvPr>
              <p:cNvSpPr/>
              <p:nvPr/>
            </p:nvSpPr>
            <p:spPr>
              <a:xfrm>
                <a:off x="3720550" y="4105850"/>
                <a:ext cx="112275" cy="85700"/>
              </a:xfrm>
              <a:custGeom>
                <a:avLst/>
                <a:gdLst/>
                <a:ahLst/>
                <a:cxnLst/>
                <a:rect l="l" t="t" r="r" b="b"/>
                <a:pathLst>
                  <a:path w="4491" h="3428" extrusionOk="0">
                    <a:moveTo>
                      <a:pt x="3053" y="0"/>
                    </a:moveTo>
                    <a:lnTo>
                      <a:pt x="1" y="806"/>
                    </a:lnTo>
                    <a:lnTo>
                      <a:pt x="1390" y="3427"/>
                    </a:lnTo>
                    <a:lnTo>
                      <a:pt x="4490" y="2591"/>
                    </a:lnTo>
                    <a:lnTo>
                      <a:pt x="305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722;p36">
                <a:extLst>
                  <a:ext uri="{FF2B5EF4-FFF2-40B4-BE49-F238E27FC236}">
                    <a16:creationId xmlns:a16="http://schemas.microsoft.com/office/drawing/2014/main" id="{8B708931-CE39-AC2A-6043-E8AA8A33D095}"/>
                  </a:ext>
                </a:extLst>
              </p:cNvPr>
              <p:cNvSpPr/>
              <p:nvPr/>
            </p:nvSpPr>
            <p:spPr>
              <a:xfrm>
                <a:off x="3945250" y="3829775"/>
                <a:ext cx="118025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4721" h="2322" extrusionOk="0">
                    <a:moveTo>
                      <a:pt x="3710" y="0"/>
                    </a:moveTo>
                    <a:lnTo>
                      <a:pt x="0" y="762"/>
                    </a:lnTo>
                    <a:lnTo>
                      <a:pt x="967" y="2321"/>
                    </a:lnTo>
                    <a:lnTo>
                      <a:pt x="4721" y="1494"/>
                    </a:lnTo>
                    <a:lnTo>
                      <a:pt x="3710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723;p36">
                <a:extLst>
                  <a:ext uri="{FF2B5EF4-FFF2-40B4-BE49-F238E27FC236}">
                    <a16:creationId xmlns:a16="http://schemas.microsoft.com/office/drawing/2014/main" id="{FFC37A73-90D7-7B31-189F-D9367243645D}"/>
                  </a:ext>
                </a:extLst>
              </p:cNvPr>
              <p:cNvSpPr/>
              <p:nvPr/>
            </p:nvSpPr>
            <p:spPr>
              <a:xfrm>
                <a:off x="3733525" y="3931775"/>
                <a:ext cx="1445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783" h="3302" extrusionOk="0">
                    <a:moveTo>
                      <a:pt x="4590" y="0"/>
                    </a:moveTo>
                    <a:lnTo>
                      <a:pt x="0" y="1011"/>
                    </a:lnTo>
                    <a:lnTo>
                      <a:pt x="1272" y="3301"/>
                    </a:lnTo>
                    <a:lnTo>
                      <a:pt x="5783" y="2152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724;p36">
                <a:extLst>
                  <a:ext uri="{FF2B5EF4-FFF2-40B4-BE49-F238E27FC236}">
                    <a16:creationId xmlns:a16="http://schemas.microsoft.com/office/drawing/2014/main" id="{4A65F173-3492-FDE1-2D33-B8CC7758BCA1}"/>
                  </a:ext>
                </a:extLst>
              </p:cNvPr>
              <p:cNvSpPr/>
              <p:nvPr/>
            </p:nvSpPr>
            <p:spPr>
              <a:xfrm>
                <a:off x="3834000" y="3852300"/>
                <a:ext cx="118125" cy="60450"/>
              </a:xfrm>
              <a:custGeom>
                <a:avLst/>
                <a:gdLst/>
                <a:ahLst/>
                <a:cxnLst/>
                <a:rect l="l" t="t" r="r" b="b"/>
                <a:pathLst>
                  <a:path w="4725" h="2418" extrusionOk="0">
                    <a:moveTo>
                      <a:pt x="3754" y="1"/>
                    </a:moveTo>
                    <a:lnTo>
                      <a:pt x="0" y="767"/>
                    </a:lnTo>
                    <a:lnTo>
                      <a:pt x="915" y="2417"/>
                    </a:lnTo>
                    <a:lnTo>
                      <a:pt x="4725" y="1573"/>
                    </a:lnTo>
                    <a:lnTo>
                      <a:pt x="37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725;p36">
                <a:extLst>
                  <a:ext uri="{FF2B5EF4-FFF2-40B4-BE49-F238E27FC236}">
                    <a16:creationId xmlns:a16="http://schemas.microsoft.com/office/drawing/2014/main" id="{264263A5-F75A-93EB-DA9C-C77830133518}"/>
                  </a:ext>
                </a:extLst>
              </p:cNvPr>
              <p:cNvSpPr/>
              <p:nvPr/>
            </p:nvSpPr>
            <p:spPr>
              <a:xfrm>
                <a:off x="3641950" y="3960850"/>
                <a:ext cx="106500" cy="76750"/>
              </a:xfrm>
              <a:custGeom>
                <a:avLst/>
                <a:gdLst/>
                <a:ahLst/>
                <a:cxnLst/>
                <a:rect l="l" t="t" r="r" b="b"/>
                <a:pathLst>
                  <a:path w="4260" h="3070" extrusionOk="0">
                    <a:moveTo>
                      <a:pt x="2984" y="0"/>
                    </a:moveTo>
                    <a:lnTo>
                      <a:pt x="1" y="662"/>
                    </a:lnTo>
                    <a:lnTo>
                      <a:pt x="1272" y="3070"/>
                    </a:lnTo>
                    <a:lnTo>
                      <a:pt x="4260" y="2308"/>
                    </a:lnTo>
                    <a:lnTo>
                      <a:pt x="29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726;p36">
                <a:extLst>
                  <a:ext uri="{FF2B5EF4-FFF2-40B4-BE49-F238E27FC236}">
                    <a16:creationId xmlns:a16="http://schemas.microsoft.com/office/drawing/2014/main" id="{8C65EDDE-F464-AA80-AA24-C248060298BA}"/>
                  </a:ext>
                </a:extLst>
              </p:cNvPr>
              <p:cNvSpPr/>
              <p:nvPr/>
            </p:nvSpPr>
            <p:spPr>
              <a:xfrm>
                <a:off x="3701175" y="3875050"/>
                <a:ext cx="138600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5544" h="2671" extrusionOk="0">
                    <a:moveTo>
                      <a:pt x="4625" y="1"/>
                    </a:moveTo>
                    <a:lnTo>
                      <a:pt x="1" y="946"/>
                    </a:lnTo>
                    <a:lnTo>
                      <a:pt x="959" y="2670"/>
                    </a:lnTo>
                    <a:lnTo>
                      <a:pt x="5544" y="1655"/>
                    </a:lnTo>
                    <a:lnTo>
                      <a:pt x="46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727;p36">
                <a:extLst>
                  <a:ext uri="{FF2B5EF4-FFF2-40B4-BE49-F238E27FC236}">
                    <a16:creationId xmlns:a16="http://schemas.microsoft.com/office/drawing/2014/main" id="{342FC8DE-E30D-91E6-8D16-38F48D478A63}"/>
                  </a:ext>
                </a:extLst>
              </p:cNvPr>
              <p:cNvSpPr/>
              <p:nvPr/>
            </p:nvSpPr>
            <p:spPr>
              <a:xfrm>
                <a:off x="4061300" y="4009925"/>
                <a:ext cx="1398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5592" h="3542" extrusionOk="0">
                    <a:moveTo>
                      <a:pt x="3941" y="1"/>
                    </a:moveTo>
                    <a:lnTo>
                      <a:pt x="0" y="1042"/>
                    </a:lnTo>
                    <a:lnTo>
                      <a:pt x="1546" y="3541"/>
                    </a:lnTo>
                    <a:lnTo>
                      <a:pt x="5591" y="2444"/>
                    </a:lnTo>
                    <a:lnTo>
                      <a:pt x="39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728;p36">
                <a:extLst>
                  <a:ext uri="{FF2B5EF4-FFF2-40B4-BE49-F238E27FC236}">
                    <a16:creationId xmlns:a16="http://schemas.microsoft.com/office/drawing/2014/main" id="{F190C5C1-0C13-00A5-64CD-61AA90413B3E}"/>
                  </a:ext>
                </a:extLst>
              </p:cNvPr>
              <p:cNvSpPr/>
              <p:nvPr/>
            </p:nvSpPr>
            <p:spPr>
              <a:xfrm>
                <a:off x="4159150" y="4164950"/>
                <a:ext cx="162025" cy="111825"/>
              </a:xfrm>
              <a:custGeom>
                <a:avLst/>
                <a:gdLst/>
                <a:ahLst/>
                <a:cxnLst/>
                <a:rect l="l" t="t" r="r" b="b"/>
                <a:pathLst>
                  <a:path w="6481" h="4473" extrusionOk="0">
                    <a:moveTo>
                      <a:pt x="4220" y="1"/>
                    </a:moveTo>
                    <a:lnTo>
                      <a:pt x="1" y="1163"/>
                    </a:lnTo>
                    <a:lnTo>
                      <a:pt x="2052" y="4473"/>
                    </a:lnTo>
                    <a:lnTo>
                      <a:pt x="6480" y="3345"/>
                    </a:lnTo>
                    <a:lnTo>
                      <a:pt x="42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729;p36">
                <a:extLst>
                  <a:ext uri="{FF2B5EF4-FFF2-40B4-BE49-F238E27FC236}">
                    <a16:creationId xmlns:a16="http://schemas.microsoft.com/office/drawing/2014/main" id="{1D1481F1-6865-C50B-2AA1-21391B1F3864}"/>
                  </a:ext>
                </a:extLst>
              </p:cNvPr>
              <p:cNvSpPr/>
              <p:nvPr/>
            </p:nvSpPr>
            <p:spPr>
              <a:xfrm>
                <a:off x="3865225" y="3906725"/>
                <a:ext cx="127075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5083" h="2984" extrusionOk="0">
                    <a:moveTo>
                      <a:pt x="3850" y="1"/>
                    </a:moveTo>
                    <a:lnTo>
                      <a:pt x="1" y="850"/>
                    </a:lnTo>
                    <a:lnTo>
                      <a:pt x="1185" y="2984"/>
                    </a:lnTo>
                    <a:lnTo>
                      <a:pt x="5082" y="1991"/>
                    </a:lnTo>
                    <a:lnTo>
                      <a:pt x="385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730;p36">
                <a:extLst>
                  <a:ext uri="{FF2B5EF4-FFF2-40B4-BE49-F238E27FC236}">
                    <a16:creationId xmlns:a16="http://schemas.microsoft.com/office/drawing/2014/main" id="{438DC04C-611C-69DE-2E1D-60D866BC905E}"/>
                  </a:ext>
                </a:extLst>
              </p:cNvPr>
              <p:cNvSpPr/>
              <p:nvPr/>
            </p:nvSpPr>
            <p:spPr>
              <a:xfrm>
                <a:off x="3807875" y="4269025"/>
                <a:ext cx="123125" cy="99625"/>
              </a:xfrm>
              <a:custGeom>
                <a:avLst/>
                <a:gdLst/>
                <a:ahLst/>
                <a:cxnLst/>
                <a:rect l="l" t="t" r="r" b="b"/>
                <a:pathLst>
                  <a:path w="4925" h="3985" extrusionOk="0">
                    <a:moveTo>
                      <a:pt x="3179" y="0"/>
                    </a:moveTo>
                    <a:lnTo>
                      <a:pt x="0" y="876"/>
                    </a:lnTo>
                    <a:lnTo>
                      <a:pt x="1650" y="3985"/>
                    </a:lnTo>
                    <a:lnTo>
                      <a:pt x="4925" y="3153"/>
                    </a:lnTo>
                    <a:lnTo>
                      <a:pt x="31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731;p36">
                <a:extLst>
                  <a:ext uri="{FF2B5EF4-FFF2-40B4-BE49-F238E27FC236}">
                    <a16:creationId xmlns:a16="http://schemas.microsoft.com/office/drawing/2014/main" id="{D8DD149E-8366-AE0C-6196-121565918224}"/>
                  </a:ext>
                </a:extLst>
              </p:cNvPr>
              <p:cNvSpPr/>
              <p:nvPr/>
            </p:nvSpPr>
            <p:spPr>
              <a:xfrm>
                <a:off x="4109075" y="4085700"/>
                <a:ext cx="145675" cy="93525"/>
              </a:xfrm>
              <a:custGeom>
                <a:avLst/>
                <a:gdLst/>
                <a:ahLst/>
                <a:cxnLst/>
                <a:rect l="l" t="t" r="r" b="b"/>
                <a:pathLst>
                  <a:path w="5827" h="3741" extrusionOk="0">
                    <a:moveTo>
                      <a:pt x="4077" y="1"/>
                    </a:moveTo>
                    <a:lnTo>
                      <a:pt x="1" y="1102"/>
                    </a:lnTo>
                    <a:lnTo>
                      <a:pt x="1638" y="3741"/>
                    </a:lnTo>
                    <a:lnTo>
                      <a:pt x="5827" y="2587"/>
                    </a:lnTo>
                    <a:lnTo>
                      <a:pt x="40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732;p36">
                <a:extLst>
                  <a:ext uri="{FF2B5EF4-FFF2-40B4-BE49-F238E27FC236}">
                    <a16:creationId xmlns:a16="http://schemas.microsoft.com/office/drawing/2014/main" id="{D55AA84D-3A76-1BB0-F639-89CF7B654EB3}"/>
                  </a:ext>
                </a:extLst>
              </p:cNvPr>
              <p:cNvSpPr/>
              <p:nvPr/>
            </p:nvSpPr>
            <p:spPr>
              <a:xfrm>
                <a:off x="3903225" y="3971400"/>
                <a:ext cx="131975" cy="80900"/>
              </a:xfrm>
              <a:custGeom>
                <a:avLst/>
                <a:gdLst/>
                <a:ahLst/>
                <a:cxnLst/>
                <a:rect l="l" t="t" r="r" b="b"/>
                <a:pathLst>
                  <a:path w="5279" h="3236" extrusionOk="0">
                    <a:moveTo>
                      <a:pt x="3933" y="0"/>
                    </a:moveTo>
                    <a:lnTo>
                      <a:pt x="1" y="1002"/>
                    </a:lnTo>
                    <a:lnTo>
                      <a:pt x="1237" y="3236"/>
                    </a:lnTo>
                    <a:lnTo>
                      <a:pt x="5278" y="2169"/>
                    </a:lnTo>
                    <a:lnTo>
                      <a:pt x="393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733;p36">
                <a:extLst>
                  <a:ext uri="{FF2B5EF4-FFF2-40B4-BE49-F238E27FC236}">
                    <a16:creationId xmlns:a16="http://schemas.microsoft.com/office/drawing/2014/main" id="{104B715E-2C14-02BA-5243-2B883D210562}"/>
                  </a:ext>
                </a:extLst>
              </p:cNvPr>
              <p:cNvSpPr/>
              <p:nvPr/>
            </p:nvSpPr>
            <p:spPr>
              <a:xfrm>
                <a:off x="4107350" y="4602575"/>
                <a:ext cx="152975" cy="101150"/>
              </a:xfrm>
              <a:custGeom>
                <a:avLst/>
                <a:gdLst/>
                <a:ahLst/>
                <a:cxnLst/>
                <a:rect l="l" t="t" r="r" b="b"/>
                <a:pathLst>
                  <a:path w="6119" h="4046" extrusionOk="0">
                    <a:moveTo>
                      <a:pt x="4498" y="0"/>
                    </a:moveTo>
                    <a:lnTo>
                      <a:pt x="0" y="1145"/>
                    </a:lnTo>
                    <a:lnTo>
                      <a:pt x="1607" y="4046"/>
                    </a:lnTo>
                    <a:lnTo>
                      <a:pt x="6118" y="2926"/>
                    </a:lnTo>
                    <a:lnTo>
                      <a:pt x="449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734;p36">
                <a:extLst>
                  <a:ext uri="{FF2B5EF4-FFF2-40B4-BE49-F238E27FC236}">
                    <a16:creationId xmlns:a16="http://schemas.microsoft.com/office/drawing/2014/main" id="{7FD931BA-98EB-C943-E411-C61B8B036E46}"/>
                  </a:ext>
                </a:extLst>
              </p:cNvPr>
              <p:cNvSpPr/>
              <p:nvPr/>
            </p:nvSpPr>
            <p:spPr>
              <a:xfrm>
                <a:off x="3995425" y="3721250"/>
                <a:ext cx="146550" cy="89925"/>
              </a:xfrm>
              <a:custGeom>
                <a:avLst/>
                <a:gdLst/>
                <a:ahLst/>
                <a:cxnLst/>
                <a:rect l="l" t="t" r="r" b="b"/>
                <a:pathLst>
                  <a:path w="5862" h="3597" extrusionOk="0">
                    <a:moveTo>
                      <a:pt x="3789" y="0"/>
                    </a:moveTo>
                    <a:lnTo>
                      <a:pt x="1" y="627"/>
                    </a:lnTo>
                    <a:lnTo>
                      <a:pt x="2008" y="3597"/>
                    </a:lnTo>
                    <a:lnTo>
                      <a:pt x="5862" y="2809"/>
                    </a:lnTo>
                    <a:lnTo>
                      <a:pt x="37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735;p36">
                <a:extLst>
                  <a:ext uri="{FF2B5EF4-FFF2-40B4-BE49-F238E27FC236}">
                    <a16:creationId xmlns:a16="http://schemas.microsoft.com/office/drawing/2014/main" id="{6AB9A9B1-1792-4351-1575-062BF2377E5B}"/>
                  </a:ext>
                </a:extLst>
              </p:cNvPr>
              <p:cNvSpPr/>
              <p:nvPr/>
            </p:nvSpPr>
            <p:spPr>
              <a:xfrm>
                <a:off x="3643700" y="3775450"/>
                <a:ext cx="164625" cy="107900"/>
              </a:xfrm>
              <a:custGeom>
                <a:avLst/>
                <a:gdLst/>
                <a:ahLst/>
                <a:cxnLst/>
                <a:rect l="l" t="t" r="r" b="b"/>
                <a:pathLst>
                  <a:path w="6585" h="4316" extrusionOk="0">
                    <a:moveTo>
                      <a:pt x="4721" y="1"/>
                    </a:moveTo>
                    <a:lnTo>
                      <a:pt x="1" y="780"/>
                    </a:lnTo>
                    <a:lnTo>
                      <a:pt x="1960" y="4316"/>
                    </a:lnTo>
                    <a:lnTo>
                      <a:pt x="6585" y="3371"/>
                    </a:lnTo>
                    <a:lnTo>
                      <a:pt x="47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736;p36">
                <a:extLst>
                  <a:ext uri="{FF2B5EF4-FFF2-40B4-BE49-F238E27FC236}">
                    <a16:creationId xmlns:a16="http://schemas.microsoft.com/office/drawing/2014/main" id="{D5CB4546-E0B9-52B3-389F-235A5792498F}"/>
                  </a:ext>
                </a:extLst>
              </p:cNvPr>
              <p:cNvSpPr/>
              <p:nvPr/>
            </p:nvSpPr>
            <p:spPr>
              <a:xfrm>
                <a:off x="3813525" y="4071775"/>
                <a:ext cx="147750" cy="94400"/>
              </a:xfrm>
              <a:custGeom>
                <a:avLst/>
                <a:gdLst/>
                <a:ahLst/>
                <a:cxnLst/>
                <a:rect l="l" t="t" r="r" b="b"/>
                <a:pathLst>
                  <a:path w="5910" h="3776" extrusionOk="0">
                    <a:moveTo>
                      <a:pt x="4490" y="0"/>
                    </a:moveTo>
                    <a:lnTo>
                      <a:pt x="1" y="1185"/>
                    </a:lnTo>
                    <a:lnTo>
                      <a:pt x="1437" y="3775"/>
                    </a:lnTo>
                    <a:lnTo>
                      <a:pt x="5909" y="2565"/>
                    </a:lnTo>
                    <a:lnTo>
                      <a:pt x="44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737;p36">
                <a:extLst>
                  <a:ext uri="{FF2B5EF4-FFF2-40B4-BE49-F238E27FC236}">
                    <a16:creationId xmlns:a16="http://schemas.microsoft.com/office/drawing/2014/main" id="{046898B4-F203-A128-8EEF-2C026140489D}"/>
                  </a:ext>
                </a:extLst>
              </p:cNvPr>
              <p:cNvSpPr/>
              <p:nvPr/>
            </p:nvSpPr>
            <p:spPr>
              <a:xfrm>
                <a:off x="4085575" y="4296025"/>
                <a:ext cx="162325" cy="105625"/>
              </a:xfrm>
              <a:custGeom>
                <a:avLst/>
                <a:gdLst/>
                <a:ahLst/>
                <a:cxnLst/>
                <a:rect l="l" t="t" r="r" b="b"/>
                <a:pathLst>
                  <a:path w="6493" h="4225" extrusionOk="0">
                    <a:moveTo>
                      <a:pt x="4681" y="0"/>
                    </a:moveTo>
                    <a:lnTo>
                      <a:pt x="0" y="1189"/>
                    </a:lnTo>
                    <a:lnTo>
                      <a:pt x="1681" y="4224"/>
                    </a:lnTo>
                    <a:lnTo>
                      <a:pt x="6493" y="2922"/>
                    </a:lnTo>
                    <a:lnTo>
                      <a:pt x="4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738;p36">
                <a:extLst>
                  <a:ext uri="{FF2B5EF4-FFF2-40B4-BE49-F238E27FC236}">
                    <a16:creationId xmlns:a16="http://schemas.microsoft.com/office/drawing/2014/main" id="{699BDBE6-46DF-D65D-47A1-52E6C89C1986}"/>
                  </a:ext>
                </a:extLst>
              </p:cNvPr>
              <p:cNvSpPr/>
              <p:nvPr/>
            </p:nvSpPr>
            <p:spPr>
              <a:xfrm>
                <a:off x="4032000" y="4198700"/>
                <a:ext cx="161475" cy="111925"/>
              </a:xfrm>
              <a:custGeom>
                <a:avLst/>
                <a:gdLst/>
                <a:ahLst/>
                <a:cxnLst/>
                <a:rect l="l" t="t" r="r" b="b"/>
                <a:pathLst>
                  <a:path w="6459" h="4477" extrusionOk="0">
                    <a:moveTo>
                      <a:pt x="4416" y="0"/>
                    </a:moveTo>
                    <a:lnTo>
                      <a:pt x="1" y="1215"/>
                    </a:lnTo>
                    <a:lnTo>
                      <a:pt x="1808" y="4477"/>
                    </a:lnTo>
                    <a:lnTo>
                      <a:pt x="6458" y="3297"/>
                    </a:lnTo>
                    <a:lnTo>
                      <a:pt x="4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739;p36">
                <a:extLst>
                  <a:ext uri="{FF2B5EF4-FFF2-40B4-BE49-F238E27FC236}">
                    <a16:creationId xmlns:a16="http://schemas.microsoft.com/office/drawing/2014/main" id="{D3B729EA-BBA9-66B3-42F2-A9396FF70835}"/>
                  </a:ext>
                </a:extLst>
              </p:cNvPr>
              <p:cNvSpPr/>
              <p:nvPr/>
            </p:nvSpPr>
            <p:spPr>
              <a:xfrm>
                <a:off x="4219675" y="4263250"/>
                <a:ext cx="159075" cy="101275"/>
              </a:xfrm>
              <a:custGeom>
                <a:avLst/>
                <a:gdLst/>
                <a:ahLst/>
                <a:cxnLst/>
                <a:rect l="l" t="t" r="r" b="b"/>
                <a:pathLst>
                  <a:path w="6363" h="4051" extrusionOk="0">
                    <a:moveTo>
                      <a:pt x="4455" y="1"/>
                    </a:moveTo>
                    <a:lnTo>
                      <a:pt x="1" y="1137"/>
                    </a:lnTo>
                    <a:lnTo>
                      <a:pt x="1804" y="4050"/>
                    </a:lnTo>
                    <a:lnTo>
                      <a:pt x="6363" y="2818"/>
                    </a:lnTo>
                    <a:lnTo>
                      <a:pt x="445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740;p36">
                <a:extLst>
                  <a:ext uri="{FF2B5EF4-FFF2-40B4-BE49-F238E27FC236}">
                    <a16:creationId xmlns:a16="http://schemas.microsoft.com/office/drawing/2014/main" id="{CD6FA704-6B33-E90F-6F9A-ECC5F8A72370}"/>
                  </a:ext>
                </a:extLst>
              </p:cNvPr>
              <p:cNvSpPr/>
              <p:nvPr/>
            </p:nvSpPr>
            <p:spPr>
              <a:xfrm>
                <a:off x="3942425" y="4040425"/>
                <a:ext cx="140675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5627" h="3641" extrusionOk="0">
                    <a:moveTo>
                      <a:pt x="4076" y="0"/>
                    </a:moveTo>
                    <a:lnTo>
                      <a:pt x="0" y="1076"/>
                    </a:lnTo>
                    <a:lnTo>
                      <a:pt x="1420" y="3640"/>
                    </a:lnTo>
                    <a:lnTo>
                      <a:pt x="5626" y="2504"/>
                    </a:lnTo>
                    <a:lnTo>
                      <a:pt x="4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741;p36">
                <a:extLst>
                  <a:ext uri="{FF2B5EF4-FFF2-40B4-BE49-F238E27FC236}">
                    <a16:creationId xmlns:a16="http://schemas.microsoft.com/office/drawing/2014/main" id="{9E222C83-69E9-8840-53B3-30A54A5C48E5}"/>
                  </a:ext>
                </a:extLst>
              </p:cNvPr>
              <p:cNvSpPr/>
              <p:nvPr/>
            </p:nvSpPr>
            <p:spPr>
              <a:xfrm>
                <a:off x="4018625" y="3942775"/>
                <a:ext cx="13130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5252" h="3136" extrusionOk="0">
                    <a:moveTo>
                      <a:pt x="3828" y="0"/>
                    </a:moveTo>
                    <a:lnTo>
                      <a:pt x="0" y="971"/>
                    </a:lnTo>
                    <a:lnTo>
                      <a:pt x="1337" y="3135"/>
                    </a:lnTo>
                    <a:lnTo>
                      <a:pt x="5252" y="2099"/>
                    </a:lnTo>
                    <a:lnTo>
                      <a:pt x="3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742;p36">
                <a:extLst>
                  <a:ext uri="{FF2B5EF4-FFF2-40B4-BE49-F238E27FC236}">
                    <a16:creationId xmlns:a16="http://schemas.microsoft.com/office/drawing/2014/main" id="{D93B7089-9EF6-DC18-DF3C-610BC5AC3A8F}"/>
                  </a:ext>
                </a:extLst>
              </p:cNvPr>
              <p:cNvSpPr/>
              <p:nvPr/>
            </p:nvSpPr>
            <p:spPr>
              <a:xfrm>
                <a:off x="3986275" y="4117825"/>
                <a:ext cx="146900" cy="96250"/>
              </a:xfrm>
              <a:custGeom>
                <a:avLst/>
                <a:gdLst/>
                <a:ahLst/>
                <a:cxnLst/>
                <a:rect l="l" t="t" r="r" b="b"/>
                <a:pathLst>
                  <a:path w="5876" h="3850" extrusionOk="0">
                    <a:moveTo>
                      <a:pt x="4242" y="0"/>
                    </a:moveTo>
                    <a:lnTo>
                      <a:pt x="1" y="1145"/>
                    </a:lnTo>
                    <a:lnTo>
                      <a:pt x="1499" y="3849"/>
                    </a:lnTo>
                    <a:lnTo>
                      <a:pt x="5875" y="2643"/>
                    </a:lnTo>
                    <a:lnTo>
                      <a:pt x="42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743;p36">
                <a:extLst>
                  <a:ext uri="{FF2B5EF4-FFF2-40B4-BE49-F238E27FC236}">
                    <a16:creationId xmlns:a16="http://schemas.microsoft.com/office/drawing/2014/main" id="{18CEB761-83E0-DA08-D5B8-BFE511540157}"/>
                  </a:ext>
                </a:extLst>
              </p:cNvPr>
              <p:cNvSpPr/>
              <p:nvPr/>
            </p:nvSpPr>
            <p:spPr>
              <a:xfrm>
                <a:off x="4274000" y="4348375"/>
                <a:ext cx="161350" cy="101500"/>
              </a:xfrm>
              <a:custGeom>
                <a:avLst/>
                <a:gdLst/>
                <a:ahLst/>
                <a:cxnLst/>
                <a:rect l="l" t="t" r="r" b="b"/>
                <a:pathLst>
                  <a:path w="6454" h="4060" extrusionOk="0">
                    <a:moveTo>
                      <a:pt x="4586" y="1"/>
                    </a:moveTo>
                    <a:lnTo>
                      <a:pt x="1" y="1242"/>
                    </a:lnTo>
                    <a:lnTo>
                      <a:pt x="1747" y="4059"/>
                    </a:lnTo>
                    <a:lnTo>
                      <a:pt x="6454" y="2770"/>
                    </a:lnTo>
                    <a:lnTo>
                      <a:pt x="45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744;p36">
                <a:extLst>
                  <a:ext uri="{FF2B5EF4-FFF2-40B4-BE49-F238E27FC236}">
                    <a16:creationId xmlns:a16="http://schemas.microsoft.com/office/drawing/2014/main" id="{1641A5E0-4379-B636-506B-92260810EC63}"/>
                  </a:ext>
                </a:extLst>
              </p:cNvPr>
              <p:cNvSpPr/>
              <p:nvPr/>
            </p:nvSpPr>
            <p:spPr>
              <a:xfrm>
                <a:off x="4184200" y="4469225"/>
                <a:ext cx="175600" cy="114000"/>
              </a:xfrm>
              <a:custGeom>
                <a:avLst/>
                <a:gdLst/>
                <a:ahLst/>
                <a:cxnLst/>
                <a:rect l="l" t="t" r="r" b="b"/>
                <a:pathLst>
                  <a:path w="7024" h="4560" extrusionOk="0">
                    <a:moveTo>
                      <a:pt x="5034" y="0"/>
                    </a:moveTo>
                    <a:lnTo>
                      <a:pt x="0" y="1380"/>
                    </a:lnTo>
                    <a:lnTo>
                      <a:pt x="1760" y="4559"/>
                    </a:lnTo>
                    <a:lnTo>
                      <a:pt x="7024" y="3214"/>
                    </a:lnTo>
                    <a:lnTo>
                      <a:pt x="50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745;p36">
                <a:extLst>
                  <a:ext uri="{FF2B5EF4-FFF2-40B4-BE49-F238E27FC236}">
                    <a16:creationId xmlns:a16="http://schemas.microsoft.com/office/drawing/2014/main" id="{7FAD3AC5-71CD-FE8E-389C-7E1405CD2FB4}"/>
                  </a:ext>
                </a:extLst>
              </p:cNvPr>
              <p:cNvSpPr/>
              <p:nvPr/>
            </p:nvSpPr>
            <p:spPr>
              <a:xfrm>
                <a:off x="3857175" y="4362975"/>
                <a:ext cx="125425" cy="100500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4020" extrusionOk="0">
                    <a:moveTo>
                      <a:pt x="3288" y="0"/>
                    </a:moveTo>
                    <a:lnTo>
                      <a:pt x="1" y="836"/>
                    </a:lnTo>
                    <a:lnTo>
                      <a:pt x="1686" y="4019"/>
                    </a:lnTo>
                    <a:lnTo>
                      <a:pt x="5017" y="3118"/>
                    </a:lnTo>
                    <a:lnTo>
                      <a:pt x="32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746;p36">
                <a:extLst>
                  <a:ext uri="{FF2B5EF4-FFF2-40B4-BE49-F238E27FC236}">
                    <a16:creationId xmlns:a16="http://schemas.microsoft.com/office/drawing/2014/main" id="{29AE40B2-2C89-C31A-90B2-CDBD294DC50C}"/>
                  </a:ext>
                </a:extLst>
              </p:cNvPr>
              <p:cNvSpPr/>
              <p:nvPr/>
            </p:nvSpPr>
            <p:spPr>
              <a:xfrm>
                <a:off x="3763350" y="4185625"/>
                <a:ext cx="115625" cy="90175"/>
              </a:xfrm>
              <a:custGeom>
                <a:avLst/>
                <a:gdLst/>
                <a:ahLst/>
                <a:cxnLst/>
                <a:rect l="l" t="t" r="r" b="b"/>
                <a:pathLst>
                  <a:path w="4625" h="3607" extrusionOk="0">
                    <a:moveTo>
                      <a:pt x="3114" y="1"/>
                    </a:moveTo>
                    <a:lnTo>
                      <a:pt x="0" y="846"/>
                    </a:lnTo>
                    <a:lnTo>
                      <a:pt x="1463" y="3606"/>
                    </a:lnTo>
                    <a:lnTo>
                      <a:pt x="4625" y="2731"/>
                    </a:lnTo>
                    <a:lnTo>
                      <a:pt x="311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747;p36">
                <a:extLst>
                  <a:ext uri="{FF2B5EF4-FFF2-40B4-BE49-F238E27FC236}">
                    <a16:creationId xmlns:a16="http://schemas.microsoft.com/office/drawing/2014/main" id="{480CB19F-EA29-F6D2-3625-79E270791211}"/>
                  </a:ext>
                </a:extLst>
              </p:cNvPr>
              <p:cNvSpPr/>
              <p:nvPr/>
            </p:nvSpPr>
            <p:spPr>
              <a:xfrm>
                <a:off x="4056075" y="4508175"/>
                <a:ext cx="155350" cy="107925"/>
              </a:xfrm>
              <a:custGeom>
                <a:avLst/>
                <a:gdLst/>
                <a:ahLst/>
                <a:cxnLst/>
                <a:rect l="l" t="t" r="r" b="b"/>
                <a:pathLst>
                  <a:path w="6214" h="4317" extrusionOk="0">
                    <a:moveTo>
                      <a:pt x="4459" y="1"/>
                    </a:moveTo>
                    <a:lnTo>
                      <a:pt x="0" y="1225"/>
                    </a:lnTo>
                    <a:lnTo>
                      <a:pt x="1716" y="4316"/>
                    </a:lnTo>
                    <a:lnTo>
                      <a:pt x="6214" y="3171"/>
                    </a:lnTo>
                    <a:lnTo>
                      <a:pt x="445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748;p36">
                <a:extLst>
                  <a:ext uri="{FF2B5EF4-FFF2-40B4-BE49-F238E27FC236}">
                    <a16:creationId xmlns:a16="http://schemas.microsoft.com/office/drawing/2014/main" id="{441307BD-34B5-8ECA-665F-0371E0D3FA7E}"/>
                  </a:ext>
                </a:extLst>
              </p:cNvPr>
              <p:cNvSpPr/>
              <p:nvPr/>
            </p:nvSpPr>
            <p:spPr>
              <a:xfrm>
                <a:off x="3857825" y="4150900"/>
                <a:ext cx="149275" cy="98450"/>
              </a:xfrm>
              <a:custGeom>
                <a:avLst/>
                <a:gdLst/>
                <a:ahLst/>
                <a:cxnLst/>
                <a:rect l="l" t="t" r="r" b="b"/>
                <a:pathLst>
                  <a:path w="5971" h="3938" extrusionOk="0">
                    <a:moveTo>
                      <a:pt x="4473" y="1"/>
                    </a:moveTo>
                    <a:lnTo>
                      <a:pt x="1" y="1211"/>
                    </a:lnTo>
                    <a:lnTo>
                      <a:pt x="1512" y="3937"/>
                    </a:lnTo>
                    <a:lnTo>
                      <a:pt x="5971" y="2709"/>
                    </a:lnTo>
                    <a:lnTo>
                      <a:pt x="447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749;p36">
                <a:extLst>
                  <a:ext uri="{FF2B5EF4-FFF2-40B4-BE49-F238E27FC236}">
                    <a16:creationId xmlns:a16="http://schemas.microsoft.com/office/drawing/2014/main" id="{F92DE0B3-D916-A8AF-83C9-79F115A2116E}"/>
                  </a:ext>
                </a:extLst>
              </p:cNvPr>
              <p:cNvSpPr/>
              <p:nvPr/>
            </p:nvSpPr>
            <p:spPr>
              <a:xfrm>
                <a:off x="4055750" y="3806375"/>
                <a:ext cx="1230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4921" h="2274" extrusionOk="0">
                    <a:moveTo>
                      <a:pt x="3884" y="0"/>
                    </a:moveTo>
                    <a:lnTo>
                      <a:pt x="0" y="793"/>
                    </a:lnTo>
                    <a:lnTo>
                      <a:pt x="1002" y="2273"/>
                    </a:lnTo>
                    <a:lnTo>
                      <a:pt x="4921" y="1407"/>
                    </a:lnTo>
                    <a:lnTo>
                      <a:pt x="3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750;p36">
                <a:extLst>
                  <a:ext uri="{FF2B5EF4-FFF2-40B4-BE49-F238E27FC236}">
                    <a16:creationId xmlns:a16="http://schemas.microsoft.com/office/drawing/2014/main" id="{19B022E7-986D-50EC-D3B6-98176516CB98}"/>
                  </a:ext>
                </a:extLst>
              </p:cNvPr>
              <p:cNvSpPr/>
              <p:nvPr/>
            </p:nvSpPr>
            <p:spPr>
              <a:xfrm>
                <a:off x="3610075" y="3902175"/>
                <a:ext cx="98000" cy="59875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2395" extrusionOk="0">
                    <a:moveTo>
                      <a:pt x="2957" y="0"/>
                    </a:moveTo>
                    <a:lnTo>
                      <a:pt x="0" y="605"/>
                    </a:lnTo>
                    <a:lnTo>
                      <a:pt x="949" y="2395"/>
                    </a:lnTo>
                    <a:lnTo>
                      <a:pt x="3919" y="1737"/>
                    </a:lnTo>
                    <a:lnTo>
                      <a:pt x="29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751;p36">
                <a:extLst>
                  <a:ext uri="{FF2B5EF4-FFF2-40B4-BE49-F238E27FC236}">
                    <a16:creationId xmlns:a16="http://schemas.microsoft.com/office/drawing/2014/main" id="{C0D91F98-539C-E8A9-2D39-ED75816637E8}"/>
                  </a:ext>
                </a:extLst>
              </p:cNvPr>
              <p:cNvSpPr/>
              <p:nvPr/>
            </p:nvSpPr>
            <p:spPr>
              <a:xfrm>
                <a:off x="3887000" y="3739850"/>
                <a:ext cx="140900" cy="93750"/>
              </a:xfrm>
              <a:custGeom>
                <a:avLst/>
                <a:gdLst/>
                <a:ahLst/>
                <a:cxnLst/>
                <a:rect l="l" t="t" r="r" b="b"/>
                <a:pathLst>
                  <a:path w="5636" h="3750" extrusionOk="0">
                    <a:moveTo>
                      <a:pt x="3611" y="1"/>
                    </a:moveTo>
                    <a:lnTo>
                      <a:pt x="1" y="597"/>
                    </a:lnTo>
                    <a:lnTo>
                      <a:pt x="1956" y="3750"/>
                    </a:lnTo>
                    <a:lnTo>
                      <a:pt x="5635" y="3001"/>
                    </a:lnTo>
                    <a:lnTo>
                      <a:pt x="3611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752;p36">
                <a:extLst>
                  <a:ext uri="{FF2B5EF4-FFF2-40B4-BE49-F238E27FC236}">
                    <a16:creationId xmlns:a16="http://schemas.microsoft.com/office/drawing/2014/main" id="{305A6444-4D0C-05E7-F329-EE87B84172E1}"/>
                  </a:ext>
                </a:extLst>
              </p:cNvPr>
              <p:cNvSpPr/>
              <p:nvPr/>
            </p:nvSpPr>
            <p:spPr>
              <a:xfrm>
                <a:off x="3779225" y="3757700"/>
                <a:ext cx="139150" cy="98550"/>
              </a:xfrm>
              <a:custGeom>
                <a:avLst/>
                <a:gdLst/>
                <a:ahLst/>
                <a:cxnLst/>
                <a:rect l="l" t="t" r="r" b="b"/>
                <a:pathLst>
                  <a:path w="5566" h="3942" extrusionOk="0">
                    <a:moveTo>
                      <a:pt x="3598" y="1"/>
                    </a:moveTo>
                    <a:lnTo>
                      <a:pt x="1" y="597"/>
                    </a:lnTo>
                    <a:lnTo>
                      <a:pt x="1852" y="3941"/>
                    </a:lnTo>
                    <a:lnTo>
                      <a:pt x="5566" y="3179"/>
                    </a:lnTo>
                    <a:lnTo>
                      <a:pt x="3598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753;p36">
                <a:extLst>
                  <a:ext uri="{FF2B5EF4-FFF2-40B4-BE49-F238E27FC236}">
                    <a16:creationId xmlns:a16="http://schemas.microsoft.com/office/drawing/2014/main" id="{E1FA8034-4D86-308A-8BE8-2A8722BFA540}"/>
                  </a:ext>
                </a:extLst>
              </p:cNvPr>
              <p:cNvSpPr/>
              <p:nvPr/>
            </p:nvSpPr>
            <p:spPr>
              <a:xfrm>
                <a:off x="3681800" y="4033675"/>
                <a:ext cx="106700" cy="77100"/>
              </a:xfrm>
              <a:custGeom>
                <a:avLst/>
                <a:gdLst/>
                <a:ahLst/>
                <a:cxnLst/>
                <a:rect l="l" t="t" r="r" b="b"/>
                <a:pathLst>
                  <a:path w="4268" h="3084" extrusionOk="0">
                    <a:moveTo>
                      <a:pt x="3005" y="0"/>
                    </a:moveTo>
                    <a:lnTo>
                      <a:pt x="1" y="767"/>
                    </a:lnTo>
                    <a:lnTo>
                      <a:pt x="1229" y="3083"/>
                    </a:lnTo>
                    <a:lnTo>
                      <a:pt x="4268" y="2282"/>
                    </a:lnTo>
                    <a:lnTo>
                      <a:pt x="300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754;p36">
                <a:extLst>
                  <a:ext uri="{FF2B5EF4-FFF2-40B4-BE49-F238E27FC236}">
                    <a16:creationId xmlns:a16="http://schemas.microsoft.com/office/drawing/2014/main" id="{9E1BBEBD-B48E-3D5B-CC7C-8E128B746219}"/>
                  </a:ext>
                </a:extLst>
              </p:cNvPr>
              <p:cNvSpPr/>
              <p:nvPr/>
            </p:nvSpPr>
            <p:spPr>
              <a:xfrm>
                <a:off x="4108650" y="3704700"/>
                <a:ext cx="134475" cy="83175"/>
              </a:xfrm>
              <a:custGeom>
                <a:avLst/>
                <a:gdLst/>
                <a:ahLst/>
                <a:cxnLst/>
                <a:rect l="l" t="t" r="r" b="b"/>
                <a:pathLst>
                  <a:path w="5379" h="3327" extrusionOk="0">
                    <a:moveTo>
                      <a:pt x="3288" y="0"/>
                    </a:moveTo>
                    <a:lnTo>
                      <a:pt x="0" y="540"/>
                    </a:lnTo>
                    <a:lnTo>
                      <a:pt x="2056" y="3327"/>
                    </a:lnTo>
                    <a:lnTo>
                      <a:pt x="5378" y="2648"/>
                    </a:lnTo>
                    <a:lnTo>
                      <a:pt x="32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755;p36">
                <a:extLst>
                  <a:ext uri="{FF2B5EF4-FFF2-40B4-BE49-F238E27FC236}">
                    <a16:creationId xmlns:a16="http://schemas.microsoft.com/office/drawing/2014/main" id="{906260DB-1CCA-2BF5-4DD0-9202424AD72F}"/>
                  </a:ext>
                </a:extLst>
              </p:cNvPr>
              <p:cNvSpPr/>
              <p:nvPr/>
            </p:nvSpPr>
            <p:spPr>
              <a:xfrm>
                <a:off x="3553250" y="3797875"/>
                <a:ext cx="122275" cy="103975"/>
              </a:xfrm>
              <a:custGeom>
                <a:avLst/>
                <a:gdLst/>
                <a:ahLst/>
                <a:cxnLst/>
                <a:rect l="l" t="t" r="r" b="b"/>
                <a:pathLst>
                  <a:path w="4891" h="4159" extrusionOk="0">
                    <a:moveTo>
                      <a:pt x="2918" y="1"/>
                    </a:moveTo>
                    <a:lnTo>
                      <a:pt x="0" y="479"/>
                    </a:lnTo>
                    <a:lnTo>
                      <a:pt x="1947" y="4159"/>
                    </a:lnTo>
                    <a:lnTo>
                      <a:pt x="4890" y="3558"/>
                    </a:lnTo>
                    <a:lnTo>
                      <a:pt x="291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756;p36">
                <a:extLst>
                  <a:ext uri="{FF2B5EF4-FFF2-40B4-BE49-F238E27FC236}">
                    <a16:creationId xmlns:a16="http://schemas.microsoft.com/office/drawing/2014/main" id="{568B2CFB-3BC5-5302-0E58-6210C56FE90E}"/>
                  </a:ext>
                </a:extLst>
              </p:cNvPr>
              <p:cNvSpPr/>
              <p:nvPr/>
            </p:nvSpPr>
            <p:spPr>
              <a:xfrm>
                <a:off x="4002300" y="4635550"/>
                <a:ext cx="128350" cy="94625"/>
              </a:xfrm>
              <a:custGeom>
                <a:avLst/>
                <a:gdLst/>
                <a:ahLst/>
                <a:cxnLst/>
                <a:rect l="l" t="t" r="r" b="b"/>
                <a:pathLst>
                  <a:path w="5134" h="3785" extrusionOk="0">
                    <a:moveTo>
                      <a:pt x="3532" y="1"/>
                    </a:moveTo>
                    <a:lnTo>
                      <a:pt x="0" y="898"/>
                    </a:lnTo>
                    <a:lnTo>
                      <a:pt x="1524" y="3785"/>
                    </a:lnTo>
                    <a:lnTo>
                      <a:pt x="5134" y="2892"/>
                    </a:lnTo>
                    <a:lnTo>
                      <a:pt x="353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757;p36">
                <a:extLst>
                  <a:ext uri="{FF2B5EF4-FFF2-40B4-BE49-F238E27FC236}">
                    <a16:creationId xmlns:a16="http://schemas.microsoft.com/office/drawing/2014/main" id="{D80E3831-DAAE-8EE9-05BC-BB7EC4AC1909}"/>
                  </a:ext>
                </a:extLst>
              </p:cNvPr>
              <p:cNvSpPr/>
              <p:nvPr/>
            </p:nvSpPr>
            <p:spPr>
              <a:xfrm>
                <a:off x="4386025" y="4528425"/>
                <a:ext cx="173875" cy="105075"/>
              </a:xfrm>
              <a:custGeom>
                <a:avLst/>
                <a:gdLst/>
                <a:ahLst/>
                <a:cxnLst/>
                <a:rect l="l" t="t" r="r" b="b"/>
                <a:pathLst>
                  <a:path w="6955" h="4203" extrusionOk="0">
                    <a:moveTo>
                      <a:pt x="4973" y="1"/>
                    </a:moveTo>
                    <a:lnTo>
                      <a:pt x="0" y="1268"/>
                    </a:lnTo>
                    <a:lnTo>
                      <a:pt x="1816" y="4203"/>
                    </a:lnTo>
                    <a:lnTo>
                      <a:pt x="6954" y="2931"/>
                    </a:lnTo>
                    <a:lnTo>
                      <a:pt x="497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758;p36">
                <a:extLst>
                  <a:ext uri="{FF2B5EF4-FFF2-40B4-BE49-F238E27FC236}">
                    <a16:creationId xmlns:a16="http://schemas.microsoft.com/office/drawing/2014/main" id="{16669740-26E7-2367-3A4D-BE8CE7F8E0B3}"/>
                  </a:ext>
                </a:extLst>
              </p:cNvPr>
              <p:cNvSpPr/>
              <p:nvPr/>
            </p:nvSpPr>
            <p:spPr>
              <a:xfrm>
                <a:off x="4236550" y="4564475"/>
                <a:ext cx="177800" cy="107125"/>
              </a:xfrm>
              <a:custGeom>
                <a:avLst/>
                <a:gdLst/>
                <a:ahLst/>
                <a:cxnLst/>
                <a:rect l="l" t="t" r="r" b="b"/>
                <a:pathLst>
                  <a:path w="7112" h="4285" extrusionOk="0">
                    <a:moveTo>
                      <a:pt x="5300" y="0"/>
                    </a:moveTo>
                    <a:lnTo>
                      <a:pt x="1" y="1354"/>
                    </a:lnTo>
                    <a:lnTo>
                      <a:pt x="1625" y="4285"/>
                    </a:lnTo>
                    <a:lnTo>
                      <a:pt x="7112" y="2931"/>
                    </a:lnTo>
                    <a:lnTo>
                      <a:pt x="53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759;p36">
                <a:extLst>
                  <a:ext uri="{FF2B5EF4-FFF2-40B4-BE49-F238E27FC236}">
                    <a16:creationId xmlns:a16="http://schemas.microsoft.com/office/drawing/2014/main" id="{1BBABF60-67F2-9C7A-7996-9A276FC43835}"/>
                  </a:ext>
                </a:extLst>
              </p:cNvPr>
              <p:cNvSpPr/>
              <p:nvPr/>
            </p:nvSpPr>
            <p:spPr>
              <a:xfrm>
                <a:off x="4527650" y="4490875"/>
                <a:ext cx="184100" cy="106600"/>
              </a:xfrm>
              <a:custGeom>
                <a:avLst/>
                <a:gdLst/>
                <a:ahLst/>
                <a:cxnLst/>
                <a:rect l="l" t="t" r="r" b="b"/>
                <a:pathLst>
                  <a:path w="7364" h="4264" extrusionOk="0">
                    <a:moveTo>
                      <a:pt x="5200" y="1"/>
                    </a:moveTo>
                    <a:lnTo>
                      <a:pt x="1" y="1329"/>
                    </a:lnTo>
                    <a:lnTo>
                      <a:pt x="1982" y="4264"/>
                    </a:lnTo>
                    <a:lnTo>
                      <a:pt x="7364" y="2931"/>
                    </a:lnTo>
                    <a:lnTo>
                      <a:pt x="52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760;p36">
                <a:extLst>
                  <a:ext uri="{FF2B5EF4-FFF2-40B4-BE49-F238E27FC236}">
                    <a16:creationId xmlns:a16="http://schemas.microsoft.com/office/drawing/2014/main" id="{CD31B04C-C9FD-D5BD-7CBE-757EC79F5171}"/>
                  </a:ext>
                </a:extLst>
              </p:cNvPr>
              <p:cNvSpPr/>
              <p:nvPr/>
            </p:nvSpPr>
            <p:spPr>
              <a:xfrm>
                <a:off x="4675150" y="4458325"/>
                <a:ext cx="1682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6729" h="4064" extrusionOk="0">
                    <a:moveTo>
                      <a:pt x="4416" y="1"/>
                    </a:moveTo>
                    <a:lnTo>
                      <a:pt x="1" y="1124"/>
                    </a:lnTo>
                    <a:lnTo>
                      <a:pt x="2165" y="4063"/>
                    </a:lnTo>
                    <a:lnTo>
                      <a:pt x="6728" y="2931"/>
                    </a:lnTo>
                    <a:lnTo>
                      <a:pt x="441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761;p36">
                <a:extLst>
                  <a:ext uri="{FF2B5EF4-FFF2-40B4-BE49-F238E27FC236}">
                    <a16:creationId xmlns:a16="http://schemas.microsoft.com/office/drawing/2014/main" id="{49AF340F-720C-BD6F-3D3C-F6EC39C95971}"/>
                  </a:ext>
                </a:extLst>
              </p:cNvPr>
              <p:cNvSpPr/>
              <p:nvPr/>
            </p:nvSpPr>
            <p:spPr>
              <a:xfrm>
                <a:off x="3953950" y="4543350"/>
                <a:ext cx="128275" cy="99525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3981" extrusionOk="0">
                    <a:moveTo>
                      <a:pt x="3419" y="0"/>
                    </a:moveTo>
                    <a:lnTo>
                      <a:pt x="1" y="937"/>
                    </a:lnTo>
                    <a:lnTo>
                      <a:pt x="1612" y="3980"/>
                    </a:lnTo>
                    <a:lnTo>
                      <a:pt x="5130" y="3083"/>
                    </a:lnTo>
                    <a:lnTo>
                      <a:pt x="34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762;p36">
                <a:extLst>
                  <a:ext uri="{FF2B5EF4-FFF2-40B4-BE49-F238E27FC236}">
                    <a16:creationId xmlns:a16="http://schemas.microsoft.com/office/drawing/2014/main" id="{F1455FB9-3747-5695-A572-A44AD4CA2587}"/>
                  </a:ext>
                </a:extLst>
              </p:cNvPr>
              <p:cNvSpPr/>
              <p:nvPr/>
            </p:nvSpPr>
            <p:spPr>
              <a:xfrm>
                <a:off x="4135975" y="4383975"/>
                <a:ext cx="164825" cy="104650"/>
              </a:xfrm>
              <a:custGeom>
                <a:avLst/>
                <a:gdLst/>
                <a:ahLst/>
                <a:cxnLst/>
                <a:rect l="l" t="t" r="r" b="b"/>
                <a:pathLst>
                  <a:path w="6593" h="4186" extrusionOk="0">
                    <a:moveTo>
                      <a:pt x="4847" y="1"/>
                    </a:moveTo>
                    <a:lnTo>
                      <a:pt x="0" y="1311"/>
                    </a:lnTo>
                    <a:lnTo>
                      <a:pt x="1594" y="4185"/>
                    </a:lnTo>
                    <a:lnTo>
                      <a:pt x="6593" y="2818"/>
                    </a:lnTo>
                    <a:lnTo>
                      <a:pt x="484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763;p36">
                <a:extLst>
                  <a:ext uri="{FF2B5EF4-FFF2-40B4-BE49-F238E27FC236}">
                    <a16:creationId xmlns:a16="http://schemas.microsoft.com/office/drawing/2014/main" id="{AA8F4C21-0B4A-7BB6-37D7-5F7D95EC4977}"/>
                  </a:ext>
                </a:extLst>
              </p:cNvPr>
              <p:cNvSpPr/>
              <p:nvPr/>
            </p:nvSpPr>
            <p:spPr>
              <a:xfrm>
                <a:off x="4326800" y="4432200"/>
                <a:ext cx="173650" cy="113025"/>
              </a:xfrm>
              <a:custGeom>
                <a:avLst/>
                <a:gdLst/>
                <a:ahLst/>
                <a:cxnLst/>
                <a:rect l="l" t="t" r="r" b="b"/>
                <a:pathLst>
                  <a:path w="6946" h="4521" extrusionOk="0">
                    <a:moveTo>
                      <a:pt x="4738" y="1"/>
                    </a:moveTo>
                    <a:lnTo>
                      <a:pt x="1" y="1298"/>
                    </a:lnTo>
                    <a:lnTo>
                      <a:pt x="1999" y="4520"/>
                    </a:lnTo>
                    <a:lnTo>
                      <a:pt x="6946" y="3262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764;p36">
                <a:extLst>
                  <a:ext uri="{FF2B5EF4-FFF2-40B4-BE49-F238E27FC236}">
                    <a16:creationId xmlns:a16="http://schemas.microsoft.com/office/drawing/2014/main" id="{5F54DB31-D592-34E3-2441-B228E6FB5178}"/>
                  </a:ext>
                </a:extLst>
              </p:cNvPr>
              <p:cNvSpPr/>
              <p:nvPr/>
            </p:nvSpPr>
            <p:spPr>
              <a:xfrm>
                <a:off x="4007625" y="4421200"/>
                <a:ext cx="151550" cy="102475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4099" extrusionOk="0">
                    <a:moveTo>
                      <a:pt x="4468" y="1"/>
                    </a:moveTo>
                    <a:lnTo>
                      <a:pt x="0" y="1211"/>
                    </a:lnTo>
                    <a:lnTo>
                      <a:pt x="1603" y="4098"/>
                    </a:lnTo>
                    <a:lnTo>
                      <a:pt x="6062" y="2879"/>
                    </a:lnTo>
                    <a:lnTo>
                      <a:pt x="44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765;p36">
                <a:extLst>
                  <a:ext uri="{FF2B5EF4-FFF2-40B4-BE49-F238E27FC236}">
                    <a16:creationId xmlns:a16="http://schemas.microsoft.com/office/drawing/2014/main" id="{F5982211-D013-E9BE-516B-44504DFF8482}"/>
                  </a:ext>
                </a:extLst>
              </p:cNvPr>
              <p:cNvSpPr/>
              <p:nvPr/>
            </p:nvSpPr>
            <p:spPr>
              <a:xfrm>
                <a:off x="3907250" y="4455925"/>
                <a:ext cx="123800" cy="95625"/>
              </a:xfrm>
              <a:custGeom>
                <a:avLst/>
                <a:gdLst/>
                <a:ahLst/>
                <a:cxnLst/>
                <a:rect l="l" t="t" r="r" b="b"/>
                <a:pathLst>
                  <a:path w="4952" h="3825" extrusionOk="0">
                    <a:moveTo>
                      <a:pt x="3349" y="1"/>
                    </a:moveTo>
                    <a:lnTo>
                      <a:pt x="1" y="907"/>
                    </a:lnTo>
                    <a:lnTo>
                      <a:pt x="1546" y="3824"/>
                    </a:lnTo>
                    <a:lnTo>
                      <a:pt x="4952" y="2892"/>
                    </a:lnTo>
                    <a:lnTo>
                      <a:pt x="33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766;p36">
                <a:extLst>
                  <a:ext uri="{FF2B5EF4-FFF2-40B4-BE49-F238E27FC236}">
                    <a16:creationId xmlns:a16="http://schemas.microsoft.com/office/drawing/2014/main" id="{FBBB6D61-6DE7-BCE7-15E6-944A12AFD8E0}"/>
                  </a:ext>
                </a:extLst>
              </p:cNvPr>
              <p:cNvSpPr/>
              <p:nvPr/>
            </p:nvSpPr>
            <p:spPr>
              <a:xfrm>
                <a:off x="3904000" y="4233650"/>
                <a:ext cx="156450" cy="109975"/>
              </a:xfrm>
              <a:custGeom>
                <a:avLst/>
                <a:gdLst/>
                <a:ahLst/>
                <a:cxnLst/>
                <a:rect l="l" t="t" r="r" b="b"/>
                <a:pathLst>
                  <a:path w="6258" h="4399" extrusionOk="0">
                    <a:moveTo>
                      <a:pt x="4459" y="0"/>
                    </a:moveTo>
                    <a:lnTo>
                      <a:pt x="0" y="1232"/>
                    </a:lnTo>
                    <a:lnTo>
                      <a:pt x="1755" y="4398"/>
                    </a:lnTo>
                    <a:lnTo>
                      <a:pt x="6257" y="3249"/>
                    </a:lnTo>
                    <a:lnTo>
                      <a:pt x="44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767;p36">
                <a:extLst>
                  <a:ext uri="{FF2B5EF4-FFF2-40B4-BE49-F238E27FC236}">
                    <a16:creationId xmlns:a16="http://schemas.microsoft.com/office/drawing/2014/main" id="{72F6B805-2C6C-B823-9206-F7A76D78E302}"/>
                  </a:ext>
                </a:extLst>
              </p:cNvPr>
              <p:cNvSpPr/>
              <p:nvPr/>
            </p:nvSpPr>
            <p:spPr>
              <a:xfrm>
                <a:off x="4462325" y="4393675"/>
                <a:ext cx="184650" cy="115625"/>
              </a:xfrm>
              <a:custGeom>
                <a:avLst/>
                <a:gdLst/>
                <a:ahLst/>
                <a:cxnLst/>
                <a:rect l="l" t="t" r="r" b="b"/>
                <a:pathLst>
                  <a:path w="7386" h="4625" extrusionOk="0">
                    <a:moveTo>
                      <a:pt x="4947" y="0"/>
                    </a:moveTo>
                    <a:lnTo>
                      <a:pt x="1" y="1354"/>
                    </a:lnTo>
                    <a:lnTo>
                      <a:pt x="2213" y="4625"/>
                    </a:lnTo>
                    <a:lnTo>
                      <a:pt x="7386" y="3310"/>
                    </a:lnTo>
                    <a:lnTo>
                      <a:pt x="49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768;p36">
                <a:extLst>
                  <a:ext uri="{FF2B5EF4-FFF2-40B4-BE49-F238E27FC236}">
                    <a16:creationId xmlns:a16="http://schemas.microsoft.com/office/drawing/2014/main" id="{A74DC411-FA84-4BFC-4FF4-35301DEED650}"/>
                  </a:ext>
                </a:extLst>
              </p:cNvPr>
              <p:cNvSpPr/>
              <p:nvPr/>
            </p:nvSpPr>
            <p:spPr>
              <a:xfrm>
                <a:off x="3956250" y="4329975"/>
                <a:ext cx="154700" cy="106400"/>
              </a:xfrm>
              <a:custGeom>
                <a:avLst/>
                <a:gdLst/>
                <a:ahLst/>
                <a:cxnLst/>
                <a:rect l="l" t="t" r="r" b="b"/>
                <a:pathLst>
                  <a:path w="6188" h="4256" extrusionOk="0">
                    <a:moveTo>
                      <a:pt x="4503" y="1"/>
                    </a:moveTo>
                    <a:lnTo>
                      <a:pt x="0" y="1150"/>
                    </a:lnTo>
                    <a:lnTo>
                      <a:pt x="1720" y="4255"/>
                    </a:lnTo>
                    <a:lnTo>
                      <a:pt x="6188" y="3049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769;p36">
                <a:extLst>
                  <a:ext uri="{FF2B5EF4-FFF2-40B4-BE49-F238E27FC236}">
                    <a16:creationId xmlns:a16="http://schemas.microsoft.com/office/drawing/2014/main" id="{24A25D67-D5A9-4293-BBCE-BCC1A6CE5AD8}"/>
                  </a:ext>
                </a:extLst>
              </p:cNvPr>
              <p:cNvSpPr/>
              <p:nvPr/>
            </p:nvSpPr>
            <p:spPr>
              <a:xfrm>
                <a:off x="4408775" y="4099425"/>
                <a:ext cx="161250" cy="110950"/>
              </a:xfrm>
              <a:custGeom>
                <a:avLst/>
                <a:gdLst/>
                <a:ahLst/>
                <a:cxnLst/>
                <a:rect l="l" t="t" r="r" b="b"/>
                <a:pathLst>
                  <a:path w="6450" h="4438" extrusionOk="0">
                    <a:moveTo>
                      <a:pt x="3741" y="0"/>
                    </a:moveTo>
                    <a:lnTo>
                      <a:pt x="0" y="1032"/>
                    </a:lnTo>
                    <a:lnTo>
                      <a:pt x="2509" y="4437"/>
                    </a:lnTo>
                    <a:lnTo>
                      <a:pt x="6449" y="3431"/>
                    </a:lnTo>
                    <a:lnTo>
                      <a:pt x="37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770;p36">
                <a:extLst>
                  <a:ext uri="{FF2B5EF4-FFF2-40B4-BE49-F238E27FC236}">
                    <a16:creationId xmlns:a16="http://schemas.microsoft.com/office/drawing/2014/main" id="{F2E8E398-8C6D-3A3F-9705-5CF5DFD0E70D}"/>
                  </a:ext>
                </a:extLst>
              </p:cNvPr>
              <p:cNvSpPr/>
              <p:nvPr/>
            </p:nvSpPr>
            <p:spPr>
              <a:xfrm>
                <a:off x="4248975" y="3886700"/>
                <a:ext cx="124550" cy="72525"/>
              </a:xfrm>
              <a:custGeom>
                <a:avLst/>
                <a:gdLst/>
                <a:ahLst/>
                <a:cxnLst/>
                <a:rect l="l" t="t" r="r" b="b"/>
                <a:pathLst>
                  <a:path w="4982" h="2901" extrusionOk="0">
                    <a:moveTo>
                      <a:pt x="3418" y="1"/>
                    </a:moveTo>
                    <a:lnTo>
                      <a:pt x="0" y="872"/>
                    </a:lnTo>
                    <a:lnTo>
                      <a:pt x="1498" y="2901"/>
                    </a:lnTo>
                    <a:lnTo>
                      <a:pt x="4982" y="1982"/>
                    </a:lnTo>
                    <a:lnTo>
                      <a:pt x="341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771;p36">
                <a:extLst>
                  <a:ext uri="{FF2B5EF4-FFF2-40B4-BE49-F238E27FC236}">
                    <a16:creationId xmlns:a16="http://schemas.microsoft.com/office/drawing/2014/main" id="{F6EA0B70-367C-4CF6-313A-5CF639E1C640}"/>
                  </a:ext>
                </a:extLst>
              </p:cNvPr>
              <p:cNvSpPr/>
              <p:nvPr/>
            </p:nvSpPr>
            <p:spPr>
              <a:xfrm>
                <a:off x="4207500" y="3833475"/>
                <a:ext cx="115625" cy="60450"/>
              </a:xfrm>
              <a:custGeom>
                <a:avLst/>
                <a:gdLst/>
                <a:ahLst/>
                <a:cxnLst/>
                <a:rect l="l" t="t" r="r" b="b"/>
                <a:pathLst>
                  <a:path w="4625" h="2418" extrusionOk="0">
                    <a:moveTo>
                      <a:pt x="3401" y="0"/>
                    </a:moveTo>
                    <a:lnTo>
                      <a:pt x="0" y="754"/>
                    </a:lnTo>
                    <a:lnTo>
                      <a:pt x="1232" y="2417"/>
                    </a:lnTo>
                    <a:lnTo>
                      <a:pt x="4625" y="1555"/>
                    </a:lnTo>
                    <a:lnTo>
                      <a:pt x="34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772;p36">
                <a:extLst>
                  <a:ext uri="{FF2B5EF4-FFF2-40B4-BE49-F238E27FC236}">
                    <a16:creationId xmlns:a16="http://schemas.microsoft.com/office/drawing/2014/main" id="{6E0EFA19-5A4B-BF79-4174-B26E3C0A6DD5}"/>
                  </a:ext>
                </a:extLst>
              </p:cNvPr>
              <p:cNvSpPr/>
              <p:nvPr/>
            </p:nvSpPr>
            <p:spPr>
              <a:xfrm>
                <a:off x="4603300" y="4360250"/>
                <a:ext cx="170825" cy="111700"/>
              </a:xfrm>
              <a:custGeom>
                <a:avLst/>
                <a:gdLst/>
                <a:ahLst/>
                <a:cxnLst/>
                <a:rect l="l" t="t" r="r" b="b"/>
                <a:pathLst>
                  <a:path w="6833" h="4468" extrusionOk="0">
                    <a:moveTo>
                      <a:pt x="4194" y="0"/>
                    </a:moveTo>
                    <a:lnTo>
                      <a:pt x="1" y="1150"/>
                    </a:lnTo>
                    <a:lnTo>
                      <a:pt x="2444" y="4468"/>
                    </a:lnTo>
                    <a:lnTo>
                      <a:pt x="6833" y="3349"/>
                    </a:lnTo>
                    <a:lnTo>
                      <a:pt x="41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773;p36">
                <a:extLst>
                  <a:ext uri="{FF2B5EF4-FFF2-40B4-BE49-F238E27FC236}">
                    <a16:creationId xmlns:a16="http://schemas.microsoft.com/office/drawing/2014/main" id="{A5CCA65E-6024-2CA2-A1DB-00C798B3C1F0}"/>
                  </a:ext>
                </a:extLst>
              </p:cNvPr>
              <p:cNvSpPr/>
              <p:nvPr/>
            </p:nvSpPr>
            <p:spPr>
              <a:xfrm>
                <a:off x="4297075" y="3950500"/>
                <a:ext cx="133925" cy="82750"/>
              </a:xfrm>
              <a:custGeom>
                <a:avLst/>
                <a:gdLst/>
                <a:ahLst/>
                <a:cxnLst/>
                <a:rect l="l" t="t" r="r" b="b"/>
                <a:pathLst>
                  <a:path w="5357" h="3310" extrusionOk="0">
                    <a:moveTo>
                      <a:pt x="3511" y="0"/>
                    </a:moveTo>
                    <a:lnTo>
                      <a:pt x="1" y="928"/>
                    </a:lnTo>
                    <a:lnTo>
                      <a:pt x="1756" y="3310"/>
                    </a:lnTo>
                    <a:lnTo>
                      <a:pt x="5357" y="2339"/>
                    </a:lnTo>
                    <a:lnTo>
                      <a:pt x="35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774;p36">
                <a:extLst>
                  <a:ext uri="{FF2B5EF4-FFF2-40B4-BE49-F238E27FC236}">
                    <a16:creationId xmlns:a16="http://schemas.microsoft.com/office/drawing/2014/main" id="{3FC53D28-CF07-3AFD-165D-F6493B1EF741}"/>
                  </a:ext>
                </a:extLst>
              </p:cNvPr>
              <p:cNvSpPr/>
              <p:nvPr/>
            </p:nvSpPr>
            <p:spPr>
              <a:xfrm>
                <a:off x="4542575" y="4279150"/>
                <a:ext cx="154375" cy="95375"/>
              </a:xfrm>
              <a:custGeom>
                <a:avLst/>
                <a:gdLst/>
                <a:ahLst/>
                <a:cxnLst/>
                <a:rect l="l" t="t" r="r" b="b"/>
                <a:pathLst>
                  <a:path w="6175" h="3815" extrusionOk="0">
                    <a:moveTo>
                      <a:pt x="4063" y="0"/>
                    </a:moveTo>
                    <a:lnTo>
                      <a:pt x="0" y="1102"/>
                    </a:lnTo>
                    <a:lnTo>
                      <a:pt x="2003" y="3815"/>
                    </a:lnTo>
                    <a:lnTo>
                      <a:pt x="6175" y="2674"/>
                    </a:lnTo>
                    <a:lnTo>
                      <a:pt x="40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775;p36">
                <a:extLst>
                  <a:ext uri="{FF2B5EF4-FFF2-40B4-BE49-F238E27FC236}">
                    <a16:creationId xmlns:a16="http://schemas.microsoft.com/office/drawing/2014/main" id="{0430D18A-019C-920B-0A05-B6CFB063B405}"/>
                  </a:ext>
                </a:extLst>
              </p:cNvPr>
              <p:cNvSpPr/>
              <p:nvPr/>
            </p:nvSpPr>
            <p:spPr>
              <a:xfrm>
                <a:off x="4170925" y="3785575"/>
                <a:ext cx="110075" cy="51950"/>
              </a:xfrm>
              <a:custGeom>
                <a:avLst/>
                <a:gdLst/>
                <a:ahLst/>
                <a:cxnLst/>
                <a:rect l="l" t="t" r="r" b="b"/>
                <a:pathLst>
                  <a:path w="4403" h="2078" extrusionOk="0">
                    <a:moveTo>
                      <a:pt x="3349" y="0"/>
                    </a:moveTo>
                    <a:lnTo>
                      <a:pt x="0" y="684"/>
                    </a:lnTo>
                    <a:lnTo>
                      <a:pt x="1032" y="2078"/>
                    </a:lnTo>
                    <a:lnTo>
                      <a:pt x="4402" y="1333"/>
                    </a:lnTo>
                    <a:lnTo>
                      <a:pt x="33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776;p36">
                <a:extLst>
                  <a:ext uri="{FF2B5EF4-FFF2-40B4-BE49-F238E27FC236}">
                    <a16:creationId xmlns:a16="http://schemas.microsoft.com/office/drawing/2014/main" id="{C0E3AC91-6190-5B9E-07B9-88733591955E}"/>
                  </a:ext>
                </a:extLst>
              </p:cNvPr>
              <p:cNvSpPr/>
              <p:nvPr/>
            </p:nvSpPr>
            <p:spPr>
              <a:xfrm>
                <a:off x="4351625" y="4023225"/>
                <a:ext cx="139475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5579" h="3502" extrusionOk="0">
                    <a:moveTo>
                      <a:pt x="3623" y="0"/>
                    </a:moveTo>
                    <a:lnTo>
                      <a:pt x="0" y="980"/>
                    </a:lnTo>
                    <a:lnTo>
                      <a:pt x="1860" y="3501"/>
                    </a:lnTo>
                    <a:lnTo>
                      <a:pt x="5578" y="2478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777;p36">
                <a:extLst>
                  <a:ext uri="{FF2B5EF4-FFF2-40B4-BE49-F238E27FC236}">
                    <a16:creationId xmlns:a16="http://schemas.microsoft.com/office/drawing/2014/main" id="{32514B37-A859-73D3-2EFF-601B5876B60C}"/>
                  </a:ext>
                </a:extLst>
              </p:cNvPr>
              <p:cNvSpPr/>
              <p:nvPr/>
            </p:nvSpPr>
            <p:spPr>
              <a:xfrm>
                <a:off x="4837900" y="3770125"/>
                <a:ext cx="708600" cy="563575"/>
              </a:xfrm>
              <a:custGeom>
                <a:avLst/>
                <a:gdLst/>
                <a:ahLst/>
                <a:cxnLst/>
                <a:rect l="l" t="t" r="r" b="b"/>
                <a:pathLst>
                  <a:path w="28344" h="22543" extrusionOk="0">
                    <a:moveTo>
                      <a:pt x="12276" y="0"/>
                    </a:moveTo>
                    <a:lnTo>
                      <a:pt x="12276" y="6027"/>
                    </a:lnTo>
                    <a:cubicBezTo>
                      <a:pt x="11662" y="6619"/>
                      <a:pt x="10991" y="7141"/>
                      <a:pt x="10264" y="7590"/>
                    </a:cubicBezTo>
                    <a:cubicBezTo>
                      <a:pt x="9149" y="8256"/>
                      <a:pt x="1" y="9819"/>
                      <a:pt x="1" y="9819"/>
                    </a:cubicBezTo>
                    <a:lnTo>
                      <a:pt x="11605" y="22543"/>
                    </a:lnTo>
                    <a:cubicBezTo>
                      <a:pt x="11605" y="22543"/>
                      <a:pt x="22239" y="21385"/>
                      <a:pt x="25217" y="20531"/>
                    </a:cubicBezTo>
                    <a:cubicBezTo>
                      <a:pt x="28344" y="19638"/>
                      <a:pt x="27673" y="8260"/>
                      <a:pt x="27673" y="8260"/>
                    </a:cubicBezTo>
                    <a:lnTo>
                      <a:pt x="12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778;p36">
                <a:extLst>
                  <a:ext uri="{FF2B5EF4-FFF2-40B4-BE49-F238E27FC236}">
                    <a16:creationId xmlns:a16="http://schemas.microsoft.com/office/drawing/2014/main" id="{F051974E-8603-C75E-01C3-5B826EE4669F}"/>
                  </a:ext>
                </a:extLst>
              </p:cNvPr>
              <p:cNvSpPr/>
              <p:nvPr/>
            </p:nvSpPr>
            <p:spPr>
              <a:xfrm>
                <a:off x="4822000" y="3757625"/>
                <a:ext cx="724400" cy="588600"/>
              </a:xfrm>
              <a:custGeom>
                <a:avLst/>
                <a:gdLst/>
                <a:ahLst/>
                <a:cxnLst/>
                <a:rect l="l" t="t" r="r" b="b"/>
                <a:pathLst>
                  <a:path w="28976" h="23544" extrusionOk="0">
                    <a:moveTo>
                      <a:pt x="13412" y="1341"/>
                    </a:moveTo>
                    <a:lnTo>
                      <a:pt x="27826" y="9065"/>
                    </a:lnTo>
                    <a:cubicBezTo>
                      <a:pt x="27856" y="9849"/>
                      <a:pt x="27934" y="12161"/>
                      <a:pt x="27756" y="14526"/>
                    </a:cubicBezTo>
                    <a:cubicBezTo>
                      <a:pt x="27490" y="18061"/>
                      <a:pt x="26746" y="20260"/>
                      <a:pt x="25718" y="20552"/>
                    </a:cubicBezTo>
                    <a:cubicBezTo>
                      <a:pt x="23062" y="21310"/>
                      <a:pt x="14066" y="22337"/>
                      <a:pt x="12437" y="22516"/>
                    </a:cubicBezTo>
                    <a:lnTo>
                      <a:pt x="1621" y="10659"/>
                    </a:lnTo>
                    <a:cubicBezTo>
                      <a:pt x="4050" y="10228"/>
                      <a:pt x="10173" y="9109"/>
                      <a:pt x="11161" y="8521"/>
                    </a:cubicBezTo>
                    <a:cubicBezTo>
                      <a:pt x="11919" y="8051"/>
                      <a:pt x="12624" y="7502"/>
                      <a:pt x="13264" y="6884"/>
                    </a:cubicBezTo>
                    <a:cubicBezTo>
                      <a:pt x="13356" y="6788"/>
                      <a:pt x="13408" y="6662"/>
                      <a:pt x="13412" y="6531"/>
                    </a:cubicBezTo>
                    <a:lnTo>
                      <a:pt x="13412" y="1341"/>
                    </a:lnTo>
                    <a:close/>
                    <a:moveTo>
                      <a:pt x="12909" y="0"/>
                    </a:moveTo>
                    <a:cubicBezTo>
                      <a:pt x="12648" y="0"/>
                      <a:pt x="12411" y="209"/>
                      <a:pt x="12411" y="500"/>
                    </a:cubicBezTo>
                    <a:lnTo>
                      <a:pt x="12411" y="6313"/>
                    </a:lnTo>
                    <a:cubicBezTo>
                      <a:pt x="11867" y="6818"/>
                      <a:pt x="11274" y="7271"/>
                      <a:pt x="10643" y="7659"/>
                    </a:cubicBezTo>
                    <a:cubicBezTo>
                      <a:pt x="9890" y="8112"/>
                      <a:pt x="4055" y="9231"/>
                      <a:pt x="554" y="9827"/>
                    </a:cubicBezTo>
                    <a:cubicBezTo>
                      <a:pt x="162" y="9893"/>
                      <a:pt x="1" y="10363"/>
                      <a:pt x="266" y="10659"/>
                    </a:cubicBezTo>
                    <a:lnTo>
                      <a:pt x="11871" y="23378"/>
                    </a:lnTo>
                    <a:cubicBezTo>
                      <a:pt x="11967" y="23483"/>
                      <a:pt x="12102" y="23544"/>
                      <a:pt x="12241" y="23544"/>
                    </a:cubicBezTo>
                    <a:cubicBezTo>
                      <a:pt x="12259" y="23539"/>
                      <a:pt x="12280" y="23539"/>
                      <a:pt x="12298" y="23535"/>
                    </a:cubicBezTo>
                    <a:cubicBezTo>
                      <a:pt x="12733" y="23487"/>
                      <a:pt x="23005" y="22364"/>
                      <a:pt x="25992" y="21510"/>
                    </a:cubicBezTo>
                    <a:cubicBezTo>
                      <a:pt x="27534" y="21075"/>
                      <a:pt x="28435" y="18810"/>
                      <a:pt x="28753" y="14600"/>
                    </a:cubicBezTo>
                    <a:cubicBezTo>
                      <a:pt x="28975" y="11643"/>
                      <a:pt x="28810" y="8760"/>
                      <a:pt x="28810" y="8730"/>
                    </a:cubicBezTo>
                    <a:cubicBezTo>
                      <a:pt x="28797" y="8556"/>
                      <a:pt x="28701" y="8399"/>
                      <a:pt x="28544" y="8321"/>
                    </a:cubicBezTo>
                    <a:lnTo>
                      <a:pt x="13147" y="60"/>
                    </a:lnTo>
                    <a:cubicBezTo>
                      <a:pt x="13069" y="19"/>
                      <a:pt x="12988" y="0"/>
                      <a:pt x="129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779;p36">
                <a:extLst>
                  <a:ext uri="{FF2B5EF4-FFF2-40B4-BE49-F238E27FC236}">
                    <a16:creationId xmlns:a16="http://schemas.microsoft.com/office/drawing/2014/main" id="{0470B712-A5E8-651C-9E55-A34D6A4DF454}"/>
                  </a:ext>
                </a:extLst>
              </p:cNvPr>
              <p:cNvSpPr/>
              <p:nvPr/>
            </p:nvSpPr>
            <p:spPr>
              <a:xfrm>
                <a:off x="5134000" y="3770125"/>
                <a:ext cx="411750" cy="511325"/>
              </a:xfrm>
              <a:custGeom>
                <a:avLst/>
                <a:gdLst/>
                <a:ahLst/>
                <a:cxnLst/>
                <a:rect l="l" t="t" r="r" b="b"/>
                <a:pathLst>
                  <a:path w="16470" h="20453" extrusionOk="0">
                    <a:moveTo>
                      <a:pt x="432" y="0"/>
                    </a:moveTo>
                    <a:lnTo>
                      <a:pt x="432" y="6027"/>
                    </a:lnTo>
                    <a:cubicBezTo>
                      <a:pt x="432" y="6027"/>
                      <a:pt x="266" y="6188"/>
                      <a:pt x="1" y="6423"/>
                    </a:cubicBezTo>
                    <a:lnTo>
                      <a:pt x="13569" y="20453"/>
                    </a:lnTo>
                    <a:cubicBezTo>
                      <a:pt x="16469" y="19155"/>
                      <a:pt x="15829" y="8256"/>
                      <a:pt x="15829" y="8256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780;p36">
                <a:extLst>
                  <a:ext uri="{FF2B5EF4-FFF2-40B4-BE49-F238E27FC236}">
                    <a16:creationId xmlns:a16="http://schemas.microsoft.com/office/drawing/2014/main" id="{100C1AE7-5445-DB79-DBC5-041A1CA6685B}"/>
                  </a:ext>
                </a:extLst>
              </p:cNvPr>
              <p:cNvSpPr/>
              <p:nvPr/>
            </p:nvSpPr>
            <p:spPr>
              <a:xfrm>
                <a:off x="5120075" y="3757625"/>
                <a:ext cx="426100" cy="536350"/>
              </a:xfrm>
              <a:custGeom>
                <a:avLst/>
                <a:gdLst/>
                <a:ahLst/>
                <a:cxnLst/>
                <a:rect l="l" t="t" r="r" b="b"/>
                <a:pathLst>
                  <a:path w="17044" h="21454" extrusionOk="0">
                    <a:moveTo>
                      <a:pt x="1489" y="1341"/>
                    </a:moveTo>
                    <a:lnTo>
                      <a:pt x="15903" y="9065"/>
                    </a:lnTo>
                    <a:cubicBezTo>
                      <a:pt x="16099" y="12949"/>
                      <a:pt x="15798" y="18980"/>
                      <a:pt x="14204" y="20317"/>
                    </a:cubicBezTo>
                    <a:lnTo>
                      <a:pt x="1276" y="6945"/>
                    </a:lnTo>
                    <a:cubicBezTo>
                      <a:pt x="1315" y="6905"/>
                      <a:pt x="1337" y="6884"/>
                      <a:pt x="1337" y="6884"/>
                    </a:cubicBezTo>
                    <a:cubicBezTo>
                      <a:pt x="1433" y="6792"/>
                      <a:pt x="1489" y="6662"/>
                      <a:pt x="1489" y="6531"/>
                    </a:cubicBezTo>
                    <a:lnTo>
                      <a:pt x="1489" y="1341"/>
                    </a:lnTo>
                    <a:close/>
                    <a:moveTo>
                      <a:pt x="986" y="0"/>
                    </a:moveTo>
                    <a:cubicBezTo>
                      <a:pt x="725" y="0"/>
                      <a:pt x="488" y="209"/>
                      <a:pt x="488" y="500"/>
                    </a:cubicBezTo>
                    <a:lnTo>
                      <a:pt x="488" y="6309"/>
                    </a:lnTo>
                    <a:cubicBezTo>
                      <a:pt x="418" y="6374"/>
                      <a:pt x="331" y="6453"/>
                      <a:pt x="227" y="6544"/>
                    </a:cubicBezTo>
                    <a:cubicBezTo>
                      <a:pt x="13" y="6731"/>
                      <a:pt x="0" y="7062"/>
                      <a:pt x="196" y="7267"/>
                    </a:cubicBezTo>
                    <a:lnTo>
                      <a:pt x="13765" y="21301"/>
                    </a:lnTo>
                    <a:cubicBezTo>
                      <a:pt x="13860" y="21401"/>
                      <a:pt x="13987" y="21454"/>
                      <a:pt x="14126" y="21454"/>
                    </a:cubicBezTo>
                    <a:cubicBezTo>
                      <a:pt x="14196" y="21454"/>
                      <a:pt x="14265" y="21440"/>
                      <a:pt x="14326" y="21410"/>
                    </a:cubicBezTo>
                    <a:cubicBezTo>
                      <a:pt x="15733" y="20783"/>
                      <a:pt x="16556" y="18488"/>
                      <a:pt x="16843" y="14404"/>
                    </a:cubicBezTo>
                    <a:cubicBezTo>
                      <a:pt x="17043" y="11517"/>
                      <a:pt x="16887" y="8756"/>
                      <a:pt x="16887" y="8730"/>
                    </a:cubicBezTo>
                    <a:cubicBezTo>
                      <a:pt x="16874" y="8556"/>
                      <a:pt x="16778" y="8399"/>
                      <a:pt x="16621" y="8316"/>
                    </a:cubicBezTo>
                    <a:lnTo>
                      <a:pt x="1224" y="60"/>
                    </a:lnTo>
                    <a:cubicBezTo>
                      <a:pt x="1146" y="19"/>
                      <a:pt x="1065" y="0"/>
                      <a:pt x="9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781;p36">
                <a:extLst>
                  <a:ext uri="{FF2B5EF4-FFF2-40B4-BE49-F238E27FC236}">
                    <a16:creationId xmlns:a16="http://schemas.microsoft.com/office/drawing/2014/main" id="{C11CC1AF-9FCB-6FC3-6C87-71A7D2FC4A75}"/>
                  </a:ext>
                </a:extLst>
              </p:cNvPr>
              <p:cNvSpPr/>
              <p:nvPr/>
            </p:nvSpPr>
            <p:spPr>
              <a:xfrm>
                <a:off x="4631500" y="1845250"/>
                <a:ext cx="1216225" cy="2555400"/>
              </a:xfrm>
              <a:custGeom>
                <a:avLst/>
                <a:gdLst/>
                <a:ahLst/>
                <a:cxnLst/>
                <a:rect l="l" t="t" r="r" b="b"/>
                <a:pathLst>
                  <a:path w="48649" h="102216" extrusionOk="0">
                    <a:moveTo>
                      <a:pt x="1" y="1"/>
                    </a:moveTo>
                    <a:lnTo>
                      <a:pt x="1" y="63827"/>
                    </a:lnTo>
                    <a:lnTo>
                      <a:pt x="48648" y="102216"/>
                    </a:lnTo>
                    <a:lnTo>
                      <a:pt x="48648" y="357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782;p36">
                <a:extLst>
                  <a:ext uri="{FF2B5EF4-FFF2-40B4-BE49-F238E27FC236}">
                    <a16:creationId xmlns:a16="http://schemas.microsoft.com/office/drawing/2014/main" id="{8DE47B40-C097-9E2E-5512-113CF88AE5F2}"/>
                  </a:ext>
                </a:extLst>
              </p:cNvPr>
              <p:cNvSpPr/>
              <p:nvPr/>
            </p:nvSpPr>
            <p:spPr>
              <a:xfrm>
                <a:off x="4618975" y="1832700"/>
                <a:ext cx="1241250" cy="2580375"/>
              </a:xfrm>
              <a:custGeom>
                <a:avLst/>
                <a:gdLst/>
                <a:ahLst/>
                <a:cxnLst/>
                <a:rect l="l" t="t" r="r" b="b"/>
                <a:pathLst>
                  <a:path w="49650" h="103215" extrusionOk="0">
                    <a:moveTo>
                      <a:pt x="998" y="1043"/>
                    </a:moveTo>
                    <a:lnTo>
                      <a:pt x="48653" y="4539"/>
                    </a:lnTo>
                    <a:lnTo>
                      <a:pt x="48653" y="101686"/>
                    </a:lnTo>
                    <a:lnTo>
                      <a:pt x="998" y="64090"/>
                    </a:lnTo>
                    <a:lnTo>
                      <a:pt x="998" y="1043"/>
                    </a:lnTo>
                    <a:close/>
                    <a:moveTo>
                      <a:pt x="498" y="0"/>
                    </a:moveTo>
                    <a:cubicBezTo>
                      <a:pt x="224" y="0"/>
                      <a:pt x="1" y="224"/>
                      <a:pt x="1" y="503"/>
                    </a:cubicBezTo>
                    <a:lnTo>
                      <a:pt x="1" y="64329"/>
                    </a:lnTo>
                    <a:cubicBezTo>
                      <a:pt x="1" y="64482"/>
                      <a:pt x="71" y="64630"/>
                      <a:pt x="188" y="64721"/>
                    </a:cubicBezTo>
                    <a:lnTo>
                      <a:pt x="48840" y="103105"/>
                    </a:lnTo>
                    <a:cubicBezTo>
                      <a:pt x="48931" y="103175"/>
                      <a:pt x="49040" y="103214"/>
                      <a:pt x="49149" y="103214"/>
                    </a:cubicBezTo>
                    <a:cubicBezTo>
                      <a:pt x="49428" y="103214"/>
                      <a:pt x="49650" y="102992"/>
                      <a:pt x="49650" y="102718"/>
                    </a:cubicBezTo>
                    <a:lnTo>
                      <a:pt x="49650" y="4073"/>
                    </a:lnTo>
                    <a:cubicBezTo>
                      <a:pt x="49650" y="3808"/>
                      <a:pt x="49450" y="3590"/>
                      <a:pt x="49188" y="3572"/>
                    </a:cubicBezTo>
                    <a:lnTo>
                      <a:pt x="536" y="2"/>
                    </a:lnTo>
                    <a:cubicBezTo>
                      <a:pt x="524" y="1"/>
                      <a:pt x="511" y="0"/>
                      <a:pt x="4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783;p36">
                <a:extLst>
                  <a:ext uri="{FF2B5EF4-FFF2-40B4-BE49-F238E27FC236}">
                    <a16:creationId xmlns:a16="http://schemas.microsoft.com/office/drawing/2014/main" id="{EDAB4EF1-184E-84D1-7ADF-C2F06ACAA1AF}"/>
                  </a:ext>
                </a:extLst>
              </p:cNvPr>
              <p:cNvSpPr/>
              <p:nvPr/>
            </p:nvSpPr>
            <p:spPr>
              <a:xfrm>
                <a:off x="4715100" y="1928975"/>
                <a:ext cx="1021025" cy="1975075"/>
              </a:xfrm>
              <a:custGeom>
                <a:avLst/>
                <a:gdLst/>
                <a:ahLst/>
                <a:cxnLst/>
                <a:rect l="l" t="t" r="r" b="b"/>
                <a:pathLst>
                  <a:path w="40841" h="79003" extrusionOk="0">
                    <a:moveTo>
                      <a:pt x="1" y="0"/>
                    </a:moveTo>
                    <a:lnTo>
                      <a:pt x="1" y="53786"/>
                    </a:lnTo>
                    <a:lnTo>
                      <a:pt x="40841" y="79002"/>
                    </a:lnTo>
                    <a:lnTo>
                      <a:pt x="40841" y="357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784;p36">
                <a:extLst>
                  <a:ext uri="{FF2B5EF4-FFF2-40B4-BE49-F238E27FC236}">
                    <a16:creationId xmlns:a16="http://schemas.microsoft.com/office/drawing/2014/main" id="{0D98BBE5-A5EF-73A8-744B-54070ABD1EB0}"/>
                  </a:ext>
                </a:extLst>
              </p:cNvPr>
              <p:cNvSpPr/>
              <p:nvPr/>
            </p:nvSpPr>
            <p:spPr>
              <a:xfrm>
                <a:off x="4702600" y="1916400"/>
                <a:ext cx="1046050" cy="2000150"/>
              </a:xfrm>
              <a:custGeom>
                <a:avLst/>
                <a:gdLst/>
                <a:ahLst/>
                <a:cxnLst/>
                <a:rect l="l" t="t" r="r" b="b"/>
                <a:pathLst>
                  <a:path w="41842" h="80006" extrusionOk="0">
                    <a:moveTo>
                      <a:pt x="1002" y="1047"/>
                    </a:moveTo>
                    <a:lnTo>
                      <a:pt x="40845" y="4531"/>
                    </a:lnTo>
                    <a:lnTo>
                      <a:pt x="40845" y="78612"/>
                    </a:lnTo>
                    <a:lnTo>
                      <a:pt x="1002" y="54010"/>
                    </a:lnTo>
                    <a:lnTo>
                      <a:pt x="1002" y="1047"/>
                    </a:lnTo>
                    <a:close/>
                    <a:moveTo>
                      <a:pt x="499" y="0"/>
                    </a:moveTo>
                    <a:cubicBezTo>
                      <a:pt x="227" y="0"/>
                      <a:pt x="0" y="222"/>
                      <a:pt x="0" y="503"/>
                    </a:cubicBezTo>
                    <a:lnTo>
                      <a:pt x="0" y="54289"/>
                    </a:lnTo>
                    <a:cubicBezTo>
                      <a:pt x="0" y="54459"/>
                      <a:pt x="92" y="54620"/>
                      <a:pt x="240" y="54711"/>
                    </a:cubicBezTo>
                    <a:lnTo>
                      <a:pt x="41080" y="79932"/>
                    </a:lnTo>
                    <a:cubicBezTo>
                      <a:pt x="41158" y="79980"/>
                      <a:pt x="41249" y="80006"/>
                      <a:pt x="41341" y="80006"/>
                    </a:cubicBezTo>
                    <a:cubicBezTo>
                      <a:pt x="41620" y="80006"/>
                      <a:pt x="41842" y="79779"/>
                      <a:pt x="41842" y="79505"/>
                    </a:cubicBezTo>
                    <a:lnTo>
                      <a:pt x="41842" y="4074"/>
                    </a:lnTo>
                    <a:cubicBezTo>
                      <a:pt x="41842" y="3812"/>
                      <a:pt x="41646" y="3599"/>
                      <a:pt x="41389" y="3573"/>
                    </a:cubicBezTo>
                    <a:lnTo>
                      <a:pt x="544" y="2"/>
                    </a:lnTo>
                    <a:cubicBezTo>
                      <a:pt x="529" y="1"/>
                      <a:pt x="514" y="0"/>
                      <a:pt x="4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785;p36">
                <a:extLst>
                  <a:ext uri="{FF2B5EF4-FFF2-40B4-BE49-F238E27FC236}">
                    <a16:creationId xmlns:a16="http://schemas.microsoft.com/office/drawing/2014/main" id="{E44872AB-E381-4421-4287-BA5D07787CA3}"/>
                  </a:ext>
                </a:extLst>
              </p:cNvPr>
              <p:cNvSpPr/>
              <p:nvPr/>
            </p:nvSpPr>
            <p:spPr>
              <a:xfrm>
                <a:off x="5847700" y="1934525"/>
                <a:ext cx="122800" cy="2466675"/>
              </a:xfrm>
              <a:custGeom>
                <a:avLst/>
                <a:gdLst/>
                <a:ahLst/>
                <a:cxnLst/>
                <a:rect l="l" t="t" r="r" b="b"/>
                <a:pathLst>
                  <a:path w="4912" h="98667" extrusionOk="0">
                    <a:moveTo>
                      <a:pt x="0" y="0"/>
                    </a:moveTo>
                    <a:lnTo>
                      <a:pt x="0" y="98667"/>
                    </a:lnTo>
                    <a:lnTo>
                      <a:pt x="4912" y="98667"/>
                    </a:lnTo>
                    <a:lnTo>
                      <a:pt x="49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786;p36">
                <a:extLst>
                  <a:ext uri="{FF2B5EF4-FFF2-40B4-BE49-F238E27FC236}">
                    <a16:creationId xmlns:a16="http://schemas.microsoft.com/office/drawing/2014/main" id="{9670623B-22C4-CE43-B206-21B568BDBDBA}"/>
                  </a:ext>
                </a:extLst>
              </p:cNvPr>
              <p:cNvSpPr/>
              <p:nvPr/>
            </p:nvSpPr>
            <p:spPr>
              <a:xfrm>
                <a:off x="5835275" y="1922000"/>
                <a:ext cx="147750" cy="2491725"/>
              </a:xfrm>
              <a:custGeom>
                <a:avLst/>
                <a:gdLst/>
                <a:ahLst/>
                <a:cxnLst/>
                <a:rect l="l" t="t" r="r" b="b"/>
                <a:pathLst>
                  <a:path w="5910" h="99669" extrusionOk="0">
                    <a:moveTo>
                      <a:pt x="4908" y="1002"/>
                    </a:moveTo>
                    <a:lnTo>
                      <a:pt x="4908" y="98667"/>
                    </a:lnTo>
                    <a:lnTo>
                      <a:pt x="1002" y="98667"/>
                    </a:lnTo>
                    <a:lnTo>
                      <a:pt x="1002" y="1002"/>
                    </a:lnTo>
                    <a:close/>
                    <a:moveTo>
                      <a:pt x="497" y="0"/>
                    </a:moveTo>
                    <a:cubicBezTo>
                      <a:pt x="223" y="0"/>
                      <a:pt x="1" y="227"/>
                      <a:pt x="1" y="501"/>
                    </a:cubicBezTo>
                    <a:lnTo>
                      <a:pt x="1" y="99168"/>
                    </a:lnTo>
                    <a:cubicBezTo>
                      <a:pt x="1" y="99442"/>
                      <a:pt x="223" y="99668"/>
                      <a:pt x="497" y="99668"/>
                    </a:cubicBezTo>
                    <a:lnTo>
                      <a:pt x="5409" y="99668"/>
                    </a:lnTo>
                    <a:cubicBezTo>
                      <a:pt x="5683" y="99668"/>
                      <a:pt x="5910" y="99442"/>
                      <a:pt x="5910" y="99168"/>
                    </a:cubicBezTo>
                    <a:lnTo>
                      <a:pt x="5910" y="501"/>
                    </a:lnTo>
                    <a:cubicBezTo>
                      <a:pt x="5910" y="227"/>
                      <a:pt x="5683" y="0"/>
                      <a:pt x="54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787;p36">
                <a:extLst>
                  <a:ext uri="{FF2B5EF4-FFF2-40B4-BE49-F238E27FC236}">
                    <a16:creationId xmlns:a16="http://schemas.microsoft.com/office/drawing/2014/main" id="{CC04B984-EC3E-0E49-A9DC-ED5D0ECDBCAB}"/>
                  </a:ext>
                </a:extLst>
              </p:cNvPr>
              <p:cNvSpPr/>
              <p:nvPr/>
            </p:nvSpPr>
            <p:spPr>
              <a:xfrm>
                <a:off x="4782050" y="2012675"/>
                <a:ext cx="859275" cy="1684975"/>
              </a:xfrm>
              <a:custGeom>
                <a:avLst/>
                <a:gdLst/>
                <a:ahLst/>
                <a:cxnLst/>
                <a:rect l="l" t="t" r="r" b="b"/>
                <a:pathLst>
                  <a:path w="34371" h="67399" extrusionOk="0">
                    <a:moveTo>
                      <a:pt x="1" y="1"/>
                    </a:moveTo>
                    <a:lnTo>
                      <a:pt x="227" y="47982"/>
                    </a:lnTo>
                    <a:lnTo>
                      <a:pt x="34370" y="67398"/>
                    </a:lnTo>
                    <a:lnTo>
                      <a:pt x="34370" y="7982"/>
                    </a:lnTo>
                    <a:lnTo>
                      <a:pt x="10939" y="4433"/>
                    </a:lnTo>
                    <a:lnTo>
                      <a:pt x="9376" y="11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788;p36">
                <a:extLst>
                  <a:ext uri="{FF2B5EF4-FFF2-40B4-BE49-F238E27FC236}">
                    <a16:creationId xmlns:a16="http://schemas.microsoft.com/office/drawing/2014/main" id="{21C0EB2E-594C-E751-D00B-95D870022DE0}"/>
                  </a:ext>
                </a:extLst>
              </p:cNvPr>
              <p:cNvSpPr/>
              <p:nvPr/>
            </p:nvSpPr>
            <p:spPr>
              <a:xfrm>
                <a:off x="4769550" y="2000075"/>
                <a:ext cx="884275" cy="1710075"/>
              </a:xfrm>
              <a:custGeom>
                <a:avLst/>
                <a:gdLst/>
                <a:ahLst/>
                <a:cxnLst/>
                <a:rect l="l" t="t" r="r" b="b"/>
                <a:pathLst>
                  <a:path w="35371" h="68403" extrusionOk="0">
                    <a:moveTo>
                      <a:pt x="1006" y="1066"/>
                    </a:moveTo>
                    <a:lnTo>
                      <a:pt x="9541" y="2081"/>
                    </a:lnTo>
                    <a:lnTo>
                      <a:pt x="10986" y="5151"/>
                    </a:lnTo>
                    <a:cubicBezTo>
                      <a:pt x="11056" y="5299"/>
                      <a:pt x="11200" y="5408"/>
                      <a:pt x="11365" y="5429"/>
                    </a:cubicBezTo>
                    <a:lnTo>
                      <a:pt x="34374" y="8913"/>
                    </a:lnTo>
                    <a:lnTo>
                      <a:pt x="34374" y="67040"/>
                    </a:lnTo>
                    <a:lnTo>
                      <a:pt x="1224" y="48194"/>
                    </a:lnTo>
                    <a:lnTo>
                      <a:pt x="1006" y="1066"/>
                    </a:lnTo>
                    <a:close/>
                    <a:moveTo>
                      <a:pt x="503" y="0"/>
                    </a:moveTo>
                    <a:cubicBezTo>
                      <a:pt x="228" y="0"/>
                      <a:pt x="0" y="224"/>
                      <a:pt x="4" y="505"/>
                    </a:cubicBezTo>
                    <a:lnTo>
                      <a:pt x="226" y="48486"/>
                    </a:lnTo>
                    <a:cubicBezTo>
                      <a:pt x="226" y="48664"/>
                      <a:pt x="322" y="48830"/>
                      <a:pt x="479" y="48921"/>
                    </a:cubicBezTo>
                    <a:lnTo>
                      <a:pt x="34622" y="68338"/>
                    </a:lnTo>
                    <a:cubicBezTo>
                      <a:pt x="34700" y="68377"/>
                      <a:pt x="34783" y="68403"/>
                      <a:pt x="34870" y="68403"/>
                    </a:cubicBezTo>
                    <a:cubicBezTo>
                      <a:pt x="35149" y="68403"/>
                      <a:pt x="35371" y="68176"/>
                      <a:pt x="35371" y="67902"/>
                    </a:cubicBezTo>
                    <a:lnTo>
                      <a:pt x="35371" y="8486"/>
                    </a:lnTo>
                    <a:cubicBezTo>
                      <a:pt x="35371" y="8238"/>
                      <a:pt x="35188" y="8029"/>
                      <a:pt x="34944" y="7990"/>
                    </a:cubicBezTo>
                    <a:lnTo>
                      <a:pt x="11779" y="4485"/>
                    </a:lnTo>
                    <a:lnTo>
                      <a:pt x="10329" y="1406"/>
                    </a:lnTo>
                    <a:cubicBezTo>
                      <a:pt x="10255" y="1249"/>
                      <a:pt x="10107" y="1140"/>
                      <a:pt x="9932" y="1123"/>
                    </a:cubicBezTo>
                    <a:lnTo>
                      <a:pt x="562" y="4"/>
                    </a:lnTo>
                    <a:cubicBezTo>
                      <a:pt x="542" y="2"/>
                      <a:pt x="522" y="0"/>
                      <a:pt x="5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789;p36">
                <a:extLst>
                  <a:ext uri="{FF2B5EF4-FFF2-40B4-BE49-F238E27FC236}">
                    <a16:creationId xmlns:a16="http://schemas.microsoft.com/office/drawing/2014/main" id="{58FA81D5-544C-E41C-BD55-164C6080E961}"/>
                  </a:ext>
                </a:extLst>
              </p:cNvPr>
              <p:cNvSpPr/>
              <p:nvPr/>
            </p:nvSpPr>
            <p:spPr>
              <a:xfrm>
                <a:off x="4837900" y="2157675"/>
                <a:ext cx="753225" cy="1422725"/>
              </a:xfrm>
              <a:custGeom>
                <a:avLst/>
                <a:gdLst/>
                <a:ahLst/>
                <a:cxnLst/>
                <a:rect l="l" t="t" r="r" b="b"/>
                <a:pathLst>
                  <a:path w="30129" h="56909" extrusionOk="0">
                    <a:moveTo>
                      <a:pt x="1" y="1"/>
                    </a:moveTo>
                    <a:lnTo>
                      <a:pt x="1" y="40841"/>
                    </a:lnTo>
                    <a:lnTo>
                      <a:pt x="30129" y="56908"/>
                    </a:lnTo>
                    <a:lnTo>
                      <a:pt x="30129" y="5357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790;p36">
                <a:extLst>
                  <a:ext uri="{FF2B5EF4-FFF2-40B4-BE49-F238E27FC236}">
                    <a16:creationId xmlns:a16="http://schemas.microsoft.com/office/drawing/2014/main" id="{8D823EB8-1B25-24E4-BB75-565E2C8D4E75}"/>
                  </a:ext>
                </a:extLst>
              </p:cNvPr>
              <p:cNvSpPr/>
              <p:nvPr/>
            </p:nvSpPr>
            <p:spPr>
              <a:xfrm>
                <a:off x="4825375" y="2145275"/>
                <a:ext cx="778275" cy="1447650"/>
              </a:xfrm>
              <a:custGeom>
                <a:avLst/>
                <a:gdLst/>
                <a:ahLst/>
                <a:cxnLst/>
                <a:rect l="l" t="t" r="r" b="b"/>
                <a:pathLst>
                  <a:path w="31131" h="57906" extrusionOk="0">
                    <a:moveTo>
                      <a:pt x="1002" y="1093"/>
                    </a:moveTo>
                    <a:lnTo>
                      <a:pt x="30129" y="6271"/>
                    </a:lnTo>
                    <a:lnTo>
                      <a:pt x="30129" y="56573"/>
                    </a:lnTo>
                    <a:lnTo>
                      <a:pt x="1002" y="41036"/>
                    </a:lnTo>
                    <a:lnTo>
                      <a:pt x="1002" y="1093"/>
                    </a:lnTo>
                    <a:close/>
                    <a:moveTo>
                      <a:pt x="497" y="1"/>
                    </a:moveTo>
                    <a:cubicBezTo>
                      <a:pt x="230" y="1"/>
                      <a:pt x="1" y="219"/>
                      <a:pt x="1" y="497"/>
                    </a:cubicBezTo>
                    <a:lnTo>
                      <a:pt x="1" y="41337"/>
                    </a:lnTo>
                    <a:cubicBezTo>
                      <a:pt x="1" y="41524"/>
                      <a:pt x="105" y="41694"/>
                      <a:pt x="266" y="41781"/>
                    </a:cubicBezTo>
                    <a:lnTo>
                      <a:pt x="30395" y="57849"/>
                    </a:lnTo>
                    <a:cubicBezTo>
                      <a:pt x="30464" y="57888"/>
                      <a:pt x="30547" y="57905"/>
                      <a:pt x="30630" y="57905"/>
                    </a:cubicBezTo>
                    <a:cubicBezTo>
                      <a:pt x="30721" y="57905"/>
                      <a:pt x="30808" y="57883"/>
                      <a:pt x="30887" y="57836"/>
                    </a:cubicBezTo>
                    <a:cubicBezTo>
                      <a:pt x="31039" y="57744"/>
                      <a:pt x="31131" y="57583"/>
                      <a:pt x="31131" y="57404"/>
                    </a:cubicBezTo>
                    <a:lnTo>
                      <a:pt x="31131" y="5853"/>
                    </a:lnTo>
                    <a:cubicBezTo>
                      <a:pt x="31131" y="5613"/>
                      <a:pt x="30956" y="5404"/>
                      <a:pt x="30717" y="5365"/>
                    </a:cubicBezTo>
                    <a:lnTo>
                      <a:pt x="589" y="9"/>
                    </a:lnTo>
                    <a:cubicBezTo>
                      <a:pt x="558" y="3"/>
                      <a:pt x="527" y="1"/>
                      <a:pt x="4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791;p36">
                <a:extLst>
                  <a:ext uri="{FF2B5EF4-FFF2-40B4-BE49-F238E27FC236}">
                    <a16:creationId xmlns:a16="http://schemas.microsoft.com/office/drawing/2014/main" id="{FA0531C0-30ED-F4D2-BBF6-3B781CAD1258}"/>
                  </a:ext>
                </a:extLst>
              </p:cNvPr>
              <p:cNvSpPr/>
              <p:nvPr/>
            </p:nvSpPr>
            <p:spPr>
              <a:xfrm>
                <a:off x="4947850" y="2616000"/>
                <a:ext cx="483250" cy="546050"/>
              </a:xfrm>
              <a:custGeom>
                <a:avLst/>
                <a:gdLst/>
                <a:ahLst/>
                <a:cxnLst/>
                <a:rect l="l" t="t" r="r" b="b"/>
                <a:pathLst>
                  <a:path w="19330" h="21842" extrusionOk="0">
                    <a:moveTo>
                      <a:pt x="8035" y="0"/>
                    </a:moveTo>
                    <a:cubicBezTo>
                      <a:pt x="7383" y="0"/>
                      <a:pt x="6736" y="102"/>
                      <a:pt x="6105" y="313"/>
                    </a:cubicBezTo>
                    <a:cubicBezTo>
                      <a:pt x="1851" y="1742"/>
                      <a:pt x="1" y="7646"/>
                      <a:pt x="1969" y="13503"/>
                    </a:cubicBezTo>
                    <a:cubicBezTo>
                      <a:pt x="3645" y="18495"/>
                      <a:pt x="7549" y="21841"/>
                      <a:pt x="11298" y="21841"/>
                    </a:cubicBezTo>
                    <a:cubicBezTo>
                      <a:pt x="11951" y="21841"/>
                      <a:pt x="12599" y="21740"/>
                      <a:pt x="13229" y="21528"/>
                    </a:cubicBezTo>
                    <a:cubicBezTo>
                      <a:pt x="17479" y="20104"/>
                      <a:pt x="19330" y="14195"/>
                      <a:pt x="17362" y="8338"/>
                    </a:cubicBezTo>
                    <a:cubicBezTo>
                      <a:pt x="15685" y="3346"/>
                      <a:pt x="11782" y="0"/>
                      <a:pt x="80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792;p36">
                <a:extLst>
                  <a:ext uri="{FF2B5EF4-FFF2-40B4-BE49-F238E27FC236}">
                    <a16:creationId xmlns:a16="http://schemas.microsoft.com/office/drawing/2014/main" id="{926FABAF-3043-C2EB-A5D4-EE057635477E}"/>
                  </a:ext>
                </a:extLst>
              </p:cNvPr>
              <p:cNvSpPr/>
              <p:nvPr/>
            </p:nvSpPr>
            <p:spPr>
              <a:xfrm>
                <a:off x="5057900" y="2720725"/>
                <a:ext cx="235400" cy="352175"/>
              </a:xfrm>
              <a:custGeom>
                <a:avLst/>
                <a:gdLst/>
                <a:ahLst/>
                <a:cxnLst/>
                <a:rect l="l" t="t" r="r" b="b"/>
                <a:pathLst>
                  <a:path w="9416" h="14087" extrusionOk="0">
                    <a:moveTo>
                      <a:pt x="966" y="1"/>
                    </a:moveTo>
                    <a:cubicBezTo>
                      <a:pt x="780" y="1"/>
                      <a:pt x="602" y="66"/>
                      <a:pt x="454" y="204"/>
                    </a:cubicBezTo>
                    <a:cubicBezTo>
                      <a:pt x="23" y="601"/>
                      <a:pt x="1" y="1445"/>
                      <a:pt x="397" y="2085"/>
                    </a:cubicBezTo>
                    <a:lnTo>
                      <a:pt x="3258" y="6684"/>
                    </a:lnTo>
                    <a:lnTo>
                      <a:pt x="397" y="9858"/>
                    </a:lnTo>
                    <a:cubicBezTo>
                      <a:pt x="1" y="10298"/>
                      <a:pt x="23" y="11151"/>
                      <a:pt x="454" y="11761"/>
                    </a:cubicBezTo>
                    <a:cubicBezTo>
                      <a:pt x="658" y="12053"/>
                      <a:pt x="915" y="12236"/>
                      <a:pt x="1172" y="12301"/>
                    </a:cubicBezTo>
                    <a:cubicBezTo>
                      <a:pt x="1239" y="12319"/>
                      <a:pt x="1308" y="12329"/>
                      <a:pt x="1375" y="12329"/>
                    </a:cubicBezTo>
                    <a:cubicBezTo>
                      <a:pt x="1592" y="12329"/>
                      <a:pt x="1802" y="12235"/>
                      <a:pt x="1952" y="12066"/>
                    </a:cubicBezTo>
                    <a:lnTo>
                      <a:pt x="4708" y="9009"/>
                    </a:lnTo>
                    <a:lnTo>
                      <a:pt x="7464" y="13437"/>
                    </a:lnTo>
                    <a:cubicBezTo>
                      <a:pt x="7673" y="13773"/>
                      <a:pt x="7956" y="13986"/>
                      <a:pt x="8244" y="14060"/>
                    </a:cubicBezTo>
                    <a:cubicBezTo>
                      <a:pt x="8309" y="14078"/>
                      <a:pt x="8375" y="14087"/>
                      <a:pt x="8441" y="14087"/>
                    </a:cubicBezTo>
                    <a:cubicBezTo>
                      <a:pt x="8632" y="14087"/>
                      <a:pt x="8820" y="14014"/>
                      <a:pt x="8962" y="13882"/>
                    </a:cubicBezTo>
                    <a:cubicBezTo>
                      <a:pt x="9393" y="13481"/>
                      <a:pt x="9415" y="12641"/>
                      <a:pt x="9019" y="12000"/>
                    </a:cubicBezTo>
                    <a:lnTo>
                      <a:pt x="6158" y="7402"/>
                    </a:lnTo>
                    <a:lnTo>
                      <a:pt x="9019" y="4228"/>
                    </a:lnTo>
                    <a:cubicBezTo>
                      <a:pt x="9415" y="3788"/>
                      <a:pt x="9393" y="2935"/>
                      <a:pt x="8962" y="2325"/>
                    </a:cubicBezTo>
                    <a:cubicBezTo>
                      <a:pt x="8705" y="1957"/>
                      <a:pt x="8358" y="1762"/>
                      <a:pt x="8036" y="1762"/>
                    </a:cubicBezTo>
                    <a:cubicBezTo>
                      <a:pt x="7824" y="1762"/>
                      <a:pt x="7623" y="1846"/>
                      <a:pt x="7464" y="2020"/>
                    </a:cubicBezTo>
                    <a:lnTo>
                      <a:pt x="4708" y="5081"/>
                    </a:lnTo>
                    <a:lnTo>
                      <a:pt x="1952" y="649"/>
                    </a:lnTo>
                    <a:cubicBezTo>
                      <a:pt x="1690" y="231"/>
                      <a:pt x="1315" y="1"/>
                      <a:pt x="9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793;p36">
                <a:extLst>
                  <a:ext uri="{FF2B5EF4-FFF2-40B4-BE49-F238E27FC236}">
                    <a16:creationId xmlns:a16="http://schemas.microsoft.com/office/drawing/2014/main" id="{388BAD59-C985-413E-1CC2-429C804A5A6D}"/>
                  </a:ext>
                </a:extLst>
              </p:cNvPr>
              <p:cNvSpPr/>
              <p:nvPr/>
            </p:nvSpPr>
            <p:spPr>
              <a:xfrm>
                <a:off x="4957550" y="2491050"/>
                <a:ext cx="449275" cy="149025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5961" extrusionOk="0">
                    <a:moveTo>
                      <a:pt x="557" y="0"/>
                    </a:moveTo>
                    <a:cubicBezTo>
                      <a:pt x="342" y="0"/>
                      <a:pt x="142" y="142"/>
                      <a:pt x="78" y="360"/>
                    </a:cubicBezTo>
                    <a:cubicBezTo>
                      <a:pt x="0" y="630"/>
                      <a:pt x="157" y="909"/>
                      <a:pt x="427" y="983"/>
                    </a:cubicBezTo>
                    <a:lnTo>
                      <a:pt x="17300" y="5938"/>
                    </a:lnTo>
                    <a:cubicBezTo>
                      <a:pt x="17348" y="5951"/>
                      <a:pt x="17396" y="5960"/>
                      <a:pt x="17444" y="5960"/>
                    </a:cubicBezTo>
                    <a:cubicBezTo>
                      <a:pt x="17692" y="5960"/>
                      <a:pt x="17901" y="5777"/>
                      <a:pt x="17936" y="5529"/>
                    </a:cubicBezTo>
                    <a:cubicBezTo>
                      <a:pt x="17971" y="5285"/>
                      <a:pt x="17823" y="5050"/>
                      <a:pt x="17583" y="4980"/>
                    </a:cubicBezTo>
                    <a:lnTo>
                      <a:pt x="710" y="25"/>
                    </a:lnTo>
                    <a:cubicBezTo>
                      <a:pt x="659" y="8"/>
                      <a:pt x="608" y="0"/>
                      <a:pt x="5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794;p36">
                <a:extLst>
                  <a:ext uri="{FF2B5EF4-FFF2-40B4-BE49-F238E27FC236}">
                    <a16:creationId xmlns:a16="http://schemas.microsoft.com/office/drawing/2014/main" id="{DFD72EC3-A7EE-9C47-E663-C7D96F286F67}"/>
                  </a:ext>
                </a:extLst>
              </p:cNvPr>
              <p:cNvSpPr/>
              <p:nvPr/>
            </p:nvSpPr>
            <p:spPr>
              <a:xfrm>
                <a:off x="4940875" y="2373875"/>
                <a:ext cx="574050" cy="177675"/>
              </a:xfrm>
              <a:custGeom>
                <a:avLst/>
                <a:gdLst/>
                <a:ahLst/>
                <a:cxnLst/>
                <a:rect l="l" t="t" r="r" b="b"/>
                <a:pathLst>
                  <a:path w="22962" h="7107" extrusionOk="0">
                    <a:moveTo>
                      <a:pt x="555" y="0"/>
                    </a:moveTo>
                    <a:cubicBezTo>
                      <a:pt x="337" y="0"/>
                      <a:pt x="139" y="145"/>
                      <a:pt x="75" y="366"/>
                    </a:cubicBezTo>
                    <a:cubicBezTo>
                      <a:pt x="1" y="636"/>
                      <a:pt x="162" y="915"/>
                      <a:pt x="432" y="985"/>
                    </a:cubicBezTo>
                    <a:lnTo>
                      <a:pt x="22300" y="7090"/>
                    </a:lnTo>
                    <a:cubicBezTo>
                      <a:pt x="22343" y="7103"/>
                      <a:pt x="22391" y="7107"/>
                      <a:pt x="22435" y="7107"/>
                    </a:cubicBezTo>
                    <a:cubicBezTo>
                      <a:pt x="22683" y="7103"/>
                      <a:pt x="22892" y="6920"/>
                      <a:pt x="22927" y="6672"/>
                    </a:cubicBezTo>
                    <a:cubicBezTo>
                      <a:pt x="22962" y="6428"/>
                      <a:pt x="22809" y="6193"/>
                      <a:pt x="22570" y="6127"/>
                    </a:cubicBezTo>
                    <a:lnTo>
                      <a:pt x="702" y="22"/>
                    </a:lnTo>
                    <a:cubicBezTo>
                      <a:pt x="653" y="7"/>
                      <a:pt x="604" y="0"/>
                      <a:pt x="5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795;p36">
                <a:extLst>
                  <a:ext uri="{FF2B5EF4-FFF2-40B4-BE49-F238E27FC236}">
                    <a16:creationId xmlns:a16="http://schemas.microsoft.com/office/drawing/2014/main" id="{CD9216D3-27C6-2326-B3C4-5177BB23C513}"/>
                  </a:ext>
                </a:extLst>
              </p:cNvPr>
              <p:cNvSpPr/>
              <p:nvPr/>
            </p:nvSpPr>
            <p:spPr>
              <a:xfrm>
                <a:off x="4867850" y="5014950"/>
                <a:ext cx="787875" cy="254875"/>
              </a:xfrm>
              <a:custGeom>
                <a:avLst/>
                <a:gdLst/>
                <a:ahLst/>
                <a:cxnLst/>
                <a:rect l="l" t="t" r="r" b="b"/>
                <a:pathLst>
                  <a:path w="31515" h="10195" extrusionOk="0">
                    <a:moveTo>
                      <a:pt x="19684" y="1"/>
                    </a:moveTo>
                    <a:cubicBezTo>
                      <a:pt x="19320" y="1"/>
                      <a:pt x="18945" y="7"/>
                      <a:pt x="18559" y="22"/>
                    </a:cubicBezTo>
                    <a:cubicBezTo>
                      <a:pt x="18559" y="22"/>
                      <a:pt x="7899" y="1010"/>
                      <a:pt x="3950" y="4167"/>
                    </a:cubicBezTo>
                    <a:cubicBezTo>
                      <a:pt x="0" y="7328"/>
                      <a:pt x="2961" y="8904"/>
                      <a:pt x="6715" y="9893"/>
                    </a:cubicBezTo>
                    <a:cubicBezTo>
                      <a:pt x="7499" y="10100"/>
                      <a:pt x="8854" y="10194"/>
                      <a:pt x="10526" y="10194"/>
                    </a:cubicBezTo>
                    <a:cubicBezTo>
                      <a:pt x="16846" y="10194"/>
                      <a:pt x="27700" y="8846"/>
                      <a:pt x="29419" y="7128"/>
                    </a:cubicBezTo>
                    <a:cubicBezTo>
                      <a:pt x="31514" y="5037"/>
                      <a:pt x="29568" y="1"/>
                      <a:pt x="196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796;p36">
                <a:extLst>
                  <a:ext uri="{FF2B5EF4-FFF2-40B4-BE49-F238E27FC236}">
                    <a16:creationId xmlns:a16="http://schemas.microsoft.com/office/drawing/2014/main" id="{DCC8C60F-1D30-2F5D-7B1C-7C2316EEE55C}"/>
                  </a:ext>
                </a:extLst>
              </p:cNvPr>
              <p:cNvSpPr/>
              <p:nvPr/>
            </p:nvSpPr>
            <p:spPr>
              <a:xfrm>
                <a:off x="4902675" y="5002450"/>
                <a:ext cx="738525" cy="279875"/>
              </a:xfrm>
              <a:custGeom>
                <a:avLst/>
                <a:gdLst/>
                <a:ahLst/>
                <a:cxnLst/>
                <a:rect l="l" t="t" r="r" b="b"/>
                <a:pathLst>
                  <a:path w="29541" h="11195" extrusionOk="0">
                    <a:moveTo>
                      <a:pt x="18181" y="1004"/>
                    </a:moveTo>
                    <a:cubicBezTo>
                      <a:pt x="22336" y="1004"/>
                      <a:pt x="26849" y="1977"/>
                      <a:pt x="28052" y="4741"/>
                    </a:cubicBezTo>
                    <a:cubicBezTo>
                      <a:pt x="28461" y="5681"/>
                      <a:pt x="28317" y="6626"/>
                      <a:pt x="27673" y="7275"/>
                    </a:cubicBezTo>
                    <a:cubicBezTo>
                      <a:pt x="26802" y="8146"/>
                      <a:pt x="22696" y="9095"/>
                      <a:pt x="17209" y="9701"/>
                    </a:cubicBezTo>
                    <a:cubicBezTo>
                      <a:pt x="14230" y="10029"/>
                      <a:pt x="11374" y="10197"/>
                      <a:pt x="9154" y="10197"/>
                    </a:cubicBezTo>
                    <a:cubicBezTo>
                      <a:pt x="7487" y="10197"/>
                      <a:pt x="6178" y="10102"/>
                      <a:pt x="5444" y="9910"/>
                    </a:cubicBezTo>
                    <a:cubicBezTo>
                      <a:pt x="2813" y="9217"/>
                      <a:pt x="1385" y="8425"/>
                      <a:pt x="1202" y="7554"/>
                    </a:cubicBezTo>
                    <a:cubicBezTo>
                      <a:pt x="1028" y="6731"/>
                      <a:pt x="2012" y="5742"/>
                      <a:pt x="2866" y="5059"/>
                    </a:cubicBezTo>
                    <a:cubicBezTo>
                      <a:pt x="6589" y="2080"/>
                      <a:pt x="16765" y="1061"/>
                      <a:pt x="17196" y="1022"/>
                    </a:cubicBezTo>
                    <a:lnTo>
                      <a:pt x="17200" y="1022"/>
                    </a:lnTo>
                    <a:cubicBezTo>
                      <a:pt x="17524" y="1010"/>
                      <a:pt x="17851" y="1004"/>
                      <a:pt x="18181" y="1004"/>
                    </a:cubicBezTo>
                    <a:close/>
                    <a:moveTo>
                      <a:pt x="18280" y="0"/>
                    </a:moveTo>
                    <a:cubicBezTo>
                      <a:pt x="17911" y="0"/>
                      <a:pt x="17533" y="7"/>
                      <a:pt x="17148" y="21"/>
                    </a:cubicBezTo>
                    <a:lnTo>
                      <a:pt x="17122" y="21"/>
                    </a:lnTo>
                    <a:cubicBezTo>
                      <a:pt x="16678" y="64"/>
                      <a:pt x="6262" y="1061"/>
                      <a:pt x="2243" y="4275"/>
                    </a:cubicBezTo>
                    <a:cubicBezTo>
                      <a:pt x="658" y="5546"/>
                      <a:pt x="0" y="6683"/>
                      <a:pt x="227" y="7759"/>
                    </a:cubicBezTo>
                    <a:cubicBezTo>
                      <a:pt x="501" y="9069"/>
                      <a:pt x="2082" y="10062"/>
                      <a:pt x="5191" y="10876"/>
                    </a:cubicBezTo>
                    <a:cubicBezTo>
                      <a:pt x="5931" y="11072"/>
                      <a:pt x="7316" y="11194"/>
                      <a:pt x="9249" y="11194"/>
                    </a:cubicBezTo>
                    <a:cubicBezTo>
                      <a:pt x="11344" y="11194"/>
                      <a:pt x="14074" y="11050"/>
                      <a:pt x="17322" y="10693"/>
                    </a:cubicBezTo>
                    <a:cubicBezTo>
                      <a:pt x="20140" y="10384"/>
                      <a:pt x="26867" y="9500"/>
                      <a:pt x="28378" y="7985"/>
                    </a:cubicBezTo>
                    <a:cubicBezTo>
                      <a:pt x="29314" y="7049"/>
                      <a:pt x="29541" y="5651"/>
                      <a:pt x="28970" y="4340"/>
                    </a:cubicBezTo>
                    <a:cubicBezTo>
                      <a:pt x="28570" y="3426"/>
                      <a:pt x="27616" y="2133"/>
                      <a:pt x="25317" y="1175"/>
                    </a:cubicBezTo>
                    <a:cubicBezTo>
                      <a:pt x="23447" y="394"/>
                      <a:pt x="21085" y="0"/>
                      <a:pt x="182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797;p36">
                <a:extLst>
                  <a:ext uri="{FF2B5EF4-FFF2-40B4-BE49-F238E27FC236}">
                    <a16:creationId xmlns:a16="http://schemas.microsoft.com/office/drawing/2014/main" id="{2E911C82-3605-7720-C17B-7EC765E7023A}"/>
                  </a:ext>
                </a:extLst>
              </p:cNvPr>
              <p:cNvSpPr/>
              <p:nvPr/>
            </p:nvSpPr>
            <p:spPr>
              <a:xfrm>
                <a:off x="5057250" y="5153600"/>
                <a:ext cx="564575" cy="116200"/>
              </a:xfrm>
              <a:custGeom>
                <a:avLst/>
                <a:gdLst/>
                <a:ahLst/>
                <a:cxnLst/>
                <a:rect l="l" t="t" r="r" b="b"/>
                <a:pathLst>
                  <a:path w="22583" h="4648" extrusionOk="0">
                    <a:moveTo>
                      <a:pt x="21470" y="0"/>
                    </a:moveTo>
                    <a:cubicBezTo>
                      <a:pt x="16857" y="0"/>
                      <a:pt x="11124" y="1309"/>
                      <a:pt x="5849" y="2967"/>
                    </a:cubicBezTo>
                    <a:cubicBezTo>
                      <a:pt x="3928" y="3576"/>
                      <a:pt x="1978" y="4090"/>
                      <a:pt x="1" y="4504"/>
                    </a:cubicBezTo>
                    <a:cubicBezTo>
                      <a:pt x="773" y="4601"/>
                      <a:pt x="1786" y="4647"/>
                      <a:pt x="2953" y="4647"/>
                    </a:cubicBezTo>
                    <a:cubicBezTo>
                      <a:pt x="9276" y="4647"/>
                      <a:pt x="20126" y="3302"/>
                      <a:pt x="21843" y="1582"/>
                    </a:cubicBezTo>
                    <a:cubicBezTo>
                      <a:pt x="22261" y="1164"/>
                      <a:pt x="22522" y="615"/>
                      <a:pt x="22583" y="27"/>
                    </a:cubicBezTo>
                    <a:cubicBezTo>
                      <a:pt x="22220" y="9"/>
                      <a:pt x="21849" y="0"/>
                      <a:pt x="214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798;p36">
                <a:extLst>
                  <a:ext uri="{FF2B5EF4-FFF2-40B4-BE49-F238E27FC236}">
                    <a16:creationId xmlns:a16="http://schemas.microsoft.com/office/drawing/2014/main" id="{886BC31C-3CF6-6CD4-8AC7-DE47BEC1769C}"/>
                  </a:ext>
                </a:extLst>
              </p:cNvPr>
              <p:cNvSpPr/>
              <p:nvPr/>
            </p:nvSpPr>
            <p:spPr>
              <a:xfrm>
                <a:off x="5040925" y="5141075"/>
                <a:ext cx="594075" cy="141250"/>
              </a:xfrm>
              <a:custGeom>
                <a:avLst/>
                <a:gdLst/>
                <a:ahLst/>
                <a:cxnLst/>
                <a:rect l="l" t="t" r="r" b="b"/>
                <a:pathLst>
                  <a:path w="23763" h="5650" extrusionOk="0">
                    <a:moveTo>
                      <a:pt x="22125" y="999"/>
                    </a:moveTo>
                    <a:cubicBezTo>
                      <a:pt x="22291" y="999"/>
                      <a:pt x="22452" y="1003"/>
                      <a:pt x="22613" y="1003"/>
                    </a:cubicBezTo>
                    <a:cubicBezTo>
                      <a:pt x="22509" y="1277"/>
                      <a:pt x="22347" y="1526"/>
                      <a:pt x="22143" y="1730"/>
                    </a:cubicBezTo>
                    <a:cubicBezTo>
                      <a:pt x="21337" y="2536"/>
                      <a:pt x="17597" y="3441"/>
                      <a:pt x="12611" y="4047"/>
                    </a:cubicBezTo>
                    <a:cubicBezTo>
                      <a:pt x="9641" y="4404"/>
                      <a:pt x="6667" y="4613"/>
                      <a:pt x="4272" y="4643"/>
                    </a:cubicBezTo>
                    <a:cubicBezTo>
                      <a:pt x="5052" y="4430"/>
                      <a:pt x="5844" y="4199"/>
                      <a:pt x="6654" y="3942"/>
                    </a:cubicBezTo>
                    <a:cubicBezTo>
                      <a:pt x="11022" y="2571"/>
                      <a:pt x="17118" y="999"/>
                      <a:pt x="22125" y="999"/>
                    </a:cubicBezTo>
                    <a:close/>
                    <a:moveTo>
                      <a:pt x="22135" y="0"/>
                    </a:moveTo>
                    <a:cubicBezTo>
                      <a:pt x="16993" y="0"/>
                      <a:pt x="10792" y="1599"/>
                      <a:pt x="6354" y="2993"/>
                    </a:cubicBezTo>
                    <a:cubicBezTo>
                      <a:pt x="4446" y="3598"/>
                      <a:pt x="2513" y="4108"/>
                      <a:pt x="554" y="4517"/>
                    </a:cubicBezTo>
                    <a:cubicBezTo>
                      <a:pt x="1" y="4630"/>
                      <a:pt x="31" y="5431"/>
                      <a:pt x="593" y="5501"/>
                    </a:cubicBezTo>
                    <a:cubicBezTo>
                      <a:pt x="1377" y="5601"/>
                      <a:pt x="2409" y="5649"/>
                      <a:pt x="3615" y="5649"/>
                    </a:cubicBezTo>
                    <a:cubicBezTo>
                      <a:pt x="6158" y="5649"/>
                      <a:pt x="9454" y="5440"/>
                      <a:pt x="12733" y="5044"/>
                    </a:cubicBezTo>
                    <a:cubicBezTo>
                      <a:pt x="20170" y="4143"/>
                      <a:pt x="22265" y="3028"/>
                      <a:pt x="22848" y="2440"/>
                    </a:cubicBezTo>
                    <a:cubicBezTo>
                      <a:pt x="23349" y="1939"/>
                      <a:pt x="23663" y="1282"/>
                      <a:pt x="23732" y="576"/>
                    </a:cubicBezTo>
                    <a:cubicBezTo>
                      <a:pt x="23763" y="293"/>
                      <a:pt x="23545" y="41"/>
                      <a:pt x="23262" y="28"/>
                    </a:cubicBezTo>
                    <a:cubicBezTo>
                      <a:pt x="22893" y="9"/>
                      <a:pt x="22517" y="0"/>
                      <a:pt x="221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799;p36">
                <a:extLst>
                  <a:ext uri="{FF2B5EF4-FFF2-40B4-BE49-F238E27FC236}">
                    <a16:creationId xmlns:a16="http://schemas.microsoft.com/office/drawing/2014/main" id="{736E60D5-B5E4-204D-63E5-97941BF7C419}"/>
                  </a:ext>
                </a:extLst>
              </p:cNvPr>
              <p:cNvSpPr/>
              <p:nvPr/>
            </p:nvSpPr>
            <p:spPr>
              <a:xfrm>
                <a:off x="4367950" y="2070250"/>
                <a:ext cx="231475" cy="134475"/>
              </a:xfrm>
              <a:custGeom>
                <a:avLst/>
                <a:gdLst/>
                <a:ahLst/>
                <a:cxnLst/>
                <a:rect l="l" t="t" r="r" b="b"/>
                <a:pathLst>
                  <a:path w="9259" h="5379" extrusionOk="0">
                    <a:moveTo>
                      <a:pt x="764" y="0"/>
                    </a:moveTo>
                    <a:cubicBezTo>
                      <a:pt x="521" y="0"/>
                      <a:pt x="288" y="132"/>
                      <a:pt x="170" y="358"/>
                    </a:cubicBezTo>
                    <a:cubicBezTo>
                      <a:pt x="1" y="680"/>
                      <a:pt x="123" y="1077"/>
                      <a:pt x="440" y="1251"/>
                    </a:cubicBezTo>
                    <a:lnTo>
                      <a:pt x="8226" y="5305"/>
                    </a:lnTo>
                    <a:cubicBezTo>
                      <a:pt x="8322" y="5353"/>
                      <a:pt x="8426" y="5379"/>
                      <a:pt x="8535" y="5379"/>
                    </a:cubicBezTo>
                    <a:cubicBezTo>
                      <a:pt x="8844" y="5379"/>
                      <a:pt x="9110" y="5170"/>
                      <a:pt x="9184" y="4869"/>
                    </a:cubicBezTo>
                    <a:cubicBezTo>
                      <a:pt x="9258" y="4569"/>
                      <a:pt x="9119" y="4260"/>
                      <a:pt x="8844" y="4120"/>
                    </a:cubicBezTo>
                    <a:lnTo>
                      <a:pt x="1054" y="66"/>
                    </a:lnTo>
                    <a:cubicBezTo>
                      <a:pt x="961" y="21"/>
                      <a:pt x="861" y="0"/>
                      <a:pt x="76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800;p36">
                <a:extLst>
                  <a:ext uri="{FF2B5EF4-FFF2-40B4-BE49-F238E27FC236}">
                    <a16:creationId xmlns:a16="http://schemas.microsoft.com/office/drawing/2014/main" id="{4A8109DD-B2E0-F47A-CED5-C009C4096C87}"/>
                  </a:ext>
                </a:extLst>
              </p:cNvPr>
              <p:cNvSpPr/>
              <p:nvPr/>
            </p:nvSpPr>
            <p:spPr>
              <a:xfrm>
                <a:off x="4256050" y="2012050"/>
                <a:ext cx="94625" cy="63350"/>
              </a:xfrm>
              <a:custGeom>
                <a:avLst/>
                <a:gdLst/>
                <a:ahLst/>
                <a:cxnLst/>
                <a:rect l="l" t="t" r="r" b="b"/>
                <a:pathLst>
                  <a:path w="3785" h="2534" extrusionOk="0">
                    <a:moveTo>
                      <a:pt x="756" y="0"/>
                    </a:moveTo>
                    <a:cubicBezTo>
                      <a:pt x="514" y="0"/>
                      <a:pt x="283" y="132"/>
                      <a:pt x="166" y="361"/>
                    </a:cubicBezTo>
                    <a:cubicBezTo>
                      <a:pt x="0" y="679"/>
                      <a:pt x="118" y="1075"/>
                      <a:pt x="436" y="1249"/>
                    </a:cubicBezTo>
                    <a:lnTo>
                      <a:pt x="2757" y="2460"/>
                    </a:lnTo>
                    <a:cubicBezTo>
                      <a:pt x="2852" y="2508"/>
                      <a:pt x="2957" y="2534"/>
                      <a:pt x="3066" y="2534"/>
                    </a:cubicBezTo>
                    <a:cubicBezTo>
                      <a:pt x="3371" y="2534"/>
                      <a:pt x="3641" y="2325"/>
                      <a:pt x="3710" y="2024"/>
                    </a:cubicBezTo>
                    <a:cubicBezTo>
                      <a:pt x="3784" y="1728"/>
                      <a:pt x="3645" y="1415"/>
                      <a:pt x="3371" y="1275"/>
                    </a:cubicBezTo>
                    <a:lnTo>
                      <a:pt x="1050" y="69"/>
                    </a:lnTo>
                    <a:cubicBezTo>
                      <a:pt x="955" y="22"/>
                      <a:pt x="854" y="0"/>
                      <a:pt x="75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801;p36">
                <a:extLst>
                  <a:ext uri="{FF2B5EF4-FFF2-40B4-BE49-F238E27FC236}">
                    <a16:creationId xmlns:a16="http://schemas.microsoft.com/office/drawing/2014/main" id="{60A24AE4-067E-BFE9-44A7-C641B45033C2}"/>
                  </a:ext>
                </a:extLst>
              </p:cNvPr>
              <p:cNvSpPr/>
              <p:nvPr/>
            </p:nvSpPr>
            <p:spPr>
              <a:xfrm>
                <a:off x="4412250" y="2580950"/>
                <a:ext cx="100400" cy="40925"/>
              </a:xfrm>
              <a:custGeom>
                <a:avLst/>
                <a:gdLst/>
                <a:ahLst/>
                <a:cxnLst/>
                <a:rect l="l" t="t" r="r" b="b"/>
                <a:pathLst>
                  <a:path w="4016" h="1637" extrusionOk="0">
                    <a:moveTo>
                      <a:pt x="699" y="1"/>
                    </a:moveTo>
                    <a:cubicBezTo>
                      <a:pt x="368" y="1"/>
                      <a:pt x="81" y="252"/>
                      <a:pt x="44" y="587"/>
                    </a:cubicBezTo>
                    <a:cubicBezTo>
                      <a:pt x="1" y="949"/>
                      <a:pt x="253" y="1275"/>
                      <a:pt x="610" y="1328"/>
                    </a:cubicBezTo>
                    <a:lnTo>
                      <a:pt x="3254" y="1633"/>
                    </a:lnTo>
                    <a:cubicBezTo>
                      <a:pt x="3275" y="1633"/>
                      <a:pt x="3301" y="1637"/>
                      <a:pt x="3328" y="1637"/>
                    </a:cubicBezTo>
                    <a:cubicBezTo>
                      <a:pt x="3680" y="1637"/>
                      <a:pt x="3972" y="1358"/>
                      <a:pt x="3994" y="1006"/>
                    </a:cubicBezTo>
                    <a:cubicBezTo>
                      <a:pt x="4016" y="653"/>
                      <a:pt x="3754" y="348"/>
                      <a:pt x="3406" y="304"/>
                    </a:cubicBezTo>
                    <a:lnTo>
                      <a:pt x="763" y="4"/>
                    </a:lnTo>
                    <a:cubicBezTo>
                      <a:pt x="741" y="2"/>
                      <a:pt x="720" y="1"/>
                      <a:pt x="69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802;p36">
                <a:extLst>
                  <a:ext uri="{FF2B5EF4-FFF2-40B4-BE49-F238E27FC236}">
                    <a16:creationId xmlns:a16="http://schemas.microsoft.com/office/drawing/2014/main" id="{53BC259F-5A30-24C0-71EB-8CE0A8A5045F}"/>
                  </a:ext>
                </a:extLst>
              </p:cNvPr>
              <p:cNvSpPr/>
              <p:nvPr/>
            </p:nvSpPr>
            <p:spPr>
              <a:xfrm>
                <a:off x="4158400" y="2551600"/>
                <a:ext cx="213375" cy="53950"/>
              </a:xfrm>
              <a:custGeom>
                <a:avLst/>
                <a:gdLst/>
                <a:ahLst/>
                <a:cxnLst/>
                <a:rect l="l" t="t" r="r" b="b"/>
                <a:pathLst>
                  <a:path w="8535" h="2158" extrusionOk="0">
                    <a:moveTo>
                      <a:pt x="704" y="0"/>
                    </a:moveTo>
                    <a:cubicBezTo>
                      <a:pt x="372" y="0"/>
                      <a:pt x="84" y="251"/>
                      <a:pt x="44" y="590"/>
                    </a:cubicBezTo>
                    <a:cubicBezTo>
                      <a:pt x="0" y="965"/>
                      <a:pt x="270" y="1300"/>
                      <a:pt x="645" y="1335"/>
                    </a:cubicBezTo>
                    <a:lnTo>
                      <a:pt x="7773" y="2153"/>
                    </a:lnTo>
                    <a:cubicBezTo>
                      <a:pt x="7799" y="2158"/>
                      <a:pt x="7825" y="2158"/>
                      <a:pt x="7851" y="2158"/>
                    </a:cubicBezTo>
                    <a:cubicBezTo>
                      <a:pt x="8204" y="2158"/>
                      <a:pt x="8496" y="1883"/>
                      <a:pt x="8513" y="1531"/>
                    </a:cubicBezTo>
                    <a:cubicBezTo>
                      <a:pt x="8535" y="1178"/>
                      <a:pt x="8278" y="869"/>
                      <a:pt x="7925" y="830"/>
                    </a:cubicBezTo>
                    <a:lnTo>
                      <a:pt x="797" y="7"/>
                    </a:lnTo>
                    <a:cubicBezTo>
                      <a:pt x="766" y="2"/>
                      <a:pt x="735" y="0"/>
                      <a:pt x="70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803;p36">
                <a:extLst>
                  <a:ext uri="{FF2B5EF4-FFF2-40B4-BE49-F238E27FC236}">
                    <a16:creationId xmlns:a16="http://schemas.microsoft.com/office/drawing/2014/main" id="{43AB75DD-4D6D-E7BE-9A21-600E1E4869B5}"/>
                  </a:ext>
                </a:extLst>
              </p:cNvPr>
              <p:cNvSpPr/>
              <p:nvPr/>
            </p:nvSpPr>
            <p:spPr>
              <a:xfrm>
                <a:off x="4232650" y="3054850"/>
                <a:ext cx="256375" cy="94575"/>
              </a:xfrm>
              <a:custGeom>
                <a:avLst/>
                <a:gdLst/>
                <a:ahLst/>
                <a:cxnLst/>
                <a:rect l="l" t="t" r="r" b="b"/>
                <a:pathLst>
                  <a:path w="10255" h="3783" extrusionOk="0">
                    <a:moveTo>
                      <a:pt x="9513" y="0"/>
                    </a:moveTo>
                    <a:cubicBezTo>
                      <a:pt x="9460" y="0"/>
                      <a:pt x="9407" y="7"/>
                      <a:pt x="9353" y="20"/>
                    </a:cubicBezTo>
                    <a:lnTo>
                      <a:pt x="518" y="2476"/>
                    </a:lnTo>
                    <a:cubicBezTo>
                      <a:pt x="200" y="2567"/>
                      <a:pt x="0" y="2877"/>
                      <a:pt x="48" y="3203"/>
                    </a:cubicBezTo>
                    <a:cubicBezTo>
                      <a:pt x="91" y="3530"/>
                      <a:pt x="366" y="3778"/>
                      <a:pt x="697" y="3782"/>
                    </a:cubicBezTo>
                    <a:cubicBezTo>
                      <a:pt x="758" y="3782"/>
                      <a:pt x="819" y="3774"/>
                      <a:pt x="875" y="3761"/>
                    </a:cubicBezTo>
                    <a:lnTo>
                      <a:pt x="9710" y="1305"/>
                    </a:lnTo>
                    <a:cubicBezTo>
                      <a:pt x="10054" y="1200"/>
                      <a:pt x="10255" y="839"/>
                      <a:pt x="10155" y="490"/>
                    </a:cubicBezTo>
                    <a:cubicBezTo>
                      <a:pt x="10073" y="195"/>
                      <a:pt x="9805" y="0"/>
                      <a:pt x="95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804;p36">
                <a:extLst>
                  <a:ext uri="{FF2B5EF4-FFF2-40B4-BE49-F238E27FC236}">
                    <a16:creationId xmlns:a16="http://schemas.microsoft.com/office/drawing/2014/main" id="{947B2641-2593-F44A-BA2C-A432E5B04B1F}"/>
                  </a:ext>
                </a:extLst>
              </p:cNvPr>
              <p:cNvSpPr/>
              <p:nvPr/>
            </p:nvSpPr>
            <p:spPr>
              <a:xfrm>
                <a:off x="3657750" y="372700"/>
                <a:ext cx="1056400" cy="1056525"/>
              </a:xfrm>
              <a:custGeom>
                <a:avLst/>
                <a:gdLst/>
                <a:ahLst/>
                <a:cxnLst/>
                <a:rect l="l" t="t" r="r" b="b"/>
                <a:pathLst>
                  <a:path w="42256" h="42261" extrusionOk="0">
                    <a:moveTo>
                      <a:pt x="21128" y="4150"/>
                    </a:moveTo>
                    <a:cubicBezTo>
                      <a:pt x="30503" y="4150"/>
                      <a:pt x="38106" y="11753"/>
                      <a:pt x="38106" y="21128"/>
                    </a:cubicBezTo>
                    <a:cubicBezTo>
                      <a:pt x="38106" y="30508"/>
                      <a:pt x="30503" y="38110"/>
                      <a:pt x="21128" y="38110"/>
                    </a:cubicBezTo>
                    <a:lnTo>
                      <a:pt x="21128" y="38106"/>
                    </a:lnTo>
                    <a:cubicBezTo>
                      <a:pt x="11753" y="38106"/>
                      <a:pt x="4150" y="30508"/>
                      <a:pt x="4150" y="21128"/>
                    </a:cubicBezTo>
                    <a:cubicBezTo>
                      <a:pt x="4150" y="11753"/>
                      <a:pt x="11753" y="4150"/>
                      <a:pt x="21128" y="4150"/>
                    </a:cubicBezTo>
                    <a:close/>
                    <a:moveTo>
                      <a:pt x="21128" y="1"/>
                    </a:moveTo>
                    <a:cubicBezTo>
                      <a:pt x="9458" y="1"/>
                      <a:pt x="0" y="9463"/>
                      <a:pt x="0" y="21128"/>
                    </a:cubicBezTo>
                    <a:cubicBezTo>
                      <a:pt x="0" y="32798"/>
                      <a:pt x="9458" y="42260"/>
                      <a:pt x="21128" y="42260"/>
                    </a:cubicBezTo>
                    <a:cubicBezTo>
                      <a:pt x="32793" y="42260"/>
                      <a:pt x="42256" y="32798"/>
                      <a:pt x="42256" y="21128"/>
                    </a:cubicBezTo>
                    <a:cubicBezTo>
                      <a:pt x="42256" y="9463"/>
                      <a:pt x="32798" y="1"/>
                      <a:pt x="211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805;p36">
                <a:extLst>
                  <a:ext uri="{FF2B5EF4-FFF2-40B4-BE49-F238E27FC236}">
                    <a16:creationId xmlns:a16="http://schemas.microsoft.com/office/drawing/2014/main" id="{251E218B-F3E8-F2D3-BA70-0588EC59F2E0}"/>
                  </a:ext>
                </a:extLst>
              </p:cNvPr>
              <p:cNvSpPr/>
              <p:nvPr/>
            </p:nvSpPr>
            <p:spPr>
              <a:xfrm>
                <a:off x="4135425" y="863225"/>
                <a:ext cx="88300" cy="75475"/>
              </a:xfrm>
              <a:custGeom>
                <a:avLst/>
                <a:gdLst/>
                <a:ahLst/>
                <a:cxnLst/>
                <a:rect l="l" t="t" r="r" b="b"/>
                <a:pathLst>
                  <a:path w="3532" h="3019" extrusionOk="0">
                    <a:moveTo>
                      <a:pt x="2021" y="1"/>
                    </a:moveTo>
                    <a:cubicBezTo>
                      <a:pt x="675" y="1"/>
                      <a:pt x="1" y="1625"/>
                      <a:pt x="954" y="2578"/>
                    </a:cubicBezTo>
                    <a:cubicBezTo>
                      <a:pt x="1242" y="2867"/>
                      <a:pt x="1628" y="3019"/>
                      <a:pt x="2021" y="3019"/>
                    </a:cubicBezTo>
                    <a:cubicBezTo>
                      <a:pt x="2216" y="3019"/>
                      <a:pt x="2413" y="2981"/>
                      <a:pt x="2600" y="2905"/>
                    </a:cubicBezTo>
                    <a:cubicBezTo>
                      <a:pt x="3162" y="2670"/>
                      <a:pt x="3532" y="2121"/>
                      <a:pt x="3532" y="1507"/>
                    </a:cubicBezTo>
                    <a:cubicBezTo>
                      <a:pt x="3528" y="675"/>
                      <a:pt x="2853" y="1"/>
                      <a:pt x="20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806;p36">
                <a:extLst>
                  <a:ext uri="{FF2B5EF4-FFF2-40B4-BE49-F238E27FC236}">
                    <a16:creationId xmlns:a16="http://schemas.microsoft.com/office/drawing/2014/main" id="{49122FDD-39D2-6FBB-AA41-4901CD74B6A6}"/>
                  </a:ext>
                </a:extLst>
              </p:cNvPr>
              <p:cNvSpPr/>
              <p:nvPr/>
            </p:nvSpPr>
            <p:spPr>
              <a:xfrm>
                <a:off x="4038100" y="884300"/>
                <a:ext cx="380175" cy="224875"/>
              </a:xfrm>
              <a:custGeom>
                <a:avLst/>
                <a:gdLst/>
                <a:ahLst/>
                <a:cxnLst/>
                <a:rect l="l" t="t" r="r" b="b"/>
                <a:pathLst>
                  <a:path w="15207" h="8995" extrusionOk="0">
                    <a:moveTo>
                      <a:pt x="5910" y="1"/>
                    </a:moveTo>
                    <a:cubicBezTo>
                      <a:pt x="5696" y="1"/>
                      <a:pt x="5485" y="104"/>
                      <a:pt x="5357" y="298"/>
                    </a:cubicBezTo>
                    <a:lnTo>
                      <a:pt x="297" y="7962"/>
                    </a:lnTo>
                    <a:cubicBezTo>
                      <a:pt x="1" y="8402"/>
                      <a:pt x="319" y="8994"/>
                      <a:pt x="850" y="8994"/>
                    </a:cubicBezTo>
                    <a:cubicBezTo>
                      <a:pt x="1076" y="8994"/>
                      <a:pt x="1285" y="8881"/>
                      <a:pt x="1407" y="8694"/>
                    </a:cubicBezTo>
                    <a:lnTo>
                      <a:pt x="6058" y="1653"/>
                    </a:lnTo>
                    <a:lnTo>
                      <a:pt x="14031" y="8250"/>
                    </a:lnTo>
                    <a:cubicBezTo>
                      <a:pt x="14157" y="8353"/>
                      <a:pt x="14308" y="8403"/>
                      <a:pt x="14458" y="8403"/>
                    </a:cubicBezTo>
                    <a:cubicBezTo>
                      <a:pt x="14650" y="8403"/>
                      <a:pt x="14839" y="8321"/>
                      <a:pt x="14971" y="8162"/>
                    </a:cubicBezTo>
                    <a:cubicBezTo>
                      <a:pt x="15206" y="7879"/>
                      <a:pt x="15167" y="7457"/>
                      <a:pt x="14884" y="7222"/>
                    </a:cubicBezTo>
                    <a:lnTo>
                      <a:pt x="6336" y="155"/>
                    </a:lnTo>
                    <a:cubicBezTo>
                      <a:pt x="6211" y="51"/>
                      <a:pt x="6060" y="1"/>
                      <a:pt x="59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807;p36">
                <a:extLst>
                  <a:ext uri="{FF2B5EF4-FFF2-40B4-BE49-F238E27FC236}">
                    <a16:creationId xmlns:a16="http://schemas.microsoft.com/office/drawing/2014/main" id="{D9C3242F-04B0-DE30-A244-E68D2C3535B0}"/>
                  </a:ext>
                </a:extLst>
              </p:cNvPr>
              <p:cNvSpPr/>
              <p:nvPr/>
            </p:nvSpPr>
            <p:spPr>
              <a:xfrm>
                <a:off x="1319650" y="700475"/>
                <a:ext cx="381025" cy="622275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24891" extrusionOk="0">
                    <a:moveTo>
                      <a:pt x="6601" y="1"/>
                    </a:moveTo>
                    <a:lnTo>
                      <a:pt x="5927" y="8635"/>
                    </a:lnTo>
                    <a:lnTo>
                      <a:pt x="5417" y="6097"/>
                    </a:lnTo>
                    <a:lnTo>
                      <a:pt x="5077" y="13717"/>
                    </a:lnTo>
                    <a:lnTo>
                      <a:pt x="1694" y="5082"/>
                    </a:lnTo>
                    <a:lnTo>
                      <a:pt x="4233" y="20828"/>
                    </a:lnTo>
                    <a:lnTo>
                      <a:pt x="1354" y="16425"/>
                    </a:lnTo>
                    <a:lnTo>
                      <a:pt x="1354" y="18794"/>
                    </a:lnTo>
                    <a:lnTo>
                      <a:pt x="0" y="17270"/>
                    </a:lnTo>
                    <a:lnTo>
                      <a:pt x="2539" y="24216"/>
                    </a:lnTo>
                    <a:lnTo>
                      <a:pt x="2709" y="24890"/>
                    </a:lnTo>
                    <a:lnTo>
                      <a:pt x="12528" y="24721"/>
                    </a:lnTo>
                    <a:lnTo>
                      <a:pt x="15241" y="16935"/>
                    </a:lnTo>
                    <a:lnTo>
                      <a:pt x="12867" y="18624"/>
                    </a:lnTo>
                    <a:lnTo>
                      <a:pt x="14731" y="15576"/>
                    </a:lnTo>
                    <a:lnTo>
                      <a:pt x="11513" y="17950"/>
                    </a:lnTo>
                    <a:lnTo>
                      <a:pt x="13717" y="1015"/>
                    </a:lnTo>
                    <a:lnTo>
                      <a:pt x="9144" y="14562"/>
                    </a:lnTo>
                    <a:lnTo>
                      <a:pt x="9480" y="8635"/>
                    </a:lnTo>
                    <a:lnTo>
                      <a:pt x="7790" y="13208"/>
                    </a:lnTo>
                    <a:lnTo>
                      <a:pt x="660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808;p36">
                <a:extLst>
                  <a:ext uri="{FF2B5EF4-FFF2-40B4-BE49-F238E27FC236}">
                    <a16:creationId xmlns:a16="http://schemas.microsoft.com/office/drawing/2014/main" id="{399C957C-96E5-33CC-6CBF-C2F7DBD4ACD4}"/>
                  </a:ext>
                </a:extLst>
              </p:cNvPr>
              <p:cNvSpPr/>
              <p:nvPr/>
            </p:nvSpPr>
            <p:spPr>
              <a:xfrm>
                <a:off x="1318650" y="1274725"/>
                <a:ext cx="407400" cy="458650"/>
              </a:xfrm>
              <a:custGeom>
                <a:avLst/>
                <a:gdLst/>
                <a:ahLst/>
                <a:cxnLst/>
                <a:rect l="l" t="t" r="r" b="b"/>
                <a:pathLst>
                  <a:path w="16296" h="18346" extrusionOk="0">
                    <a:moveTo>
                      <a:pt x="1" y="0"/>
                    </a:moveTo>
                    <a:lnTo>
                      <a:pt x="2853" y="18345"/>
                    </a:lnTo>
                    <a:lnTo>
                      <a:pt x="13443" y="18345"/>
                    </a:lnTo>
                    <a:lnTo>
                      <a:pt x="162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809;p36">
                <a:extLst>
                  <a:ext uri="{FF2B5EF4-FFF2-40B4-BE49-F238E27FC236}">
                    <a16:creationId xmlns:a16="http://schemas.microsoft.com/office/drawing/2014/main" id="{9072A4AF-90A1-A52B-9048-53D39F13EF90}"/>
                  </a:ext>
                </a:extLst>
              </p:cNvPr>
              <p:cNvSpPr/>
              <p:nvPr/>
            </p:nvSpPr>
            <p:spPr>
              <a:xfrm>
                <a:off x="1300700" y="1258050"/>
                <a:ext cx="443425" cy="491975"/>
              </a:xfrm>
              <a:custGeom>
                <a:avLst/>
                <a:gdLst/>
                <a:ahLst/>
                <a:cxnLst/>
                <a:rect l="l" t="t" r="r" b="b"/>
                <a:pathLst>
                  <a:path w="17737" h="19679" extrusionOk="0">
                    <a:moveTo>
                      <a:pt x="16234" y="1333"/>
                    </a:moveTo>
                    <a:lnTo>
                      <a:pt x="13591" y="18346"/>
                    </a:lnTo>
                    <a:lnTo>
                      <a:pt x="4146" y="18346"/>
                    </a:lnTo>
                    <a:lnTo>
                      <a:pt x="1498" y="1333"/>
                    </a:lnTo>
                    <a:close/>
                    <a:moveTo>
                      <a:pt x="719" y="1"/>
                    </a:moveTo>
                    <a:cubicBezTo>
                      <a:pt x="310" y="1"/>
                      <a:pt x="0" y="362"/>
                      <a:pt x="61" y="767"/>
                    </a:cubicBezTo>
                    <a:lnTo>
                      <a:pt x="2914" y="19112"/>
                    </a:lnTo>
                    <a:cubicBezTo>
                      <a:pt x="2961" y="19439"/>
                      <a:pt x="3245" y="19674"/>
                      <a:pt x="3571" y="19678"/>
                    </a:cubicBezTo>
                    <a:lnTo>
                      <a:pt x="14161" y="19678"/>
                    </a:lnTo>
                    <a:cubicBezTo>
                      <a:pt x="14488" y="19678"/>
                      <a:pt x="14771" y="19439"/>
                      <a:pt x="14819" y="19112"/>
                    </a:cubicBezTo>
                    <a:lnTo>
                      <a:pt x="17671" y="767"/>
                    </a:lnTo>
                    <a:cubicBezTo>
                      <a:pt x="17736" y="362"/>
                      <a:pt x="17423" y="1"/>
                      <a:pt x="170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810;p36">
                <a:extLst>
                  <a:ext uri="{FF2B5EF4-FFF2-40B4-BE49-F238E27FC236}">
                    <a16:creationId xmlns:a16="http://schemas.microsoft.com/office/drawing/2014/main" id="{1429496E-B3F7-1375-8BC7-CCE15B7C823F}"/>
                  </a:ext>
                </a:extLst>
              </p:cNvPr>
              <p:cNvSpPr/>
              <p:nvPr/>
            </p:nvSpPr>
            <p:spPr>
              <a:xfrm>
                <a:off x="1043250" y="1730175"/>
                <a:ext cx="1335950" cy="3553775"/>
              </a:xfrm>
              <a:custGeom>
                <a:avLst/>
                <a:gdLst/>
                <a:ahLst/>
                <a:cxnLst/>
                <a:rect l="l" t="t" r="r" b="b"/>
                <a:pathLst>
                  <a:path w="53438" h="142151" extrusionOk="0">
                    <a:moveTo>
                      <a:pt x="0" y="1"/>
                    </a:moveTo>
                    <a:lnTo>
                      <a:pt x="0" y="142150"/>
                    </a:lnTo>
                    <a:lnTo>
                      <a:pt x="53438" y="142150"/>
                    </a:lnTo>
                    <a:lnTo>
                      <a:pt x="5343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811;p36">
                <a:extLst>
                  <a:ext uri="{FF2B5EF4-FFF2-40B4-BE49-F238E27FC236}">
                    <a16:creationId xmlns:a16="http://schemas.microsoft.com/office/drawing/2014/main" id="{C8C4513B-0309-6850-7D19-442D3866C74E}"/>
                  </a:ext>
                </a:extLst>
              </p:cNvPr>
              <p:cNvSpPr/>
              <p:nvPr/>
            </p:nvSpPr>
            <p:spPr>
              <a:xfrm>
                <a:off x="1026600" y="1713525"/>
                <a:ext cx="1369250" cy="3587075"/>
              </a:xfrm>
              <a:custGeom>
                <a:avLst/>
                <a:gdLst/>
                <a:ahLst/>
                <a:cxnLst/>
                <a:rect l="l" t="t" r="r" b="b"/>
                <a:pathLst>
                  <a:path w="54770" h="143483" extrusionOk="0">
                    <a:moveTo>
                      <a:pt x="53437" y="1333"/>
                    </a:moveTo>
                    <a:lnTo>
                      <a:pt x="53437" y="142150"/>
                    </a:lnTo>
                    <a:lnTo>
                      <a:pt x="1333" y="142150"/>
                    </a:lnTo>
                    <a:lnTo>
                      <a:pt x="1333" y="1333"/>
                    </a:lnTo>
                    <a:close/>
                    <a:moveTo>
                      <a:pt x="666" y="1"/>
                    </a:moveTo>
                    <a:cubicBezTo>
                      <a:pt x="296" y="1"/>
                      <a:pt x="0" y="297"/>
                      <a:pt x="0" y="667"/>
                    </a:cubicBezTo>
                    <a:lnTo>
                      <a:pt x="0" y="142816"/>
                    </a:lnTo>
                    <a:cubicBezTo>
                      <a:pt x="0" y="143187"/>
                      <a:pt x="296" y="143483"/>
                      <a:pt x="666" y="143483"/>
                    </a:cubicBezTo>
                    <a:lnTo>
                      <a:pt x="54104" y="143483"/>
                    </a:lnTo>
                    <a:cubicBezTo>
                      <a:pt x="54469" y="143483"/>
                      <a:pt x="54770" y="143187"/>
                      <a:pt x="54770" y="142816"/>
                    </a:cubicBezTo>
                    <a:lnTo>
                      <a:pt x="54770" y="667"/>
                    </a:lnTo>
                    <a:cubicBezTo>
                      <a:pt x="54770" y="297"/>
                      <a:pt x="54469" y="1"/>
                      <a:pt x="541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812;p36">
                <a:extLst>
                  <a:ext uri="{FF2B5EF4-FFF2-40B4-BE49-F238E27FC236}">
                    <a16:creationId xmlns:a16="http://schemas.microsoft.com/office/drawing/2014/main" id="{F8C1BF08-F2A2-EA49-9B08-9B0F2EBFF6B8}"/>
                  </a:ext>
                </a:extLst>
              </p:cNvPr>
              <p:cNvSpPr/>
              <p:nvPr/>
            </p:nvSpPr>
            <p:spPr>
              <a:xfrm>
                <a:off x="1104425" y="1830225"/>
                <a:ext cx="1200650" cy="889425"/>
              </a:xfrm>
              <a:custGeom>
                <a:avLst/>
                <a:gdLst/>
                <a:ahLst/>
                <a:cxnLst/>
                <a:rect l="l" t="t" r="r" b="b"/>
                <a:pathLst>
                  <a:path w="48026" h="35577" extrusionOk="0">
                    <a:moveTo>
                      <a:pt x="46693" y="1333"/>
                    </a:moveTo>
                    <a:lnTo>
                      <a:pt x="46693" y="34239"/>
                    </a:lnTo>
                    <a:lnTo>
                      <a:pt x="1333" y="34239"/>
                    </a:lnTo>
                    <a:lnTo>
                      <a:pt x="1333" y="1333"/>
                    </a:lnTo>
                    <a:close/>
                    <a:moveTo>
                      <a:pt x="667" y="1"/>
                    </a:moveTo>
                    <a:cubicBezTo>
                      <a:pt x="297" y="1"/>
                      <a:pt x="0" y="297"/>
                      <a:pt x="0" y="667"/>
                    </a:cubicBezTo>
                    <a:lnTo>
                      <a:pt x="0" y="34910"/>
                    </a:lnTo>
                    <a:cubicBezTo>
                      <a:pt x="0" y="35276"/>
                      <a:pt x="297" y="35576"/>
                      <a:pt x="667" y="35576"/>
                    </a:cubicBezTo>
                    <a:lnTo>
                      <a:pt x="47359" y="35576"/>
                    </a:lnTo>
                    <a:cubicBezTo>
                      <a:pt x="47725" y="35576"/>
                      <a:pt x="48025" y="35276"/>
                      <a:pt x="48025" y="34910"/>
                    </a:cubicBezTo>
                    <a:lnTo>
                      <a:pt x="48025" y="667"/>
                    </a:lnTo>
                    <a:cubicBezTo>
                      <a:pt x="48025" y="301"/>
                      <a:pt x="47725" y="1"/>
                      <a:pt x="473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813;p36">
                <a:extLst>
                  <a:ext uri="{FF2B5EF4-FFF2-40B4-BE49-F238E27FC236}">
                    <a16:creationId xmlns:a16="http://schemas.microsoft.com/office/drawing/2014/main" id="{04ED6683-9F9B-A04F-4BE1-CE77C26EB261}"/>
                  </a:ext>
                </a:extLst>
              </p:cNvPr>
              <p:cNvSpPr/>
              <p:nvPr/>
            </p:nvSpPr>
            <p:spPr>
              <a:xfrm>
                <a:off x="1471275" y="2197100"/>
                <a:ext cx="466925" cy="155675"/>
              </a:xfrm>
              <a:custGeom>
                <a:avLst/>
                <a:gdLst/>
                <a:ahLst/>
                <a:cxnLst/>
                <a:rect l="l" t="t" r="r" b="b"/>
                <a:pathLst>
                  <a:path w="18677" h="6227" extrusionOk="0">
                    <a:moveTo>
                      <a:pt x="1" y="0"/>
                    </a:moveTo>
                    <a:lnTo>
                      <a:pt x="1" y="6227"/>
                    </a:lnTo>
                    <a:lnTo>
                      <a:pt x="18677" y="6227"/>
                    </a:lnTo>
                    <a:lnTo>
                      <a:pt x="186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814;p36">
                <a:extLst>
                  <a:ext uri="{FF2B5EF4-FFF2-40B4-BE49-F238E27FC236}">
                    <a16:creationId xmlns:a16="http://schemas.microsoft.com/office/drawing/2014/main" id="{1CEDB618-3764-61DB-A123-D714E71ED377}"/>
                  </a:ext>
                </a:extLst>
              </p:cNvPr>
              <p:cNvSpPr/>
              <p:nvPr/>
            </p:nvSpPr>
            <p:spPr>
              <a:xfrm>
                <a:off x="1104425" y="2828900"/>
                <a:ext cx="1200650" cy="889425"/>
              </a:xfrm>
              <a:custGeom>
                <a:avLst/>
                <a:gdLst/>
                <a:ahLst/>
                <a:cxnLst/>
                <a:rect l="l" t="t" r="r" b="b"/>
                <a:pathLst>
                  <a:path w="48026" h="35577" extrusionOk="0">
                    <a:moveTo>
                      <a:pt x="46693" y="1333"/>
                    </a:moveTo>
                    <a:lnTo>
                      <a:pt x="46693" y="34244"/>
                    </a:lnTo>
                    <a:lnTo>
                      <a:pt x="1333" y="34244"/>
                    </a:lnTo>
                    <a:lnTo>
                      <a:pt x="1333" y="1333"/>
                    </a:lnTo>
                    <a:close/>
                    <a:moveTo>
                      <a:pt x="667" y="1"/>
                    </a:moveTo>
                    <a:cubicBezTo>
                      <a:pt x="297" y="1"/>
                      <a:pt x="0" y="297"/>
                      <a:pt x="0" y="667"/>
                    </a:cubicBezTo>
                    <a:lnTo>
                      <a:pt x="0" y="34906"/>
                    </a:lnTo>
                    <a:cubicBezTo>
                      <a:pt x="0" y="35276"/>
                      <a:pt x="297" y="35576"/>
                      <a:pt x="667" y="35576"/>
                    </a:cubicBezTo>
                    <a:lnTo>
                      <a:pt x="47359" y="35576"/>
                    </a:lnTo>
                    <a:cubicBezTo>
                      <a:pt x="47725" y="35576"/>
                      <a:pt x="48025" y="35276"/>
                      <a:pt x="48025" y="34910"/>
                    </a:cubicBezTo>
                    <a:lnTo>
                      <a:pt x="48025" y="667"/>
                    </a:lnTo>
                    <a:cubicBezTo>
                      <a:pt x="48025" y="297"/>
                      <a:pt x="47725" y="1"/>
                      <a:pt x="473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815;p36">
                <a:extLst>
                  <a:ext uri="{FF2B5EF4-FFF2-40B4-BE49-F238E27FC236}">
                    <a16:creationId xmlns:a16="http://schemas.microsoft.com/office/drawing/2014/main" id="{676A814E-1612-6B69-31C4-6AF665228A99}"/>
                  </a:ext>
                </a:extLst>
              </p:cNvPr>
              <p:cNvSpPr/>
              <p:nvPr/>
            </p:nvSpPr>
            <p:spPr>
              <a:xfrm>
                <a:off x="1471275" y="3195775"/>
                <a:ext cx="466925" cy="155700"/>
              </a:xfrm>
              <a:custGeom>
                <a:avLst/>
                <a:gdLst/>
                <a:ahLst/>
                <a:cxnLst/>
                <a:rect l="l" t="t" r="r" b="b"/>
                <a:pathLst>
                  <a:path w="18677" h="6228" extrusionOk="0">
                    <a:moveTo>
                      <a:pt x="1" y="0"/>
                    </a:moveTo>
                    <a:lnTo>
                      <a:pt x="1" y="6227"/>
                    </a:lnTo>
                    <a:lnTo>
                      <a:pt x="18677" y="6227"/>
                    </a:lnTo>
                    <a:lnTo>
                      <a:pt x="186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816;p36">
                <a:extLst>
                  <a:ext uri="{FF2B5EF4-FFF2-40B4-BE49-F238E27FC236}">
                    <a16:creationId xmlns:a16="http://schemas.microsoft.com/office/drawing/2014/main" id="{68696A7F-D92D-8A29-A623-11D228E4409A}"/>
                  </a:ext>
                </a:extLst>
              </p:cNvPr>
              <p:cNvSpPr/>
              <p:nvPr/>
            </p:nvSpPr>
            <p:spPr>
              <a:xfrm>
                <a:off x="1104425" y="3827600"/>
                <a:ext cx="1200650" cy="889400"/>
              </a:xfrm>
              <a:custGeom>
                <a:avLst/>
                <a:gdLst/>
                <a:ahLst/>
                <a:cxnLst/>
                <a:rect l="l" t="t" r="r" b="b"/>
                <a:pathLst>
                  <a:path w="48026" h="35576" extrusionOk="0">
                    <a:moveTo>
                      <a:pt x="46693" y="1333"/>
                    </a:moveTo>
                    <a:lnTo>
                      <a:pt x="46693" y="34243"/>
                    </a:lnTo>
                    <a:lnTo>
                      <a:pt x="1333" y="34243"/>
                    </a:lnTo>
                    <a:lnTo>
                      <a:pt x="1333" y="1333"/>
                    </a:lnTo>
                    <a:close/>
                    <a:moveTo>
                      <a:pt x="667" y="0"/>
                    </a:moveTo>
                    <a:cubicBezTo>
                      <a:pt x="297" y="0"/>
                      <a:pt x="0" y="301"/>
                      <a:pt x="0" y="666"/>
                    </a:cubicBezTo>
                    <a:lnTo>
                      <a:pt x="0" y="34910"/>
                    </a:lnTo>
                    <a:cubicBezTo>
                      <a:pt x="0" y="35275"/>
                      <a:pt x="297" y="35576"/>
                      <a:pt x="667" y="35576"/>
                    </a:cubicBezTo>
                    <a:lnTo>
                      <a:pt x="47359" y="35576"/>
                    </a:lnTo>
                    <a:cubicBezTo>
                      <a:pt x="47725" y="35576"/>
                      <a:pt x="48025" y="35275"/>
                      <a:pt x="48025" y="34910"/>
                    </a:cubicBezTo>
                    <a:lnTo>
                      <a:pt x="48025" y="666"/>
                    </a:lnTo>
                    <a:cubicBezTo>
                      <a:pt x="48025" y="301"/>
                      <a:pt x="47725" y="0"/>
                      <a:pt x="473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817;p36">
                <a:extLst>
                  <a:ext uri="{FF2B5EF4-FFF2-40B4-BE49-F238E27FC236}">
                    <a16:creationId xmlns:a16="http://schemas.microsoft.com/office/drawing/2014/main" id="{CB567238-A06A-1C28-DEE5-BD5DF8FBA264}"/>
                  </a:ext>
                </a:extLst>
              </p:cNvPr>
              <p:cNvSpPr/>
              <p:nvPr/>
            </p:nvSpPr>
            <p:spPr>
              <a:xfrm>
                <a:off x="1471275" y="4194450"/>
                <a:ext cx="466925" cy="155700"/>
              </a:xfrm>
              <a:custGeom>
                <a:avLst/>
                <a:gdLst/>
                <a:ahLst/>
                <a:cxnLst/>
                <a:rect l="l" t="t" r="r" b="b"/>
                <a:pathLst>
                  <a:path w="18677" h="6228" extrusionOk="0">
                    <a:moveTo>
                      <a:pt x="1" y="1"/>
                    </a:moveTo>
                    <a:lnTo>
                      <a:pt x="1" y="6227"/>
                    </a:lnTo>
                    <a:lnTo>
                      <a:pt x="18677" y="6227"/>
                    </a:lnTo>
                    <a:lnTo>
                      <a:pt x="18677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818;p36">
                <a:extLst>
                  <a:ext uri="{FF2B5EF4-FFF2-40B4-BE49-F238E27FC236}">
                    <a16:creationId xmlns:a16="http://schemas.microsoft.com/office/drawing/2014/main" id="{490DF18F-6F80-8FA3-A8E9-AFE2957D18E9}"/>
                  </a:ext>
                </a:extLst>
              </p:cNvPr>
              <p:cNvSpPr/>
              <p:nvPr/>
            </p:nvSpPr>
            <p:spPr>
              <a:xfrm>
                <a:off x="1831075" y="4763250"/>
                <a:ext cx="1982475" cy="580250"/>
              </a:xfrm>
              <a:custGeom>
                <a:avLst/>
                <a:gdLst/>
                <a:ahLst/>
                <a:cxnLst/>
                <a:rect l="l" t="t" r="r" b="b"/>
                <a:pathLst>
                  <a:path w="79299" h="23210" extrusionOk="0">
                    <a:moveTo>
                      <a:pt x="68835" y="0"/>
                    </a:moveTo>
                    <a:cubicBezTo>
                      <a:pt x="54435" y="893"/>
                      <a:pt x="27655" y="12720"/>
                      <a:pt x="27655" y="12720"/>
                    </a:cubicBezTo>
                    <a:lnTo>
                      <a:pt x="0" y="23209"/>
                    </a:lnTo>
                    <a:lnTo>
                      <a:pt x="79299" y="23209"/>
                    </a:lnTo>
                    <a:lnTo>
                      <a:pt x="6883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819;p36">
                <a:extLst>
                  <a:ext uri="{FF2B5EF4-FFF2-40B4-BE49-F238E27FC236}">
                    <a16:creationId xmlns:a16="http://schemas.microsoft.com/office/drawing/2014/main" id="{803C6F6F-C35F-2928-6D3E-63BF3E034B0C}"/>
                  </a:ext>
                </a:extLst>
              </p:cNvPr>
              <p:cNvSpPr/>
              <p:nvPr/>
            </p:nvSpPr>
            <p:spPr>
              <a:xfrm>
                <a:off x="1813650" y="4750675"/>
                <a:ext cx="2015150" cy="605350"/>
              </a:xfrm>
              <a:custGeom>
                <a:avLst/>
                <a:gdLst/>
                <a:ahLst/>
                <a:cxnLst/>
                <a:rect l="l" t="t" r="r" b="b"/>
                <a:pathLst>
                  <a:path w="80606" h="24214" extrusionOk="0">
                    <a:moveTo>
                      <a:pt x="69218" y="1026"/>
                    </a:moveTo>
                    <a:lnTo>
                      <a:pt x="79225" y="23212"/>
                    </a:lnTo>
                    <a:lnTo>
                      <a:pt x="3423" y="23212"/>
                    </a:lnTo>
                    <a:lnTo>
                      <a:pt x="28531" y="13688"/>
                    </a:lnTo>
                    <a:lnTo>
                      <a:pt x="28557" y="13680"/>
                    </a:lnTo>
                    <a:cubicBezTo>
                      <a:pt x="28818" y="13562"/>
                      <a:pt x="54992" y="2067"/>
                      <a:pt x="69218" y="1026"/>
                    </a:cubicBezTo>
                    <a:close/>
                    <a:moveTo>
                      <a:pt x="69538" y="1"/>
                    </a:moveTo>
                    <a:cubicBezTo>
                      <a:pt x="69524" y="1"/>
                      <a:pt x="69511" y="1"/>
                      <a:pt x="69497" y="3"/>
                    </a:cubicBezTo>
                    <a:cubicBezTo>
                      <a:pt x="63484" y="377"/>
                      <a:pt x="54692" y="2637"/>
                      <a:pt x="43371" y="6726"/>
                    </a:cubicBezTo>
                    <a:cubicBezTo>
                      <a:pt x="35128" y="9704"/>
                      <a:pt x="28491" y="12613"/>
                      <a:pt x="28161" y="12761"/>
                    </a:cubicBezTo>
                    <a:lnTo>
                      <a:pt x="519" y="23242"/>
                    </a:lnTo>
                    <a:cubicBezTo>
                      <a:pt x="1" y="23442"/>
                      <a:pt x="140" y="24209"/>
                      <a:pt x="697" y="24213"/>
                    </a:cubicBezTo>
                    <a:lnTo>
                      <a:pt x="79996" y="24213"/>
                    </a:lnTo>
                    <a:cubicBezTo>
                      <a:pt x="80361" y="24213"/>
                      <a:pt x="80605" y="23839"/>
                      <a:pt x="80453" y="23503"/>
                    </a:cubicBezTo>
                    <a:lnTo>
                      <a:pt x="69989" y="294"/>
                    </a:lnTo>
                    <a:cubicBezTo>
                      <a:pt x="69908" y="115"/>
                      <a:pt x="69731" y="1"/>
                      <a:pt x="695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820;p36">
                <a:extLst>
                  <a:ext uri="{FF2B5EF4-FFF2-40B4-BE49-F238E27FC236}">
                    <a16:creationId xmlns:a16="http://schemas.microsoft.com/office/drawing/2014/main" id="{292D39E5-2FC3-285F-87E0-E03807DA19F3}"/>
                  </a:ext>
                </a:extLst>
              </p:cNvPr>
              <p:cNvSpPr/>
              <p:nvPr/>
            </p:nvSpPr>
            <p:spPr>
              <a:xfrm>
                <a:off x="2423050" y="1584975"/>
                <a:ext cx="1587650" cy="1761450"/>
              </a:xfrm>
              <a:custGeom>
                <a:avLst/>
                <a:gdLst/>
                <a:ahLst/>
                <a:cxnLst/>
                <a:rect l="l" t="t" r="r" b="b"/>
                <a:pathLst>
                  <a:path w="63506" h="70458" extrusionOk="0">
                    <a:moveTo>
                      <a:pt x="36573" y="0"/>
                    </a:moveTo>
                    <a:lnTo>
                      <a:pt x="31753" y="1415"/>
                    </a:lnTo>
                    <a:lnTo>
                      <a:pt x="47063" y="29767"/>
                    </a:lnTo>
                    <a:lnTo>
                      <a:pt x="47202" y="31182"/>
                    </a:lnTo>
                    <a:lnTo>
                      <a:pt x="1" y="50603"/>
                    </a:lnTo>
                    <a:cubicBezTo>
                      <a:pt x="1" y="50603"/>
                      <a:pt x="2622" y="70457"/>
                      <a:pt x="2966" y="70457"/>
                    </a:cubicBezTo>
                    <a:cubicBezTo>
                      <a:pt x="2971" y="70457"/>
                      <a:pt x="2975" y="70454"/>
                      <a:pt x="2979" y="70446"/>
                    </a:cubicBezTo>
                    <a:cubicBezTo>
                      <a:pt x="3262" y="69880"/>
                      <a:pt x="31470" y="53437"/>
                      <a:pt x="41394" y="47058"/>
                    </a:cubicBezTo>
                    <a:cubicBezTo>
                      <a:pt x="51313" y="40679"/>
                      <a:pt x="60954" y="37278"/>
                      <a:pt x="62230" y="35436"/>
                    </a:cubicBezTo>
                    <a:cubicBezTo>
                      <a:pt x="63505" y="33594"/>
                      <a:pt x="63362" y="30616"/>
                      <a:pt x="59395" y="26505"/>
                    </a:cubicBezTo>
                    <a:cubicBezTo>
                      <a:pt x="55424" y="22395"/>
                      <a:pt x="36573" y="0"/>
                      <a:pt x="36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821;p36">
                <a:extLst>
                  <a:ext uri="{FF2B5EF4-FFF2-40B4-BE49-F238E27FC236}">
                    <a16:creationId xmlns:a16="http://schemas.microsoft.com/office/drawing/2014/main" id="{CA8622AC-EDE0-F62B-4F1A-9998D3CBDA46}"/>
                  </a:ext>
                </a:extLst>
              </p:cNvPr>
              <p:cNvSpPr/>
              <p:nvPr/>
            </p:nvSpPr>
            <p:spPr>
              <a:xfrm>
                <a:off x="2423050" y="1612625"/>
                <a:ext cx="1368075" cy="1437725"/>
              </a:xfrm>
              <a:custGeom>
                <a:avLst/>
                <a:gdLst/>
                <a:ahLst/>
                <a:cxnLst/>
                <a:rect l="l" t="t" r="r" b="b"/>
                <a:pathLst>
                  <a:path w="54723" h="57509" extrusionOk="0">
                    <a:moveTo>
                      <a:pt x="32802" y="0"/>
                    </a:moveTo>
                    <a:lnTo>
                      <a:pt x="31753" y="309"/>
                    </a:lnTo>
                    <a:lnTo>
                      <a:pt x="47059" y="28661"/>
                    </a:lnTo>
                    <a:lnTo>
                      <a:pt x="47202" y="30076"/>
                    </a:lnTo>
                    <a:lnTo>
                      <a:pt x="1" y="49497"/>
                    </a:lnTo>
                    <a:cubicBezTo>
                      <a:pt x="1" y="49497"/>
                      <a:pt x="48" y="49849"/>
                      <a:pt x="127" y="50450"/>
                    </a:cubicBezTo>
                    <a:lnTo>
                      <a:pt x="3201" y="57509"/>
                    </a:lnTo>
                    <a:lnTo>
                      <a:pt x="54723" y="31948"/>
                    </a:lnTo>
                    <a:lnTo>
                      <a:pt x="328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822;p36">
                <a:extLst>
                  <a:ext uri="{FF2B5EF4-FFF2-40B4-BE49-F238E27FC236}">
                    <a16:creationId xmlns:a16="http://schemas.microsoft.com/office/drawing/2014/main" id="{511AF05C-2158-DB76-C646-F19FF6F76476}"/>
                  </a:ext>
                </a:extLst>
              </p:cNvPr>
              <p:cNvSpPr/>
              <p:nvPr/>
            </p:nvSpPr>
            <p:spPr>
              <a:xfrm>
                <a:off x="2410000" y="1572375"/>
                <a:ext cx="1603950" cy="1786600"/>
              </a:xfrm>
              <a:custGeom>
                <a:avLst/>
                <a:gdLst/>
                <a:ahLst/>
                <a:cxnLst/>
                <a:rect l="l" t="t" r="r" b="b"/>
                <a:pathLst>
                  <a:path w="64158" h="71464" extrusionOk="0">
                    <a:moveTo>
                      <a:pt x="36921" y="1075"/>
                    </a:moveTo>
                    <a:cubicBezTo>
                      <a:pt x="39007" y="3548"/>
                      <a:pt x="55845" y="23513"/>
                      <a:pt x="59555" y="27358"/>
                    </a:cubicBezTo>
                    <a:cubicBezTo>
                      <a:pt x="62756" y="30676"/>
                      <a:pt x="63744" y="33619"/>
                      <a:pt x="62338" y="35653"/>
                    </a:cubicBezTo>
                    <a:cubicBezTo>
                      <a:pt x="61807" y="36424"/>
                      <a:pt x="59216" y="37700"/>
                      <a:pt x="55928" y="39315"/>
                    </a:cubicBezTo>
                    <a:cubicBezTo>
                      <a:pt x="52114" y="41196"/>
                      <a:pt x="46884" y="43774"/>
                      <a:pt x="41641" y="47140"/>
                    </a:cubicBezTo>
                    <a:cubicBezTo>
                      <a:pt x="36547" y="50414"/>
                      <a:pt x="26762" y="56267"/>
                      <a:pt x="18127" y="61427"/>
                    </a:cubicBezTo>
                    <a:cubicBezTo>
                      <a:pt x="14169" y="63795"/>
                      <a:pt x="10429" y="66029"/>
                      <a:pt x="7729" y="67671"/>
                    </a:cubicBezTo>
                    <a:cubicBezTo>
                      <a:pt x="5517" y="69012"/>
                      <a:pt x="4372" y="69726"/>
                      <a:pt x="3771" y="70127"/>
                    </a:cubicBezTo>
                    <a:cubicBezTo>
                      <a:pt x="3270" y="67601"/>
                      <a:pt x="1951" y="58091"/>
                      <a:pt x="1071" y="51420"/>
                    </a:cubicBezTo>
                    <a:lnTo>
                      <a:pt x="47916" y="32148"/>
                    </a:lnTo>
                    <a:cubicBezTo>
                      <a:pt x="48121" y="32061"/>
                      <a:pt x="48243" y="31852"/>
                      <a:pt x="48221" y="31634"/>
                    </a:cubicBezTo>
                    <a:lnTo>
                      <a:pt x="48081" y="30219"/>
                    </a:lnTo>
                    <a:cubicBezTo>
                      <a:pt x="48073" y="30153"/>
                      <a:pt x="48055" y="30088"/>
                      <a:pt x="48025" y="30031"/>
                    </a:cubicBezTo>
                    <a:lnTo>
                      <a:pt x="33006" y="2224"/>
                    </a:lnTo>
                    <a:lnTo>
                      <a:pt x="36921" y="1075"/>
                    </a:lnTo>
                    <a:close/>
                    <a:moveTo>
                      <a:pt x="37093" y="1"/>
                    </a:moveTo>
                    <a:cubicBezTo>
                      <a:pt x="37047" y="1"/>
                      <a:pt x="37001" y="7"/>
                      <a:pt x="36956" y="21"/>
                    </a:cubicBezTo>
                    <a:lnTo>
                      <a:pt x="32136" y="1440"/>
                    </a:lnTo>
                    <a:cubicBezTo>
                      <a:pt x="31831" y="1527"/>
                      <a:pt x="31687" y="1876"/>
                      <a:pt x="31840" y="2159"/>
                    </a:cubicBezTo>
                    <a:lnTo>
                      <a:pt x="47097" y="30419"/>
                    </a:lnTo>
                    <a:lnTo>
                      <a:pt x="47189" y="31364"/>
                    </a:lnTo>
                    <a:lnTo>
                      <a:pt x="335" y="50641"/>
                    </a:lnTo>
                    <a:cubicBezTo>
                      <a:pt x="122" y="50728"/>
                      <a:pt x="0" y="50946"/>
                      <a:pt x="26" y="51172"/>
                    </a:cubicBezTo>
                    <a:cubicBezTo>
                      <a:pt x="35" y="51220"/>
                      <a:pt x="688" y="56180"/>
                      <a:pt x="1380" y="61078"/>
                    </a:cubicBezTo>
                    <a:cubicBezTo>
                      <a:pt x="1781" y="63961"/>
                      <a:pt x="2121" y="66260"/>
                      <a:pt x="2382" y="67910"/>
                    </a:cubicBezTo>
                    <a:cubicBezTo>
                      <a:pt x="2539" y="68894"/>
                      <a:pt x="2665" y="69661"/>
                      <a:pt x="2769" y="70183"/>
                    </a:cubicBezTo>
                    <a:cubicBezTo>
                      <a:pt x="2926" y="71011"/>
                      <a:pt x="2996" y="71385"/>
                      <a:pt x="3405" y="71455"/>
                    </a:cubicBezTo>
                    <a:cubicBezTo>
                      <a:pt x="3431" y="71459"/>
                      <a:pt x="3462" y="71459"/>
                      <a:pt x="3488" y="71464"/>
                    </a:cubicBezTo>
                    <a:cubicBezTo>
                      <a:pt x="3645" y="71464"/>
                      <a:pt x="3797" y="71390"/>
                      <a:pt x="3893" y="71263"/>
                    </a:cubicBezTo>
                    <a:cubicBezTo>
                      <a:pt x="4516" y="70732"/>
                      <a:pt x="11378" y="66630"/>
                      <a:pt x="18641" y="62284"/>
                    </a:cubicBezTo>
                    <a:cubicBezTo>
                      <a:pt x="27285" y="57120"/>
                      <a:pt x="37074" y="51263"/>
                      <a:pt x="42186" y="47980"/>
                    </a:cubicBezTo>
                    <a:cubicBezTo>
                      <a:pt x="47376" y="44645"/>
                      <a:pt x="52575" y="42084"/>
                      <a:pt x="56372" y="40212"/>
                    </a:cubicBezTo>
                    <a:cubicBezTo>
                      <a:pt x="60052" y="38401"/>
                      <a:pt x="62482" y="37203"/>
                      <a:pt x="63161" y="36223"/>
                    </a:cubicBezTo>
                    <a:cubicBezTo>
                      <a:pt x="63945" y="35091"/>
                      <a:pt x="64158" y="33702"/>
                      <a:pt x="63784" y="32204"/>
                    </a:cubicBezTo>
                    <a:cubicBezTo>
                      <a:pt x="63357" y="30497"/>
                      <a:pt x="62177" y="28634"/>
                      <a:pt x="60274" y="26661"/>
                    </a:cubicBezTo>
                    <a:cubicBezTo>
                      <a:pt x="56364" y="22612"/>
                      <a:pt x="37666" y="404"/>
                      <a:pt x="37478" y="182"/>
                    </a:cubicBezTo>
                    <a:cubicBezTo>
                      <a:pt x="37379" y="66"/>
                      <a:pt x="37237" y="1"/>
                      <a:pt x="370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823;p36">
                <a:extLst>
                  <a:ext uri="{FF2B5EF4-FFF2-40B4-BE49-F238E27FC236}">
                    <a16:creationId xmlns:a16="http://schemas.microsoft.com/office/drawing/2014/main" id="{91CAF0B5-A73B-908B-9DD3-8FA65FEEE90C}"/>
                  </a:ext>
                </a:extLst>
              </p:cNvPr>
              <p:cNvSpPr/>
              <p:nvPr/>
            </p:nvSpPr>
            <p:spPr>
              <a:xfrm>
                <a:off x="2844775" y="1318300"/>
                <a:ext cx="127600" cy="162525"/>
              </a:xfrm>
              <a:custGeom>
                <a:avLst/>
                <a:gdLst/>
                <a:ahLst/>
                <a:cxnLst/>
                <a:rect l="l" t="t" r="r" b="b"/>
                <a:pathLst>
                  <a:path w="5104" h="6501" extrusionOk="0">
                    <a:moveTo>
                      <a:pt x="2661" y="0"/>
                    </a:moveTo>
                    <a:cubicBezTo>
                      <a:pt x="2157" y="0"/>
                      <a:pt x="1654" y="221"/>
                      <a:pt x="1276" y="883"/>
                    </a:cubicBezTo>
                    <a:cubicBezTo>
                      <a:pt x="140" y="2868"/>
                      <a:pt x="1" y="6126"/>
                      <a:pt x="710" y="6413"/>
                    </a:cubicBezTo>
                    <a:cubicBezTo>
                      <a:pt x="858" y="6472"/>
                      <a:pt x="1098" y="6500"/>
                      <a:pt x="1388" y="6500"/>
                    </a:cubicBezTo>
                    <a:cubicBezTo>
                      <a:pt x="2494" y="6500"/>
                      <a:pt x="4339" y="6093"/>
                      <a:pt x="4677" y="5420"/>
                    </a:cubicBezTo>
                    <a:cubicBezTo>
                      <a:pt x="5104" y="4567"/>
                      <a:pt x="4677" y="883"/>
                      <a:pt x="4677" y="883"/>
                    </a:cubicBezTo>
                    <a:cubicBezTo>
                      <a:pt x="4677" y="883"/>
                      <a:pt x="3669" y="0"/>
                      <a:pt x="26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824;p36">
                <a:extLst>
                  <a:ext uri="{FF2B5EF4-FFF2-40B4-BE49-F238E27FC236}">
                    <a16:creationId xmlns:a16="http://schemas.microsoft.com/office/drawing/2014/main" id="{688E775A-758C-9FBE-728B-A57081F82D0C}"/>
                  </a:ext>
                </a:extLst>
              </p:cNvPr>
              <p:cNvSpPr/>
              <p:nvPr/>
            </p:nvSpPr>
            <p:spPr>
              <a:xfrm>
                <a:off x="2833450" y="1305875"/>
                <a:ext cx="151125" cy="187450"/>
              </a:xfrm>
              <a:custGeom>
                <a:avLst/>
                <a:gdLst/>
                <a:ahLst/>
                <a:cxnLst/>
                <a:rect l="l" t="t" r="r" b="b"/>
                <a:pathLst>
                  <a:path w="6045" h="7498" extrusionOk="0">
                    <a:moveTo>
                      <a:pt x="3122" y="1003"/>
                    </a:moveTo>
                    <a:cubicBezTo>
                      <a:pt x="3684" y="1003"/>
                      <a:pt x="4323" y="1391"/>
                      <a:pt x="4660" y="1645"/>
                    </a:cubicBezTo>
                    <a:cubicBezTo>
                      <a:pt x="4838" y="3305"/>
                      <a:pt x="4899" y="5268"/>
                      <a:pt x="4686" y="5695"/>
                    </a:cubicBezTo>
                    <a:cubicBezTo>
                      <a:pt x="4612" y="5839"/>
                      <a:pt x="4133" y="6144"/>
                      <a:pt x="3153" y="6348"/>
                    </a:cubicBezTo>
                    <a:cubicBezTo>
                      <a:pt x="2640" y="6456"/>
                      <a:pt x="2177" y="6497"/>
                      <a:pt x="1843" y="6497"/>
                    </a:cubicBezTo>
                    <a:cubicBezTo>
                      <a:pt x="1638" y="6497"/>
                      <a:pt x="1481" y="6482"/>
                      <a:pt x="1390" y="6457"/>
                    </a:cubicBezTo>
                    <a:lnTo>
                      <a:pt x="1385" y="6457"/>
                    </a:lnTo>
                    <a:cubicBezTo>
                      <a:pt x="1076" y="6009"/>
                      <a:pt x="1168" y="3374"/>
                      <a:pt x="2165" y="1632"/>
                    </a:cubicBezTo>
                    <a:cubicBezTo>
                      <a:pt x="2369" y="1271"/>
                      <a:pt x="2622" y="1071"/>
                      <a:pt x="2936" y="1018"/>
                    </a:cubicBezTo>
                    <a:cubicBezTo>
                      <a:pt x="2996" y="1008"/>
                      <a:pt x="3059" y="1003"/>
                      <a:pt x="3122" y="1003"/>
                    </a:cubicBezTo>
                    <a:close/>
                    <a:moveTo>
                      <a:pt x="3122" y="1"/>
                    </a:moveTo>
                    <a:cubicBezTo>
                      <a:pt x="3006" y="1"/>
                      <a:pt x="2888" y="10"/>
                      <a:pt x="2770" y="30"/>
                    </a:cubicBezTo>
                    <a:cubicBezTo>
                      <a:pt x="2343" y="100"/>
                      <a:pt x="1742" y="348"/>
                      <a:pt x="1294" y="1136"/>
                    </a:cubicBezTo>
                    <a:cubicBezTo>
                      <a:pt x="306" y="2865"/>
                      <a:pt x="1" y="5543"/>
                      <a:pt x="401" y="6688"/>
                    </a:cubicBezTo>
                    <a:cubicBezTo>
                      <a:pt x="523" y="7041"/>
                      <a:pt x="719" y="7271"/>
                      <a:pt x="976" y="7376"/>
                    </a:cubicBezTo>
                    <a:cubicBezTo>
                      <a:pt x="1181" y="7459"/>
                      <a:pt x="1503" y="7498"/>
                      <a:pt x="1877" y="7498"/>
                    </a:cubicBezTo>
                    <a:cubicBezTo>
                      <a:pt x="3171" y="7498"/>
                      <a:pt x="5139" y="7023"/>
                      <a:pt x="5579" y="6144"/>
                    </a:cubicBezTo>
                    <a:cubicBezTo>
                      <a:pt x="6045" y="5207"/>
                      <a:pt x="5701" y="1968"/>
                      <a:pt x="5627" y="1328"/>
                    </a:cubicBezTo>
                    <a:cubicBezTo>
                      <a:pt x="5614" y="1201"/>
                      <a:pt x="5553" y="1088"/>
                      <a:pt x="5461" y="1010"/>
                    </a:cubicBezTo>
                    <a:cubicBezTo>
                      <a:pt x="5335" y="895"/>
                      <a:pt x="4278" y="1"/>
                      <a:pt x="312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825;p36">
                <a:extLst>
                  <a:ext uri="{FF2B5EF4-FFF2-40B4-BE49-F238E27FC236}">
                    <a16:creationId xmlns:a16="http://schemas.microsoft.com/office/drawing/2014/main" id="{F0E7CA15-FF2D-0A32-0E7D-541DFDC78CF2}"/>
                  </a:ext>
                </a:extLst>
              </p:cNvPr>
              <p:cNvSpPr/>
              <p:nvPr/>
            </p:nvSpPr>
            <p:spPr>
              <a:xfrm>
                <a:off x="2922725" y="1270950"/>
                <a:ext cx="145350" cy="178125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7125" extrusionOk="0">
                    <a:moveTo>
                      <a:pt x="2375" y="0"/>
                    </a:moveTo>
                    <a:cubicBezTo>
                      <a:pt x="2090" y="0"/>
                      <a:pt x="1813" y="68"/>
                      <a:pt x="1559" y="230"/>
                    </a:cubicBezTo>
                    <a:cubicBezTo>
                      <a:pt x="0" y="1222"/>
                      <a:pt x="427" y="6604"/>
                      <a:pt x="993" y="7031"/>
                    </a:cubicBezTo>
                    <a:cubicBezTo>
                      <a:pt x="1079" y="7096"/>
                      <a:pt x="1230" y="7125"/>
                      <a:pt x="1425" y="7125"/>
                    </a:cubicBezTo>
                    <a:cubicBezTo>
                      <a:pt x="2521" y="7125"/>
                      <a:pt x="5025" y="6218"/>
                      <a:pt x="5387" y="5616"/>
                    </a:cubicBezTo>
                    <a:cubicBezTo>
                      <a:pt x="5813" y="4911"/>
                      <a:pt x="5530" y="1788"/>
                      <a:pt x="5530" y="1788"/>
                    </a:cubicBezTo>
                    <a:cubicBezTo>
                      <a:pt x="5530" y="1788"/>
                      <a:pt x="3840" y="0"/>
                      <a:pt x="23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826;p36">
                <a:extLst>
                  <a:ext uri="{FF2B5EF4-FFF2-40B4-BE49-F238E27FC236}">
                    <a16:creationId xmlns:a16="http://schemas.microsoft.com/office/drawing/2014/main" id="{A1473597-3EDD-7BB8-722B-E19B1F620687}"/>
                  </a:ext>
                </a:extLst>
              </p:cNvPr>
              <p:cNvSpPr/>
              <p:nvPr/>
            </p:nvSpPr>
            <p:spPr>
              <a:xfrm>
                <a:off x="2921625" y="1258475"/>
                <a:ext cx="158325" cy="203175"/>
              </a:xfrm>
              <a:custGeom>
                <a:avLst/>
                <a:gdLst/>
                <a:ahLst/>
                <a:cxnLst/>
                <a:rect l="l" t="t" r="r" b="b"/>
                <a:pathLst>
                  <a:path w="6333" h="8127" extrusionOk="0">
                    <a:moveTo>
                      <a:pt x="2416" y="1000"/>
                    </a:moveTo>
                    <a:cubicBezTo>
                      <a:pt x="3341" y="1000"/>
                      <a:pt x="4549" y="1978"/>
                      <a:pt x="5091" y="2509"/>
                    </a:cubicBezTo>
                    <a:cubicBezTo>
                      <a:pt x="5204" y="3903"/>
                      <a:pt x="5196" y="5531"/>
                      <a:pt x="5004" y="5858"/>
                    </a:cubicBezTo>
                    <a:cubicBezTo>
                      <a:pt x="4904" y="6006"/>
                      <a:pt x="4277" y="6389"/>
                      <a:pt x="3236" y="6738"/>
                    </a:cubicBezTo>
                    <a:cubicBezTo>
                      <a:pt x="2396" y="7022"/>
                      <a:pt x="1758" y="7126"/>
                      <a:pt x="1455" y="7126"/>
                    </a:cubicBezTo>
                    <a:cubicBezTo>
                      <a:pt x="1414" y="7126"/>
                      <a:pt x="1379" y="7124"/>
                      <a:pt x="1351" y="7121"/>
                    </a:cubicBezTo>
                    <a:cubicBezTo>
                      <a:pt x="1120" y="6633"/>
                      <a:pt x="837" y="4343"/>
                      <a:pt x="1185" y="2597"/>
                    </a:cubicBezTo>
                    <a:cubicBezTo>
                      <a:pt x="1338" y="1848"/>
                      <a:pt x="1581" y="1334"/>
                      <a:pt x="1873" y="1147"/>
                    </a:cubicBezTo>
                    <a:cubicBezTo>
                      <a:pt x="2035" y="1044"/>
                      <a:pt x="2219" y="1000"/>
                      <a:pt x="2416" y="1000"/>
                    </a:cubicBezTo>
                    <a:close/>
                    <a:moveTo>
                      <a:pt x="2418" y="1"/>
                    </a:moveTo>
                    <a:cubicBezTo>
                      <a:pt x="1957" y="1"/>
                      <a:pt x="1600" y="138"/>
                      <a:pt x="1338" y="306"/>
                    </a:cubicBezTo>
                    <a:cubicBezTo>
                      <a:pt x="349" y="933"/>
                      <a:pt x="84" y="2653"/>
                      <a:pt x="31" y="3981"/>
                    </a:cubicBezTo>
                    <a:cubicBezTo>
                      <a:pt x="1" y="4778"/>
                      <a:pt x="40" y="5579"/>
                      <a:pt x="153" y="6367"/>
                    </a:cubicBezTo>
                    <a:cubicBezTo>
                      <a:pt x="340" y="7635"/>
                      <a:pt x="619" y="7844"/>
                      <a:pt x="737" y="7931"/>
                    </a:cubicBezTo>
                    <a:cubicBezTo>
                      <a:pt x="911" y="8061"/>
                      <a:pt x="1146" y="8127"/>
                      <a:pt x="1468" y="8127"/>
                    </a:cubicBezTo>
                    <a:cubicBezTo>
                      <a:pt x="1743" y="8118"/>
                      <a:pt x="2017" y="8087"/>
                      <a:pt x="2287" y="8031"/>
                    </a:cubicBezTo>
                    <a:cubicBezTo>
                      <a:pt x="3275" y="7835"/>
                      <a:pt x="5405" y="7130"/>
                      <a:pt x="5862" y="6372"/>
                    </a:cubicBezTo>
                    <a:cubicBezTo>
                      <a:pt x="6332" y="5584"/>
                      <a:pt x="6141" y="3010"/>
                      <a:pt x="6071" y="2240"/>
                    </a:cubicBezTo>
                    <a:cubicBezTo>
                      <a:pt x="6062" y="2126"/>
                      <a:pt x="6014" y="2022"/>
                      <a:pt x="5936" y="1943"/>
                    </a:cubicBezTo>
                    <a:cubicBezTo>
                      <a:pt x="5483" y="1478"/>
                      <a:pt x="4982" y="1068"/>
                      <a:pt x="4442" y="715"/>
                    </a:cubicBezTo>
                    <a:cubicBezTo>
                      <a:pt x="3619" y="184"/>
                      <a:pt x="2949" y="1"/>
                      <a:pt x="241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827;p36">
                <a:extLst>
                  <a:ext uri="{FF2B5EF4-FFF2-40B4-BE49-F238E27FC236}">
                    <a16:creationId xmlns:a16="http://schemas.microsoft.com/office/drawing/2014/main" id="{927B7E4F-0476-1B57-6A53-7BD838B40CD3}"/>
                  </a:ext>
                </a:extLst>
              </p:cNvPr>
              <p:cNvSpPr/>
              <p:nvPr/>
            </p:nvSpPr>
            <p:spPr>
              <a:xfrm>
                <a:off x="3007750" y="1244775"/>
                <a:ext cx="187900" cy="196625"/>
              </a:xfrm>
              <a:custGeom>
                <a:avLst/>
                <a:gdLst/>
                <a:ahLst/>
                <a:cxnLst/>
                <a:rect l="l" t="t" r="r" b="b"/>
                <a:pathLst>
                  <a:path w="7516" h="7865" extrusionOk="0">
                    <a:moveTo>
                      <a:pt x="3405" y="1"/>
                    </a:moveTo>
                    <a:cubicBezTo>
                      <a:pt x="1420" y="1"/>
                      <a:pt x="0" y="7085"/>
                      <a:pt x="710" y="7651"/>
                    </a:cubicBezTo>
                    <a:cubicBezTo>
                      <a:pt x="899" y="7803"/>
                      <a:pt x="1368" y="7864"/>
                      <a:pt x="1962" y="7864"/>
                    </a:cubicBezTo>
                    <a:cubicBezTo>
                      <a:pt x="3598" y="7864"/>
                      <a:pt x="6175" y="7399"/>
                      <a:pt x="6379" y="7085"/>
                    </a:cubicBezTo>
                    <a:cubicBezTo>
                      <a:pt x="6662" y="6659"/>
                      <a:pt x="7516" y="2975"/>
                      <a:pt x="7516" y="2975"/>
                    </a:cubicBezTo>
                    <a:cubicBezTo>
                      <a:pt x="7516" y="2975"/>
                      <a:pt x="5387" y="1"/>
                      <a:pt x="34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828;p36">
                <a:extLst>
                  <a:ext uri="{FF2B5EF4-FFF2-40B4-BE49-F238E27FC236}">
                    <a16:creationId xmlns:a16="http://schemas.microsoft.com/office/drawing/2014/main" id="{6E01CCD8-9619-74B1-BE38-9CFAE681A3AC}"/>
                  </a:ext>
                </a:extLst>
              </p:cNvPr>
              <p:cNvSpPr/>
              <p:nvPr/>
            </p:nvSpPr>
            <p:spPr>
              <a:xfrm>
                <a:off x="3005125" y="1232250"/>
                <a:ext cx="203500" cy="221675"/>
              </a:xfrm>
              <a:custGeom>
                <a:avLst/>
                <a:gdLst/>
                <a:ahLst/>
                <a:cxnLst/>
                <a:rect l="l" t="t" r="r" b="b"/>
                <a:pathLst>
                  <a:path w="8140" h="8867" extrusionOk="0">
                    <a:moveTo>
                      <a:pt x="3510" y="998"/>
                    </a:moveTo>
                    <a:cubicBezTo>
                      <a:pt x="4821" y="998"/>
                      <a:pt x="6419" y="2722"/>
                      <a:pt x="7081" y="3585"/>
                    </a:cubicBezTo>
                    <a:cubicBezTo>
                      <a:pt x="6711" y="5161"/>
                      <a:pt x="6271" y="6859"/>
                      <a:pt x="6097" y="7255"/>
                    </a:cubicBezTo>
                    <a:cubicBezTo>
                      <a:pt x="5831" y="7377"/>
                      <a:pt x="4882" y="7612"/>
                      <a:pt x="3641" y="7756"/>
                    </a:cubicBezTo>
                    <a:cubicBezTo>
                      <a:pt x="2979" y="7833"/>
                      <a:pt x="2449" y="7862"/>
                      <a:pt x="2048" y="7862"/>
                    </a:cubicBezTo>
                    <a:cubicBezTo>
                      <a:pt x="1589" y="7862"/>
                      <a:pt x="1298" y="7824"/>
                      <a:pt x="1168" y="7778"/>
                    </a:cubicBezTo>
                    <a:cubicBezTo>
                      <a:pt x="967" y="7112"/>
                      <a:pt x="1512" y="3576"/>
                      <a:pt x="2639" y="1778"/>
                    </a:cubicBezTo>
                    <a:cubicBezTo>
                      <a:pt x="2949" y="1281"/>
                      <a:pt x="3266" y="998"/>
                      <a:pt x="3510" y="998"/>
                    </a:cubicBezTo>
                    <a:close/>
                    <a:moveTo>
                      <a:pt x="3506" y="1"/>
                    </a:moveTo>
                    <a:cubicBezTo>
                      <a:pt x="2526" y="1"/>
                      <a:pt x="1673" y="1020"/>
                      <a:pt x="967" y="3036"/>
                    </a:cubicBezTo>
                    <a:cubicBezTo>
                      <a:pt x="602" y="4085"/>
                      <a:pt x="345" y="5165"/>
                      <a:pt x="205" y="6267"/>
                    </a:cubicBezTo>
                    <a:cubicBezTo>
                      <a:pt x="1" y="7909"/>
                      <a:pt x="258" y="8348"/>
                      <a:pt x="501" y="8544"/>
                    </a:cubicBezTo>
                    <a:cubicBezTo>
                      <a:pt x="806" y="8784"/>
                      <a:pt x="1425" y="8867"/>
                      <a:pt x="2108" y="8867"/>
                    </a:cubicBezTo>
                    <a:cubicBezTo>
                      <a:pt x="2979" y="8867"/>
                      <a:pt x="3954" y="8736"/>
                      <a:pt x="4499" y="8649"/>
                    </a:cubicBezTo>
                    <a:cubicBezTo>
                      <a:pt x="6593" y="8327"/>
                      <a:pt x="6807" y="8000"/>
                      <a:pt x="6898" y="7865"/>
                    </a:cubicBezTo>
                    <a:cubicBezTo>
                      <a:pt x="7203" y="7412"/>
                      <a:pt x="7843" y="4725"/>
                      <a:pt x="8104" y="3589"/>
                    </a:cubicBezTo>
                    <a:cubicBezTo>
                      <a:pt x="8139" y="3450"/>
                      <a:pt x="8109" y="3302"/>
                      <a:pt x="8026" y="3184"/>
                    </a:cubicBezTo>
                    <a:cubicBezTo>
                      <a:pt x="7934" y="3053"/>
                      <a:pt x="5722" y="1"/>
                      <a:pt x="350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829;p36">
                <a:extLst>
                  <a:ext uri="{FF2B5EF4-FFF2-40B4-BE49-F238E27FC236}">
                    <a16:creationId xmlns:a16="http://schemas.microsoft.com/office/drawing/2014/main" id="{94FDF23D-DB76-8ED6-CD76-FEFB789C4FE1}"/>
                  </a:ext>
                </a:extLst>
              </p:cNvPr>
              <p:cNvSpPr/>
              <p:nvPr/>
            </p:nvSpPr>
            <p:spPr>
              <a:xfrm>
                <a:off x="3092875" y="1244325"/>
                <a:ext cx="205550" cy="199475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7979" extrusionOk="0">
                    <a:moveTo>
                      <a:pt x="5453" y="1"/>
                    </a:moveTo>
                    <a:cubicBezTo>
                      <a:pt x="5385" y="1"/>
                      <a:pt x="5315" y="7"/>
                      <a:pt x="5243" y="19"/>
                    </a:cubicBezTo>
                    <a:cubicBezTo>
                      <a:pt x="2691" y="445"/>
                      <a:pt x="0" y="6398"/>
                      <a:pt x="140" y="7391"/>
                    </a:cubicBezTo>
                    <a:cubicBezTo>
                      <a:pt x="207" y="7855"/>
                      <a:pt x="1975" y="7978"/>
                      <a:pt x="3841" y="7978"/>
                    </a:cubicBezTo>
                    <a:cubicBezTo>
                      <a:pt x="5968" y="7978"/>
                      <a:pt x="8221" y="7817"/>
                      <a:pt x="8221" y="7817"/>
                    </a:cubicBezTo>
                    <a:cubicBezTo>
                      <a:pt x="8221" y="6988"/>
                      <a:pt x="7818" y="1"/>
                      <a:pt x="545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830;p36">
                <a:extLst>
                  <a:ext uri="{FF2B5EF4-FFF2-40B4-BE49-F238E27FC236}">
                    <a16:creationId xmlns:a16="http://schemas.microsoft.com/office/drawing/2014/main" id="{4DC29371-71FA-9D7D-2D54-310CBB543D0B}"/>
                  </a:ext>
                </a:extLst>
              </p:cNvPr>
              <p:cNvSpPr/>
              <p:nvPr/>
            </p:nvSpPr>
            <p:spPr>
              <a:xfrm>
                <a:off x="3081325" y="1231750"/>
                <a:ext cx="229625" cy="224450"/>
              </a:xfrm>
              <a:custGeom>
                <a:avLst/>
                <a:gdLst/>
                <a:ahLst/>
                <a:cxnLst/>
                <a:rect l="l" t="t" r="r" b="b"/>
                <a:pathLst>
                  <a:path w="9185" h="8978" extrusionOk="0">
                    <a:moveTo>
                      <a:pt x="5917" y="1007"/>
                    </a:moveTo>
                    <a:cubicBezTo>
                      <a:pt x="6092" y="1007"/>
                      <a:pt x="6254" y="1073"/>
                      <a:pt x="6419" y="1210"/>
                    </a:cubicBezTo>
                    <a:cubicBezTo>
                      <a:pt x="6998" y="1706"/>
                      <a:pt x="7503" y="3021"/>
                      <a:pt x="7834" y="4911"/>
                    </a:cubicBezTo>
                    <a:cubicBezTo>
                      <a:pt x="8000" y="5886"/>
                      <a:pt x="8109" y="6866"/>
                      <a:pt x="8165" y="7850"/>
                    </a:cubicBezTo>
                    <a:cubicBezTo>
                      <a:pt x="6747" y="7943"/>
                      <a:pt x="5475" y="7983"/>
                      <a:pt x="4408" y="7983"/>
                    </a:cubicBezTo>
                    <a:cubicBezTo>
                      <a:pt x="2668" y="7983"/>
                      <a:pt x="1478" y="7876"/>
                      <a:pt x="1102" y="7711"/>
                    </a:cubicBezTo>
                    <a:lnTo>
                      <a:pt x="1102" y="7706"/>
                    </a:lnTo>
                    <a:cubicBezTo>
                      <a:pt x="1159" y="7232"/>
                      <a:pt x="1655" y="5808"/>
                      <a:pt x="2592" y="4223"/>
                    </a:cubicBezTo>
                    <a:cubicBezTo>
                      <a:pt x="3698" y="2337"/>
                      <a:pt x="4860" y="1171"/>
                      <a:pt x="5788" y="1018"/>
                    </a:cubicBezTo>
                    <a:cubicBezTo>
                      <a:pt x="5832" y="1011"/>
                      <a:pt x="5875" y="1007"/>
                      <a:pt x="5917" y="1007"/>
                    </a:cubicBezTo>
                    <a:close/>
                    <a:moveTo>
                      <a:pt x="5911" y="1"/>
                    </a:moveTo>
                    <a:cubicBezTo>
                      <a:pt x="5815" y="1"/>
                      <a:pt x="5719" y="9"/>
                      <a:pt x="5622" y="25"/>
                    </a:cubicBezTo>
                    <a:cubicBezTo>
                      <a:pt x="4033" y="291"/>
                      <a:pt x="2618" y="2194"/>
                      <a:pt x="1712" y="3740"/>
                    </a:cubicBezTo>
                    <a:cubicBezTo>
                      <a:pt x="841" y="5229"/>
                      <a:pt x="1" y="7219"/>
                      <a:pt x="110" y="7959"/>
                    </a:cubicBezTo>
                    <a:cubicBezTo>
                      <a:pt x="201" y="8603"/>
                      <a:pt x="924" y="8978"/>
                      <a:pt x="4268" y="8978"/>
                    </a:cubicBezTo>
                    <a:cubicBezTo>
                      <a:pt x="4407" y="8978"/>
                      <a:pt x="4551" y="8978"/>
                      <a:pt x="4699" y="8974"/>
                    </a:cubicBezTo>
                    <a:cubicBezTo>
                      <a:pt x="6693" y="8956"/>
                      <a:pt x="8696" y="8812"/>
                      <a:pt x="8718" y="8812"/>
                    </a:cubicBezTo>
                    <a:cubicBezTo>
                      <a:pt x="8980" y="8795"/>
                      <a:pt x="9184" y="8577"/>
                      <a:pt x="9184" y="8316"/>
                    </a:cubicBezTo>
                    <a:cubicBezTo>
                      <a:pt x="9184" y="8255"/>
                      <a:pt x="9023" y="2107"/>
                      <a:pt x="7064" y="443"/>
                    </a:cubicBezTo>
                    <a:cubicBezTo>
                      <a:pt x="6717" y="153"/>
                      <a:pt x="6324" y="1"/>
                      <a:pt x="591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831;p36">
                <a:extLst>
                  <a:ext uri="{FF2B5EF4-FFF2-40B4-BE49-F238E27FC236}">
                    <a16:creationId xmlns:a16="http://schemas.microsoft.com/office/drawing/2014/main" id="{22C413BB-AFFD-F2B6-A391-2743D55380B8}"/>
                  </a:ext>
                </a:extLst>
              </p:cNvPr>
              <p:cNvSpPr/>
              <p:nvPr/>
            </p:nvSpPr>
            <p:spPr>
              <a:xfrm>
                <a:off x="3603100" y="2364525"/>
                <a:ext cx="248125" cy="63950"/>
              </a:xfrm>
              <a:custGeom>
                <a:avLst/>
                <a:gdLst/>
                <a:ahLst/>
                <a:cxnLst/>
                <a:rect l="l" t="t" r="r" b="b"/>
                <a:pathLst>
                  <a:path w="9925" h="2558" extrusionOk="0">
                    <a:moveTo>
                      <a:pt x="0" y="0"/>
                    </a:moveTo>
                    <a:cubicBezTo>
                      <a:pt x="1" y="0"/>
                      <a:pt x="6858" y="2557"/>
                      <a:pt x="9705" y="2557"/>
                    </a:cubicBezTo>
                    <a:cubicBezTo>
                      <a:pt x="9781" y="2557"/>
                      <a:pt x="9854" y="2556"/>
                      <a:pt x="9924" y="255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832;p36">
                <a:extLst>
                  <a:ext uri="{FF2B5EF4-FFF2-40B4-BE49-F238E27FC236}">
                    <a16:creationId xmlns:a16="http://schemas.microsoft.com/office/drawing/2014/main" id="{D51EB3B6-CE8D-38DB-26D2-E8194E3853EE}"/>
                  </a:ext>
                </a:extLst>
              </p:cNvPr>
              <p:cNvSpPr/>
              <p:nvPr/>
            </p:nvSpPr>
            <p:spPr>
              <a:xfrm>
                <a:off x="3588625" y="2351850"/>
                <a:ext cx="275650" cy="89100"/>
              </a:xfrm>
              <a:custGeom>
                <a:avLst/>
                <a:gdLst/>
                <a:ahLst/>
                <a:cxnLst/>
                <a:rect l="l" t="t" r="r" b="b"/>
                <a:pathLst>
                  <a:path w="11026" h="3564" extrusionOk="0">
                    <a:moveTo>
                      <a:pt x="568" y="1"/>
                    </a:moveTo>
                    <a:cubicBezTo>
                      <a:pt x="365" y="1"/>
                      <a:pt x="174" y="125"/>
                      <a:pt x="100" y="329"/>
                    </a:cubicBezTo>
                    <a:cubicBezTo>
                      <a:pt x="0" y="590"/>
                      <a:pt x="140" y="886"/>
                      <a:pt x="405" y="977"/>
                    </a:cubicBezTo>
                    <a:cubicBezTo>
                      <a:pt x="697" y="1086"/>
                      <a:pt x="7385" y="3564"/>
                      <a:pt x="10294" y="3564"/>
                    </a:cubicBezTo>
                    <a:cubicBezTo>
                      <a:pt x="10377" y="3564"/>
                      <a:pt x="10455" y="3564"/>
                      <a:pt x="10529" y="3560"/>
                    </a:cubicBezTo>
                    <a:cubicBezTo>
                      <a:pt x="10808" y="3546"/>
                      <a:pt x="11026" y="3311"/>
                      <a:pt x="11013" y="3033"/>
                    </a:cubicBezTo>
                    <a:cubicBezTo>
                      <a:pt x="10996" y="2761"/>
                      <a:pt x="10774" y="2557"/>
                      <a:pt x="10509" y="2557"/>
                    </a:cubicBezTo>
                    <a:cubicBezTo>
                      <a:pt x="10499" y="2557"/>
                      <a:pt x="10488" y="2557"/>
                      <a:pt x="10477" y="2558"/>
                    </a:cubicBezTo>
                    <a:cubicBezTo>
                      <a:pt x="10411" y="2562"/>
                      <a:pt x="10342" y="2563"/>
                      <a:pt x="10270" y="2563"/>
                    </a:cubicBezTo>
                    <a:cubicBezTo>
                      <a:pt x="7560" y="2563"/>
                      <a:pt x="826" y="67"/>
                      <a:pt x="754" y="37"/>
                    </a:cubicBezTo>
                    <a:cubicBezTo>
                      <a:pt x="693" y="12"/>
                      <a:pt x="630" y="1"/>
                      <a:pt x="5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833;p36">
                <a:extLst>
                  <a:ext uri="{FF2B5EF4-FFF2-40B4-BE49-F238E27FC236}">
                    <a16:creationId xmlns:a16="http://schemas.microsoft.com/office/drawing/2014/main" id="{863A2387-AFE7-E534-503B-2D938EF240FF}"/>
                  </a:ext>
                </a:extLst>
              </p:cNvPr>
              <p:cNvSpPr/>
              <p:nvPr/>
            </p:nvSpPr>
            <p:spPr>
              <a:xfrm>
                <a:off x="1393675" y="2591275"/>
                <a:ext cx="1235800" cy="2764850"/>
              </a:xfrm>
              <a:custGeom>
                <a:avLst/>
                <a:gdLst/>
                <a:ahLst/>
                <a:cxnLst/>
                <a:rect l="l" t="t" r="r" b="b"/>
                <a:pathLst>
                  <a:path w="49432" h="110594" extrusionOk="0">
                    <a:moveTo>
                      <a:pt x="36077" y="0"/>
                    </a:moveTo>
                    <a:cubicBezTo>
                      <a:pt x="36077" y="0"/>
                      <a:pt x="29131" y="1847"/>
                      <a:pt x="22042" y="8509"/>
                    </a:cubicBezTo>
                    <a:cubicBezTo>
                      <a:pt x="14958" y="15171"/>
                      <a:pt x="8718" y="26649"/>
                      <a:pt x="6310" y="37566"/>
                    </a:cubicBezTo>
                    <a:cubicBezTo>
                      <a:pt x="3897" y="48478"/>
                      <a:pt x="636" y="82072"/>
                      <a:pt x="636" y="90864"/>
                    </a:cubicBezTo>
                    <a:cubicBezTo>
                      <a:pt x="636" y="99651"/>
                      <a:pt x="0" y="110567"/>
                      <a:pt x="0" y="110567"/>
                    </a:cubicBezTo>
                    <a:cubicBezTo>
                      <a:pt x="3397" y="110567"/>
                      <a:pt x="6792" y="110565"/>
                      <a:pt x="10188" y="110565"/>
                    </a:cubicBezTo>
                    <a:cubicBezTo>
                      <a:pt x="15281" y="110565"/>
                      <a:pt x="20374" y="110570"/>
                      <a:pt x="25469" y="110593"/>
                    </a:cubicBezTo>
                    <a:cubicBezTo>
                      <a:pt x="26627" y="110589"/>
                      <a:pt x="27790" y="110485"/>
                      <a:pt x="28935" y="110284"/>
                    </a:cubicBezTo>
                    <a:cubicBezTo>
                      <a:pt x="36634" y="108982"/>
                      <a:pt x="46497" y="103696"/>
                      <a:pt x="49432" y="97021"/>
                    </a:cubicBezTo>
                    <a:cubicBezTo>
                      <a:pt x="47198" y="85473"/>
                      <a:pt x="44437" y="69200"/>
                      <a:pt x="44437" y="59251"/>
                    </a:cubicBezTo>
                    <a:cubicBezTo>
                      <a:pt x="44437" y="42525"/>
                      <a:pt x="48831" y="33028"/>
                      <a:pt x="46845" y="21690"/>
                    </a:cubicBezTo>
                    <a:cubicBezTo>
                      <a:pt x="44864" y="10351"/>
                      <a:pt x="40609" y="2979"/>
                      <a:pt x="360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834;p36">
                <a:extLst>
                  <a:ext uri="{FF2B5EF4-FFF2-40B4-BE49-F238E27FC236}">
                    <a16:creationId xmlns:a16="http://schemas.microsoft.com/office/drawing/2014/main" id="{977C7A24-D1BF-1AD1-A33E-62B30694EB1E}"/>
                  </a:ext>
                </a:extLst>
              </p:cNvPr>
              <p:cNvSpPr/>
              <p:nvPr/>
            </p:nvSpPr>
            <p:spPr>
              <a:xfrm>
                <a:off x="1393675" y="2591375"/>
                <a:ext cx="1235800" cy="2764750"/>
              </a:xfrm>
              <a:custGeom>
                <a:avLst/>
                <a:gdLst/>
                <a:ahLst/>
                <a:cxnLst/>
                <a:rect l="l" t="t" r="r" b="b"/>
                <a:pathLst>
                  <a:path w="49432" h="110590" extrusionOk="0">
                    <a:moveTo>
                      <a:pt x="36072" y="1"/>
                    </a:moveTo>
                    <a:cubicBezTo>
                      <a:pt x="36072" y="1"/>
                      <a:pt x="29127" y="1843"/>
                      <a:pt x="22042" y="8505"/>
                    </a:cubicBezTo>
                    <a:cubicBezTo>
                      <a:pt x="14953" y="15167"/>
                      <a:pt x="8718" y="26650"/>
                      <a:pt x="6305" y="37562"/>
                    </a:cubicBezTo>
                    <a:cubicBezTo>
                      <a:pt x="3897" y="48478"/>
                      <a:pt x="636" y="82068"/>
                      <a:pt x="636" y="90860"/>
                    </a:cubicBezTo>
                    <a:cubicBezTo>
                      <a:pt x="636" y="99647"/>
                      <a:pt x="0" y="110563"/>
                      <a:pt x="0" y="110563"/>
                    </a:cubicBezTo>
                    <a:cubicBezTo>
                      <a:pt x="3397" y="110563"/>
                      <a:pt x="6792" y="110561"/>
                      <a:pt x="10188" y="110561"/>
                    </a:cubicBezTo>
                    <a:cubicBezTo>
                      <a:pt x="15281" y="110561"/>
                      <a:pt x="20374" y="110566"/>
                      <a:pt x="25469" y="110589"/>
                    </a:cubicBezTo>
                    <a:cubicBezTo>
                      <a:pt x="26627" y="110585"/>
                      <a:pt x="27790" y="110481"/>
                      <a:pt x="28935" y="110280"/>
                    </a:cubicBezTo>
                    <a:cubicBezTo>
                      <a:pt x="36634" y="108978"/>
                      <a:pt x="46497" y="103692"/>
                      <a:pt x="49432" y="97017"/>
                    </a:cubicBezTo>
                    <a:lnTo>
                      <a:pt x="49432" y="97017"/>
                    </a:lnTo>
                    <a:cubicBezTo>
                      <a:pt x="45121" y="100679"/>
                      <a:pt x="25700" y="107851"/>
                      <a:pt x="22861" y="108482"/>
                    </a:cubicBezTo>
                    <a:cubicBezTo>
                      <a:pt x="22722" y="108513"/>
                      <a:pt x="22594" y="108528"/>
                      <a:pt x="22476" y="108528"/>
                    </a:cubicBezTo>
                    <a:cubicBezTo>
                      <a:pt x="20183" y="108528"/>
                      <a:pt x="21814" y="102829"/>
                      <a:pt x="26013" y="97134"/>
                    </a:cubicBezTo>
                    <a:cubicBezTo>
                      <a:pt x="27182" y="95548"/>
                      <a:pt x="27355" y="94958"/>
                      <a:pt x="26949" y="94958"/>
                    </a:cubicBezTo>
                    <a:cubicBezTo>
                      <a:pt x="25823" y="94958"/>
                      <a:pt x="20237" y="99509"/>
                      <a:pt x="19081" y="99973"/>
                    </a:cubicBezTo>
                    <a:cubicBezTo>
                      <a:pt x="19042" y="99989"/>
                      <a:pt x="19006" y="99997"/>
                      <a:pt x="18971" y="99997"/>
                    </a:cubicBezTo>
                    <a:cubicBezTo>
                      <a:pt x="17613" y="99997"/>
                      <a:pt x="19708" y="88164"/>
                      <a:pt x="19708" y="82325"/>
                    </a:cubicBezTo>
                    <a:cubicBezTo>
                      <a:pt x="19708" y="76338"/>
                      <a:pt x="25382" y="25287"/>
                      <a:pt x="25382" y="25287"/>
                    </a:cubicBezTo>
                    <a:lnTo>
                      <a:pt x="36094" y="5753"/>
                    </a:lnTo>
                    <a:lnTo>
                      <a:pt x="39760" y="3523"/>
                    </a:lnTo>
                    <a:cubicBezTo>
                      <a:pt x="38580" y="2017"/>
                      <a:pt x="37339" y="832"/>
                      <a:pt x="36072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835;p36">
                <a:extLst>
                  <a:ext uri="{FF2B5EF4-FFF2-40B4-BE49-F238E27FC236}">
                    <a16:creationId xmlns:a16="http://schemas.microsoft.com/office/drawing/2014/main" id="{50F038AB-4E8E-F61F-4129-FADE53F865F9}"/>
                  </a:ext>
                </a:extLst>
              </p:cNvPr>
              <p:cNvSpPr/>
              <p:nvPr/>
            </p:nvSpPr>
            <p:spPr>
              <a:xfrm>
                <a:off x="1380825" y="2578775"/>
                <a:ext cx="1261375" cy="2789875"/>
              </a:xfrm>
              <a:custGeom>
                <a:avLst/>
                <a:gdLst/>
                <a:ahLst/>
                <a:cxnLst/>
                <a:rect l="l" t="t" r="r" b="b"/>
                <a:pathLst>
                  <a:path w="50455" h="111595" extrusionOk="0">
                    <a:moveTo>
                      <a:pt x="36503" y="1049"/>
                    </a:moveTo>
                    <a:cubicBezTo>
                      <a:pt x="38698" y="2551"/>
                      <a:pt x="40762" y="5103"/>
                      <a:pt x="42486" y="8438"/>
                    </a:cubicBezTo>
                    <a:cubicBezTo>
                      <a:pt x="44450" y="12240"/>
                      <a:pt x="45926" y="16895"/>
                      <a:pt x="46867" y="22277"/>
                    </a:cubicBezTo>
                    <a:cubicBezTo>
                      <a:pt x="47942" y="28425"/>
                      <a:pt x="47111" y="34081"/>
                      <a:pt x="46148" y="40635"/>
                    </a:cubicBezTo>
                    <a:cubicBezTo>
                      <a:pt x="45352" y="46047"/>
                      <a:pt x="44450" y="52178"/>
                      <a:pt x="44450" y="59751"/>
                    </a:cubicBezTo>
                    <a:cubicBezTo>
                      <a:pt x="44450" y="69635"/>
                      <a:pt x="47150" y="85681"/>
                      <a:pt x="49423" y="97460"/>
                    </a:cubicBezTo>
                    <a:cubicBezTo>
                      <a:pt x="48086" y="100386"/>
                      <a:pt x="45182" y="103321"/>
                      <a:pt x="41224" y="105742"/>
                    </a:cubicBezTo>
                    <a:cubicBezTo>
                      <a:pt x="37562" y="107980"/>
                      <a:pt x="33242" y="109639"/>
                      <a:pt x="29367" y="110292"/>
                    </a:cubicBezTo>
                    <a:cubicBezTo>
                      <a:pt x="28247" y="110488"/>
                      <a:pt x="27115" y="110588"/>
                      <a:pt x="25983" y="110593"/>
                    </a:cubicBezTo>
                    <a:cubicBezTo>
                      <a:pt x="20427" y="110567"/>
                      <a:pt x="14797" y="110562"/>
                      <a:pt x="9271" y="110562"/>
                    </a:cubicBezTo>
                    <a:lnTo>
                      <a:pt x="1041" y="110562"/>
                    </a:lnTo>
                    <a:cubicBezTo>
                      <a:pt x="1167" y="108272"/>
                      <a:pt x="1651" y="98966"/>
                      <a:pt x="1651" y="91359"/>
                    </a:cubicBezTo>
                    <a:cubicBezTo>
                      <a:pt x="1651" y="82711"/>
                      <a:pt x="4877" y="49178"/>
                      <a:pt x="7307" y="38170"/>
                    </a:cubicBezTo>
                    <a:cubicBezTo>
                      <a:pt x="8478" y="32871"/>
                      <a:pt x="10573" y="27341"/>
                      <a:pt x="13373" y="22181"/>
                    </a:cubicBezTo>
                    <a:cubicBezTo>
                      <a:pt x="16160" y="17038"/>
                      <a:pt x="19452" y="12610"/>
                      <a:pt x="22896" y="9370"/>
                    </a:cubicBezTo>
                    <a:cubicBezTo>
                      <a:pt x="26501" y="5983"/>
                      <a:pt x="30068" y="3884"/>
                      <a:pt x="32423" y="2717"/>
                    </a:cubicBezTo>
                    <a:cubicBezTo>
                      <a:pt x="34457" y="1711"/>
                      <a:pt x="35968" y="1210"/>
                      <a:pt x="36503" y="1049"/>
                    </a:cubicBezTo>
                    <a:close/>
                    <a:moveTo>
                      <a:pt x="36587" y="1"/>
                    </a:moveTo>
                    <a:cubicBezTo>
                      <a:pt x="36544" y="1"/>
                      <a:pt x="36501" y="6"/>
                      <a:pt x="36460" y="17"/>
                    </a:cubicBezTo>
                    <a:cubicBezTo>
                      <a:pt x="36172" y="95"/>
                      <a:pt x="29310" y="1972"/>
                      <a:pt x="22212" y="8643"/>
                    </a:cubicBezTo>
                    <a:cubicBezTo>
                      <a:pt x="15001" y="15423"/>
                      <a:pt x="8766" y="26927"/>
                      <a:pt x="6332" y="37957"/>
                    </a:cubicBezTo>
                    <a:cubicBezTo>
                      <a:pt x="3893" y="49008"/>
                      <a:pt x="649" y="82677"/>
                      <a:pt x="649" y="91359"/>
                    </a:cubicBezTo>
                    <a:cubicBezTo>
                      <a:pt x="649" y="100033"/>
                      <a:pt x="22" y="110928"/>
                      <a:pt x="18" y="111037"/>
                    </a:cubicBezTo>
                    <a:cubicBezTo>
                      <a:pt x="0" y="111320"/>
                      <a:pt x="227" y="111564"/>
                      <a:pt x="514" y="111564"/>
                    </a:cubicBezTo>
                    <a:lnTo>
                      <a:pt x="4916" y="111564"/>
                    </a:lnTo>
                    <a:cubicBezTo>
                      <a:pt x="6297" y="111564"/>
                      <a:pt x="7687" y="111564"/>
                      <a:pt x="9083" y="111564"/>
                    </a:cubicBezTo>
                    <a:cubicBezTo>
                      <a:pt x="14668" y="111564"/>
                      <a:pt x="20360" y="111566"/>
                      <a:pt x="25979" y="111594"/>
                    </a:cubicBezTo>
                    <a:lnTo>
                      <a:pt x="26048" y="111594"/>
                    </a:lnTo>
                    <a:cubicBezTo>
                      <a:pt x="27215" y="111581"/>
                      <a:pt x="28378" y="111477"/>
                      <a:pt x="29532" y="111276"/>
                    </a:cubicBezTo>
                    <a:cubicBezTo>
                      <a:pt x="37448" y="109940"/>
                      <a:pt x="47416" y="104505"/>
                      <a:pt x="50403" y="97721"/>
                    </a:cubicBezTo>
                    <a:cubicBezTo>
                      <a:pt x="50442" y="97630"/>
                      <a:pt x="50455" y="97525"/>
                      <a:pt x="50433" y="97425"/>
                    </a:cubicBezTo>
                    <a:cubicBezTo>
                      <a:pt x="48160" y="85672"/>
                      <a:pt x="45452" y="69600"/>
                      <a:pt x="45452" y="59751"/>
                    </a:cubicBezTo>
                    <a:cubicBezTo>
                      <a:pt x="45452" y="52248"/>
                      <a:pt x="46349" y="46156"/>
                      <a:pt x="47137" y="40783"/>
                    </a:cubicBezTo>
                    <a:cubicBezTo>
                      <a:pt x="48112" y="34142"/>
                      <a:pt x="48957" y="28412"/>
                      <a:pt x="47851" y="22103"/>
                    </a:cubicBezTo>
                    <a:cubicBezTo>
                      <a:pt x="46893" y="16625"/>
                      <a:pt x="45391" y="11870"/>
                      <a:pt x="43375" y="7981"/>
                    </a:cubicBezTo>
                    <a:cubicBezTo>
                      <a:pt x="41520" y="4393"/>
                      <a:pt x="39268" y="1663"/>
                      <a:pt x="36860" y="82"/>
                    </a:cubicBezTo>
                    <a:cubicBezTo>
                      <a:pt x="36779" y="28"/>
                      <a:pt x="36683" y="1"/>
                      <a:pt x="365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836;p36">
                <a:extLst>
                  <a:ext uri="{FF2B5EF4-FFF2-40B4-BE49-F238E27FC236}">
                    <a16:creationId xmlns:a16="http://schemas.microsoft.com/office/drawing/2014/main" id="{BB763CE5-1829-E1A9-1681-0500FE33A416}"/>
                  </a:ext>
                </a:extLst>
              </p:cNvPr>
              <p:cNvSpPr/>
              <p:nvPr/>
            </p:nvSpPr>
            <p:spPr>
              <a:xfrm>
                <a:off x="2285125" y="2657125"/>
                <a:ext cx="405750" cy="858500"/>
              </a:xfrm>
              <a:custGeom>
                <a:avLst/>
                <a:gdLst/>
                <a:ahLst/>
                <a:cxnLst/>
                <a:rect l="l" t="t" r="r" b="b"/>
                <a:pathLst>
                  <a:path w="16230" h="34340" extrusionOk="0">
                    <a:moveTo>
                      <a:pt x="0" y="1"/>
                    </a:moveTo>
                    <a:lnTo>
                      <a:pt x="12180" y="22173"/>
                    </a:lnTo>
                    <a:lnTo>
                      <a:pt x="12833" y="34340"/>
                    </a:lnTo>
                    <a:cubicBezTo>
                      <a:pt x="12833" y="34340"/>
                      <a:pt x="16229" y="25661"/>
                      <a:pt x="14718" y="20000"/>
                    </a:cubicBezTo>
                    <a:cubicBezTo>
                      <a:pt x="13212" y="14340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837;p36">
                <a:extLst>
                  <a:ext uri="{FF2B5EF4-FFF2-40B4-BE49-F238E27FC236}">
                    <a16:creationId xmlns:a16="http://schemas.microsoft.com/office/drawing/2014/main" id="{018EA5D9-55E3-E3B3-9E35-8D9E9CE8BFAE}"/>
                  </a:ext>
                </a:extLst>
              </p:cNvPr>
              <p:cNvSpPr/>
              <p:nvPr/>
            </p:nvSpPr>
            <p:spPr>
              <a:xfrm>
                <a:off x="2268900" y="2644525"/>
                <a:ext cx="412400" cy="883625"/>
              </a:xfrm>
              <a:custGeom>
                <a:avLst/>
                <a:gdLst/>
                <a:ahLst/>
                <a:cxnLst/>
                <a:rect l="l" t="t" r="r" b="b"/>
                <a:pathLst>
                  <a:path w="16496" h="35345" extrusionOk="0">
                    <a:moveTo>
                      <a:pt x="3223" y="4149"/>
                    </a:moveTo>
                    <a:lnTo>
                      <a:pt x="3223" y="4149"/>
                    </a:lnTo>
                    <a:cubicBezTo>
                      <a:pt x="4346" y="5443"/>
                      <a:pt x="5688" y="7019"/>
                      <a:pt x="7055" y="8700"/>
                    </a:cubicBezTo>
                    <a:cubicBezTo>
                      <a:pt x="11575" y="14260"/>
                      <a:pt x="14283" y="18388"/>
                      <a:pt x="14884" y="20635"/>
                    </a:cubicBezTo>
                    <a:cubicBezTo>
                      <a:pt x="15846" y="24254"/>
                      <a:pt x="14714" y="29235"/>
                      <a:pt x="13839" y="32183"/>
                    </a:cubicBezTo>
                    <a:lnTo>
                      <a:pt x="13330" y="22651"/>
                    </a:lnTo>
                    <a:cubicBezTo>
                      <a:pt x="13325" y="22577"/>
                      <a:pt x="13303" y="22503"/>
                      <a:pt x="13269" y="22438"/>
                    </a:cubicBezTo>
                    <a:lnTo>
                      <a:pt x="3223" y="4149"/>
                    </a:lnTo>
                    <a:close/>
                    <a:moveTo>
                      <a:pt x="653" y="0"/>
                    </a:moveTo>
                    <a:cubicBezTo>
                      <a:pt x="314" y="0"/>
                      <a:pt x="0" y="367"/>
                      <a:pt x="210" y="749"/>
                    </a:cubicBezTo>
                    <a:lnTo>
                      <a:pt x="12337" y="22817"/>
                    </a:lnTo>
                    <a:lnTo>
                      <a:pt x="12981" y="34870"/>
                    </a:lnTo>
                    <a:cubicBezTo>
                      <a:pt x="12994" y="35105"/>
                      <a:pt x="13168" y="35301"/>
                      <a:pt x="13399" y="35336"/>
                    </a:cubicBezTo>
                    <a:cubicBezTo>
                      <a:pt x="13425" y="35340"/>
                      <a:pt x="13456" y="35344"/>
                      <a:pt x="13482" y="35344"/>
                    </a:cubicBezTo>
                    <a:cubicBezTo>
                      <a:pt x="13687" y="35344"/>
                      <a:pt x="13870" y="35218"/>
                      <a:pt x="13944" y="35026"/>
                    </a:cubicBezTo>
                    <a:cubicBezTo>
                      <a:pt x="14566" y="33354"/>
                      <a:pt x="15080" y="31647"/>
                      <a:pt x="15476" y="29910"/>
                    </a:cubicBezTo>
                    <a:cubicBezTo>
                      <a:pt x="16369" y="26008"/>
                      <a:pt x="16495" y="22804"/>
                      <a:pt x="15846" y="20374"/>
                    </a:cubicBezTo>
                    <a:cubicBezTo>
                      <a:pt x="14322" y="14661"/>
                      <a:pt x="1560" y="757"/>
                      <a:pt x="1015" y="169"/>
                    </a:cubicBezTo>
                    <a:cubicBezTo>
                      <a:pt x="908" y="51"/>
                      <a:pt x="779" y="0"/>
                      <a:pt x="6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838;p36">
                <a:extLst>
                  <a:ext uri="{FF2B5EF4-FFF2-40B4-BE49-F238E27FC236}">
                    <a16:creationId xmlns:a16="http://schemas.microsoft.com/office/drawing/2014/main" id="{3D11EBF0-0FEB-411B-F1DB-821AFFD2F58F}"/>
                  </a:ext>
                </a:extLst>
              </p:cNvPr>
              <p:cNvSpPr/>
              <p:nvPr/>
            </p:nvSpPr>
            <p:spPr>
              <a:xfrm>
                <a:off x="2521025" y="3477825"/>
                <a:ext cx="160375" cy="1584800"/>
              </a:xfrm>
              <a:custGeom>
                <a:avLst/>
                <a:gdLst/>
                <a:ahLst/>
                <a:cxnLst/>
                <a:rect l="l" t="t" r="r" b="b"/>
                <a:pathLst>
                  <a:path w="6415" h="63392" extrusionOk="0">
                    <a:moveTo>
                      <a:pt x="4150" y="1"/>
                    </a:moveTo>
                    <a:lnTo>
                      <a:pt x="3393" y="1512"/>
                    </a:lnTo>
                    <a:lnTo>
                      <a:pt x="1" y="52828"/>
                    </a:lnTo>
                    <a:lnTo>
                      <a:pt x="3771" y="63392"/>
                    </a:lnTo>
                    <a:lnTo>
                      <a:pt x="6415" y="42264"/>
                    </a:lnTo>
                    <a:lnTo>
                      <a:pt x="415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839;p36">
                <a:extLst>
                  <a:ext uri="{FF2B5EF4-FFF2-40B4-BE49-F238E27FC236}">
                    <a16:creationId xmlns:a16="http://schemas.microsoft.com/office/drawing/2014/main" id="{7A6CAB4A-0C28-0835-AE6B-F5F4B6C7AB8A}"/>
                  </a:ext>
                </a:extLst>
              </p:cNvPr>
              <p:cNvSpPr/>
              <p:nvPr/>
            </p:nvSpPr>
            <p:spPr>
              <a:xfrm>
                <a:off x="2508400" y="3465375"/>
                <a:ext cx="185625" cy="1609775"/>
              </a:xfrm>
              <a:custGeom>
                <a:avLst/>
                <a:gdLst/>
                <a:ahLst/>
                <a:cxnLst/>
                <a:rect l="l" t="t" r="r" b="b"/>
                <a:pathLst>
                  <a:path w="7425" h="64391" extrusionOk="0">
                    <a:moveTo>
                      <a:pt x="4311" y="3399"/>
                    </a:moveTo>
                    <a:lnTo>
                      <a:pt x="6419" y="42745"/>
                    </a:lnTo>
                    <a:lnTo>
                      <a:pt x="4046" y="61748"/>
                    </a:lnTo>
                    <a:lnTo>
                      <a:pt x="1015" y="53257"/>
                    </a:lnTo>
                    <a:lnTo>
                      <a:pt x="4311" y="3399"/>
                    </a:lnTo>
                    <a:close/>
                    <a:moveTo>
                      <a:pt x="4653" y="1"/>
                    </a:moveTo>
                    <a:cubicBezTo>
                      <a:pt x="4481" y="1"/>
                      <a:pt x="4307" y="87"/>
                      <a:pt x="4211" y="276"/>
                    </a:cubicBezTo>
                    <a:lnTo>
                      <a:pt x="3458" y="1783"/>
                    </a:lnTo>
                    <a:cubicBezTo>
                      <a:pt x="3423" y="1844"/>
                      <a:pt x="3406" y="1909"/>
                      <a:pt x="3401" y="1975"/>
                    </a:cubicBezTo>
                    <a:lnTo>
                      <a:pt x="5" y="53296"/>
                    </a:lnTo>
                    <a:cubicBezTo>
                      <a:pt x="0" y="53361"/>
                      <a:pt x="9" y="53431"/>
                      <a:pt x="35" y="53496"/>
                    </a:cubicBezTo>
                    <a:lnTo>
                      <a:pt x="3806" y="64060"/>
                    </a:lnTo>
                    <a:cubicBezTo>
                      <a:pt x="3880" y="64260"/>
                      <a:pt x="4067" y="64391"/>
                      <a:pt x="4281" y="64391"/>
                    </a:cubicBezTo>
                    <a:lnTo>
                      <a:pt x="4333" y="64391"/>
                    </a:lnTo>
                    <a:cubicBezTo>
                      <a:pt x="4564" y="64365"/>
                      <a:pt x="4747" y="64182"/>
                      <a:pt x="4777" y="63955"/>
                    </a:cubicBezTo>
                    <a:lnTo>
                      <a:pt x="7416" y="42823"/>
                    </a:lnTo>
                    <a:cubicBezTo>
                      <a:pt x="7420" y="42793"/>
                      <a:pt x="7425" y="42762"/>
                      <a:pt x="7420" y="42732"/>
                    </a:cubicBezTo>
                    <a:lnTo>
                      <a:pt x="5156" y="472"/>
                    </a:lnTo>
                    <a:cubicBezTo>
                      <a:pt x="5141" y="174"/>
                      <a:pt x="4898" y="1"/>
                      <a:pt x="46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840;p36">
                <a:extLst>
                  <a:ext uri="{FF2B5EF4-FFF2-40B4-BE49-F238E27FC236}">
                    <a16:creationId xmlns:a16="http://schemas.microsoft.com/office/drawing/2014/main" id="{D5435080-91A9-ABAE-B055-65CADC894246}"/>
                  </a:ext>
                </a:extLst>
              </p:cNvPr>
              <p:cNvSpPr/>
              <p:nvPr/>
            </p:nvSpPr>
            <p:spPr>
              <a:xfrm>
                <a:off x="2256500" y="1393725"/>
                <a:ext cx="1194225" cy="1569650"/>
              </a:xfrm>
              <a:custGeom>
                <a:avLst/>
                <a:gdLst/>
                <a:ahLst/>
                <a:cxnLst/>
                <a:rect l="l" t="t" r="r" b="b"/>
                <a:pathLst>
                  <a:path w="47769" h="62786" extrusionOk="0">
                    <a:moveTo>
                      <a:pt x="34435" y="1"/>
                    </a:moveTo>
                    <a:cubicBezTo>
                      <a:pt x="33276" y="1"/>
                      <a:pt x="32090" y="92"/>
                      <a:pt x="30904" y="278"/>
                    </a:cubicBezTo>
                    <a:cubicBezTo>
                      <a:pt x="23671" y="1410"/>
                      <a:pt x="21829" y="4106"/>
                      <a:pt x="21829" y="4106"/>
                    </a:cubicBezTo>
                    <a:cubicBezTo>
                      <a:pt x="21829" y="4106"/>
                      <a:pt x="21797" y="4105"/>
                      <a:pt x="21735" y="4105"/>
                    </a:cubicBezTo>
                    <a:cubicBezTo>
                      <a:pt x="20694" y="4105"/>
                      <a:pt x="11295" y="4233"/>
                      <a:pt x="5813" y="8782"/>
                    </a:cubicBezTo>
                    <a:cubicBezTo>
                      <a:pt x="0" y="13603"/>
                      <a:pt x="3545" y="21258"/>
                      <a:pt x="5387" y="23949"/>
                    </a:cubicBezTo>
                    <a:cubicBezTo>
                      <a:pt x="7229" y="26640"/>
                      <a:pt x="10634" y="29762"/>
                      <a:pt x="10634" y="29762"/>
                    </a:cubicBezTo>
                    <a:cubicBezTo>
                      <a:pt x="10634" y="29762"/>
                      <a:pt x="11056" y="35292"/>
                      <a:pt x="11483" y="37983"/>
                    </a:cubicBezTo>
                    <a:cubicBezTo>
                      <a:pt x="11910" y="40670"/>
                      <a:pt x="5247" y="48185"/>
                      <a:pt x="5247" y="48185"/>
                    </a:cubicBezTo>
                    <a:lnTo>
                      <a:pt x="14884" y="62786"/>
                    </a:lnTo>
                    <a:lnTo>
                      <a:pt x="25800" y="54282"/>
                    </a:lnTo>
                    <a:cubicBezTo>
                      <a:pt x="25800" y="54282"/>
                      <a:pt x="41250" y="53149"/>
                      <a:pt x="42665" y="51874"/>
                    </a:cubicBezTo>
                    <a:cubicBezTo>
                      <a:pt x="44084" y="50598"/>
                      <a:pt x="44080" y="36563"/>
                      <a:pt x="44080" y="36563"/>
                    </a:cubicBezTo>
                    <a:lnTo>
                      <a:pt x="47768" y="34438"/>
                    </a:lnTo>
                    <a:cubicBezTo>
                      <a:pt x="47768" y="34438"/>
                      <a:pt x="44367" y="19694"/>
                      <a:pt x="43514" y="16437"/>
                    </a:cubicBezTo>
                    <a:lnTo>
                      <a:pt x="42665" y="13176"/>
                    </a:lnTo>
                    <a:cubicBezTo>
                      <a:pt x="42665" y="13176"/>
                      <a:pt x="47625" y="11473"/>
                      <a:pt x="46492" y="6514"/>
                    </a:cubicBezTo>
                    <a:cubicBezTo>
                      <a:pt x="45546" y="2364"/>
                      <a:pt x="40340" y="1"/>
                      <a:pt x="344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841;p36">
                <a:extLst>
                  <a:ext uri="{FF2B5EF4-FFF2-40B4-BE49-F238E27FC236}">
                    <a16:creationId xmlns:a16="http://schemas.microsoft.com/office/drawing/2014/main" id="{20DE5ADB-AD19-9538-B7BD-9858863DEA43}"/>
                  </a:ext>
                </a:extLst>
              </p:cNvPr>
              <p:cNvSpPr/>
              <p:nvPr/>
            </p:nvSpPr>
            <p:spPr>
              <a:xfrm>
                <a:off x="2256500" y="1393750"/>
                <a:ext cx="1158950" cy="1569625"/>
              </a:xfrm>
              <a:custGeom>
                <a:avLst/>
                <a:gdLst/>
                <a:ahLst/>
                <a:cxnLst/>
                <a:rect l="l" t="t" r="r" b="b"/>
                <a:pathLst>
                  <a:path w="46358" h="62785" extrusionOk="0">
                    <a:moveTo>
                      <a:pt x="34425" y="0"/>
                    </a:moveTo>
                    <a:cubicBezTo>
                      <a:pt x="33270" y="0"/>
                      <a:pt x="32087" y="91"/>
                      <a:pt x="30904" y="277"/>
                    </a:cubicBezTo>
                    <a:cubicBezTo>
                      <a:pt x="23671" y="1409"/>
                      <a:pt x="21829" y="4105"/>
                      <a:pt x="21829" y="4105"/>
                    </a:cubicBezTo>
                    <a:cubicBezTo>
                      <a:pt x="21829" y="4105"/>
                      <a:pt x="21797" y="4104"/>
                      <a:pt x="21735" y="4104"/>
                    </a:cubicBezTo>
                    <a:cubicBezTo>
                      <a:pt x="20694" y="4104"/>
                      <a:pt x="11295" y="4232"/>
                      <a:pt x="5813" y="8781"/>
                    </a:cubicBezTo>
                    <a:cubicBezTo>
                      <a:pt x="0" y="13602"/>
                      <a:pt x="3545" y="21257"/>
                      <a:pt x="5387" y="23948"/>
                    </a:cubicBezTo>
                    <a:cubicBezTo>
                      <a:pt x="7229" y="26639"/>
                      <a:pt x="10634" y="29761"/>
                      <a:pt x="10634" y="29761"/>
                    </a:cubicBezTo>
                    <a:cubicBezTo>
                      <a:pt x="10634" y="29761"/>
                      <a:pt x="11056" y="35291"/>
                      <a:pt x="11483" y="37982"/>
                    </a:cubicBezTo>
                    <a:cubicBezTo>
                      <a:pt x="11910" y="40669"/>
                      <a:pt x="5247" y="48184"/>
                      <a:pt x="5247" y="48184"/>
                    </a:cubicBezTo>
                    <a:lnTo>
                      <a:pt x="14884" y="62785"/>
                    </a:lnTo>
                    <a:lnTo>
                      <a:pt x="25800" y="54281"/>
                    </a:lnTo>
                    <a:cubicBezTo>
                      <a:pt x="25800" y="54281"/>
                      <a:pt x="37605" y="53414"/>
                      <a:pt x="41524" y="52343"/>
                    </a:cubicBezTo>
                    <a:lnTo>
                      <a:pt x="42665" y="51873"/>
                    </a:lnTo>
                    <a:lnTo>
                      <a:pt x="42665" y="51873"/>
                    </a:lnTo>
                    <a:cubicBezTo>
                      <a:pt x="42665" y="51873"/>
                      <a:pt x="40734" y="52057"/>
                      <a:pt x="38234" y="52057"/>
                    </a:cubicBezTo>
                    <a:cubicBezTo>
                      <a:pt x="34479" y="52057"/>
                      <a:pt x="29442" y="51641"/>
                      <a:pt x="27738" y="49560"/>
                    </a:cubicBezTo>
                    <a:cubicBezTo>
                      <a:pt x="24903" y="46090"/>
                      <a:pt x="27738" y="32857"/>
                      <a:pt x="29946" y="26238"/>
                    </a:cubicBezTo>
                    <a:cubicBezTo>
                      <a:pt x="32149" y="19619"/>
                      <a:pt x="26793" y="16785"/>
                      <a:pt x="26793" y="16785"/>
                    </a:cubicBezTo>
                    <a:lnTo>
                      <a:pt x="42887" y="14011"/>
                    </a:lnTo>
                    <a:cubicBezTo>
                      <a:pt x="42669" y="13179"/>
                      <a:pt x="42669" y="13175"/>
                      <a:pt x="42669" y="13175"/>
                    </a:cubicBezTo>
                    <a:cubicBezTo>
                      <a:pt x="42669" y="13175"/>
                      <a:pt x="44306" y="12605"/>
                      <a:pt x="45487" y="11181"/>
                    </a:cubicBezTo>
                    <a:lnTo>
                      <a:pt x="46357" y="6064"/>
                    </a:lnTo>
                    <a:cubicBezTo>
                      <a:pt x="45145" y="2199"/>
                      <a:pt x="40113" y="0"/>
                      <a:pt x="344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842;p36">
                <a:extLst>
                  <a:ext uri="{FF2B5EF4-FFF2-40B4-BE49-F238E27FC236}">
                    <a16:creationId xmlns:a16="http://schemas.microsoft.com/office/drawing/2014/main" id="{C811C1BE-CBEF-AD26-B0C4-41D1A331698F}"/>
                  </a:ext>
                </a:extLst>
              </p:cNvPr>
              <p:cNvSpPr/>
              <p:nvPr/>
            </p:nvSpPr>
            <p:spPr>
              <a:xfrm>
                <a:off x="3155575" y="1853000"/>
                <a:ext cx="164075" cy="121700"/>
              </a:xfrm>
              <a:custGeom>
                <a:avLst/>
                <a:gdLst/>
                <a:ahLst/>
                <a:cxnLst/>
                <a:rect l="l" t="t" r="r" b="b"/>
                <a:pathLst>
                  <a:path w="6563" h="4868" extrusionOk="0">
                    <a:moveTo>
                      <a:pt x="3130" y="1"/>
                    </a:moveTo>
                    <a:cubicBezTo>
                      <a:pt x="2776" y="1"/>
                      <a:pt x="2406" y="57"/>
                      <a:pt x="2025" y="191"/>
                    </a:cubicBezTo>
                    <a:cubicBezTo>
                      <a:pt x="192" y="836"/>
                      <a:pt x="0" y="3209"/>
                      <a:pt x="13" y="4306"/>
                    </a:cubicBezTo>
                    <a:cubicBezTo>
                      <a:pt x="18" y="4650"/>
                      <a:pt x="40" y="4868"/>
                      <a:pt x="40" y="4868"/>
                    </a:cubicBezTo>
                    <a:cubicBezTo>
                      <a:pt x="40" y="4868"/>
                      <a:pt x="1603" y="3022"/>
                      <a:pt x="3584" y="2743"/>
                    </a:cubicBezTo>
                    <a:cubicBezTo>
                      <a:pt x="3765" y="2717"/>
                      <a:pt x="3937" y="2706"/>
                      <a:pt x="4101" y="2706"/>
                    </a:cubicBezTo>
                    <a:cubicBezTo>
                      <a:pt x="5742" y="2706"/>
                      <a:pt x="6563" y="3875"/>
                      <a:pt x="6563" y="3875"/>
                    </a:cubicBezTo>
                    <a:lnTo>
                      <a:pt x="6423" y="1607"/>
                    </a:lnTo>
                    <a:cubicBezTo>
                      <a:pt x="6423" y="1607"/>
                      <a:pt x="5015" y="1"/>
                      <a:pt x="31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843;p36">
                <a:extLst>
                  <a:ext uri="{FF2B5EF4-FFF2-40B4-BE49-F238E27FC236}">
                    <a16:creationId xmlns:a16="http://schemas.microsoft.com/office/drawing/2014/main" id="{C08A7D84-88C5-E1E9-7DE0-B437A60C82F4}"/>
                  </a:ext>
                </a:extLst>
              </p:cNvPr>
              <p:cNvSpPr/>
              <p:nvPr/>
            </p:nvSpPr>
            <p:spPr>
              <a:xfrm>
                <a:off x="3224050" y="2035000"/>
                <a:ext cx="354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4251" extrusionOk="0">
                    <a:moveTo>
                      <a:pt x="706" y="0"/>
                    </a:moveTo>
                    <a:cubicBezTo>
                      <a:pt x="318" y="0"/>
                      <a:pt x="0" y="950"/>
                      <a:pt x="0" y="2125"/>
                    </a:cubicBezTo>
                    <a:cubicBezTo>
                      <a:pt x="0" y="3301"/>
                      <a:pt x="318" y="4250"/>
                      <a:pt x="706" y="4250"/>
                    </a:cubicBezTo>
                    <a:cubicBezTo>
                      <a:pt x="1098" y="4250"/>
                      <a:pt x="1416" y="3297"/>
                      <a:pt x="1416" y="2125"/>
                    </a:cubicBezTo>
                    <a:cubicBezTo>
                      <a:pt x="1416" y="950"/>
                      <a:pt x="1098" y="0"/>
                      <a:pt x="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844;p36">
                <a:extLst>
                  <a:ext uri="{FF2B5EF4-FFF2-40B4-BE49-F238E27FC236}">
                    <a16:creationId xmlns:a16="http://schemas.microsoft.com/office/drawing/2014/main" id="{4732BB49-9C84-4A00-EC1D-E48DDBFAD9CA}"/>
                  </a:ext>
                </a:extLst>
              </p:cNvPr>
              <p:cNvSpPr/>
              <p:nvPr/>
            </p:nvSpPr>
            <p:spPr>
              <a:xfrm>
                <a:off x="3076425" y="2394050"/>
                <a:ext cx="96700" cy="86300"/>
              </a:xfrm>
              <a:custGeom>
                <a:avLst/>
                <a:gdLst/>
                <a:ahLst/>
                <a:cxnLst/>
                <a:rect l="l" t="t" r="r" b="b"/>
                <a:pathLst>
                  <a:path w="3868" h="3452" extrusionOk="0">
                    <a:moveTo>
                      <a:pt x="2688" y="0"/>
                    </a:moveTo>
                    <a:cubicBezTo>
                      <a:pt x="2170" y="0"/>
                      <a:pt x="1533" y="302"/>
                      <a:pt x="1011" y="844"/>
                    </a:cubicBezTo>
                    <a:cubicBezTo>
                      <a:pt x="227" y="1663"/>
                      <a:pt x="1" y="2721"/>
                      <a:pt x="506" y="3208"/>
                    </a:cubicBezTo>
                    <a:cubicBezTo>
                      <a:pt x="678" y="3373"/>
                      <a:pt x="912" y="3451"/>
                      <a:pt x="1176" y="3451"/>
                    </a:cubicBezTo>
                    <a:cubicBezTo>
                      <a:pt x="1695" y="3451"/>
                      <a:pt x="2331" y="3151"/>
                      <a:pt x="2853" y="2612"/>
                    </a:cubicBezTo>
                    <a:cubicBezTo>
                      <a:pt x="3637" y="1793"/>
                      <a:pt x="3867" y="731"/>
                      <a:pt x="3358" y="243"/>
                    </a:cubicBezTo>
                    <a:cubicBezTo>
                      <a:pt x="3186" y="78"/>
                      <a:pt x="2953" y="0"/>
                      <a:pt x="26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845;p36">
                <a:extLst>
                  <a:ext uri="{FF2B5EF4-FFF2-40B4-BE49-F238E27FC236}">
                    <a16:creationId xmlns:a16="http://schemas.microsoft.com/office/drawing/2014/main" id="{04DC7C10-FB67-85D4-CB19-01A6056BE747}"/>
                  </a:ext>
                </a:extLst>
              </p:cNvPr>
              <p:cNvSpPr/>
              <p:nvPr/>
            </p:nvSpPr>
            <p:spPr>
              <a:xfrm>
                <a:off x="2300150" y="1381175"/>
                <a:ext cx="1163950" cy="1594725"/>
              </a:xfrm>
              <a:custGeom>
                <a:avLst/>
                <a:gdLst/>
                <a:ahLst/>
                <a:cxnLst/>
                <a:rect l="l" t="t" r="r" b="b"/>
                <a:pathLst>
                  <a:path w="46558" h="63789" extrusionOk="0">
                    <a:moveTo>
                      <a:pt x="32707" y="997"/>
                    </a:moveTo>
                    <a:cubicBezTo>
                      <a:pt x="34993" y="997"/>
                      <a:pt x="37174" y="1363"/>
                      <a:pt x="39060" y="2078"/>
                    </a:cubicBezTo>
                    <a:cubicBezTo>
                      <a:pt x="41916" y="3162"/>
                      <a:pt x="43762" y="4956"/>
                      <a:pt x="44259" y="7129"/>
                    </a:cubicBezTo>
                    <a:cubicBezTo>
                      <a:pt x="45278" y="11579"/>
                      <a:pt x="40945" y="13142"/>
                      <a:pt x="40758" y="13203"/>
                    </a:cubicBezTo>
                    <a:cubicBezTo>
                      <a:pt x="40510" y="13290"/>
                      <a:pt x="40370" y="13552"/>
                      <a:pt x="40436" y="13804"/>
                    </a:cubicBezTo>
                    <a:lnTo>
                      <a:pt x="41289" y="17066"/>
                    </a:lnTo>
                    <a:cubicBezTo>
                      <a:pt x="42051" y="19996"/>
                      <a:pt x="44925" y="32406"/>
                      <a:pt x="45452" y="34692"/>
                    </a:cubicBezTo>
                    <a:lnTo>
                      <a:pt x="42086" y="36634"/>
                    </a:lnTo>
                    <a:cubicBezTo>
                      <a:pt x="41933" y="36721"/>
                      <a:pt x="41838" y="36887"/>
                      <a:pt x="41838" y="37070"/>
                    </a:cubicBezTo>
                    <a:cubicBezTo>
                      <a:pt x="41838" y="37100"/>
                      <a:pt x="41838" y="40606"/>
                      <a:pt x="41663" y="44220"/>
                    </a:cubicBezTo>
                    <a:cubicBezTo>
                      <a:pt x="41337" y="51000"/>
                      <a:pt x="40710" y="51897"/>
                      <a:pt x="40588" y="52005"/>
                    </a:cubicBezTo>
                    <a:cubicBezTo>
                      <a:pt x="40409" y="52167"/>
                      <a:pt x="39251" y="52754"/>
                      <a:pt x="31905" y="53560"/>
                    </a:cubicBezTo>
                    <a:cubicBezTo>
                      <a:pt x="27921" y="53995"/>
                      <a:pt x="24059" y="54283"/>
                      <a:pt x="24019" y="54287"/>
                    </a:cubicBezTo>
                    <a:cubicBezTo>
                      <a:pt x="23919" y="54291"/>
                      <a:pt x="23823" y="54331"/>
                      <a:pt x="23745" y="54392"/>
                    </a:cubicBezTo>
                    <a:lnTo>
                      <a:pt x="13260" y="62565"/>
                    </a:lnTo>
                    <a:lnTo>
                      <a:pt x="4128" y="48731"/>
                    </a:lnTo>
                    <a:cubicBezTo>
                      <a:pt x="5478" y="47181"/>
                      <a:pt x="10647" y="41032"/>
                      <a:pt x="10233" y="38407"/>
                    </a:cubicBezTo>
                    <a:cubicBezTo>
                      <a:pt x="9815" y="35763"/>
                      <a:pt x="9393" y="30277"/>
                      <a:pt x="9389" y="30225"/>
                    </a:cubicBezTo>
                    <a:cubicBezTo>
                      <a:pt x="9375" y="30098"/>
                      <a:pt x="9319" y="29976"/>
                      <a:pt x="9223" y="29894"/>
                    </a:cubicBezTo>
                    <a:cubicBezTo>
                      <a:pt x="9188" y="29863"/>
                      <a:pt x="5844" y="26785"/>
                      <a:pt x="4054" y="24168"/>
                    </a:cubicBezTo>
                    <a:cubicBezTo>
                      <a:pt x="3040" y="22687"/>
                      <a:pt x="1834" y="20183"/>
                      <a:pt x="1481" y="17597"/>
                    </a:cubicBezTo>
                    <a:cubicBezTo>
                      <a:pt x="1028" y="14309"/>
                      <a:pt x="2008" y="11640"/>
                      <a:pt x="4385" y="9668"/>
                    </a:cubicBezTo>
                    <a:cubicBezTo>
                      <a:pt x="9802" y="5177"/>
                      <a:pt x="19330" y="5104"/>
                      <a:pt x="20038" y="5104"/>
                    </a:cubicBezTo>
                    <a:cubicBezTo>
                      <a:pt x="20062" y="5104"/>
                      <a:pt x="20075" y="5104"/>
                      <a:pt x="20079" y="5104"/>
                    </a:cubicBezTo>
                    <a:cubicBezTo>
                      <a:pt x="20083" y="5104"/>
                      <a:pt x="20087" y="5104"/>
                      <a:pt x="20091" y="5104"/>
                    </a:cubicBezTo>
                    <a:cubicBezTo>
                      <a:pt x="20252" y="5104"/>
                      <a:pt x="20399" y="5022"/>
                      <a:pt x="20492" y="4891"/>
                    </a:cubicBezTo>
                    <a:cubicBezTo>
                      <a:pt x="20514" y="4865"/>
                      <a:pt x="22369" y="2348"/>
                      <a:pt x="29232" y="1272"/>
                    </a:cubicBezTo>
                    <a:cubicBezTo>
                      <a:pt x="30401" y="1088"/>
                      <a:pt x="31567" y="997"/>
                      <a:pt x="32707" y="997"/>
                    </a:cubicBezTo>
                    <a:close/>
                    <a:moveTo>
                      <a:pt x="32694" y="0"/>
                    </a:moveTo>
                    <a:cubicBezTo>
                      <a:pt x="31506" y="0"/>
                      <a:pt x="30293" y="94"/>
                      <a:pt x="29079" y="284"/>
                    </a:cubicBezTo>
                    <a:cubicBezTo>
                      <a:pt x="22826" y="1268"/>
                      <a:pt x="20466" y="3410"/>
                      <a:pt x="19848" y="4107"/>
                    </a:cubicBezTo>
                    <a:cubicBezTo>
                      <a:pt x="17945" y="4137"/>
                      <a:pt x="16046" y="4316"/>
                      <a:pt x="14174" y="4643"/>
                    </a:cubicBezTo>
                    <a:cubicBezTo>
                      <a:pt x="11122" y="5169"/>
                      <a:pt x="6837" y="6341"/>
                      <a:pt x="3750" y="8897"/>
                    </a:cubicBezTo>
                    <a:cubicBezTo>
                      <a:pt x="1128" y="11074"/>
                      <a:pt x="0" y="14126"/>
                      <a:pt x="492" y="17732"/>
                    </a:cubicBezTo>
                    <a:cubicBezTo>
                      <a:pt x="871" y="20488"/>
                      <a:pt x="2156" y="23157"/>
                      <a:pt x="3231" y="24729"/>
                    </a:cubicBezTo>
                    <a:cubicBezTo>
                      <a:pt x="4890" y="27155"/>
                      <a:pt x="7725" y="29859"/>
                      <a:pt x="8404" y="30495"/>
                    </a:cubicBezTo>
                    <a:cubicBezTo>
                      <a:pt x="8483" y="31514"/>
                      <a:pt x="8862" y="36134"/>
                      <a:pt x="9245" y="38559"/>
                    </a:cubicBezTo>
                    <a:cubicBezTo>
                      <a:pt x="9528" y="40353"/>
                      <a:pt x="5644" y="45522"/>
                      <a:pt x="3127" y="48356"/>
                    </a:cubicBezTo>
                    <a:cubicBezTo>
                      <a:pt x="2974" y="48526"/>
                      <a:pt x="2957" y="48774"/>
                      <a:pt x="3083" y="48966"/>
                    </a:cubicBezTo>
                    <a:lnTo>
                      <a:pt x="12720" y="63566"/>
                    </a:lnTo>
                    <a:cubicBezTo>
                      <a:pt x="12815" y="63706"/>
                      <a:pt x="12972" y="63788"/>
                      <a:pt x="13138" y="63788"/>
                    </a:cubicBezTo>
                    <a:cubicBezTo>
                      <a:pt x="13251" y="63788"/>
                      <a:pt x="13360" y="63754"/>
                      <a:pt x="13447" y="63684"/>
                    </a:cubicBezTo>
                    <a:lnTo>
                      <a:pt x="24237" y="55271"/>
                    </a:lnTo>
                    <a:cubicBezTo>
                      <a:pt x="24995" y="55215"/>
                      <a:pt x="28452" y="54945"/>
                      <a:pt x="32005" y="54557"/>
                    </a:cubicBezTo>
                    <a:cubicBezTo>
                      <a:pt x="40248" y="53651"/>
                      <a:pt x="40975" y="52994"/>
                      <a:pt x="41254" y="52750"/>
                    </a:cubicBezTo>
                    <a:cubicBezTo>
                      <a:pt x="41563" y="52467"/>
                      <a:pt x="42295" y="51809"/>
                      <a:pt x="42656" y="44268"/>
                    </a:cubicBezTo>
                    <a:cubicBezTo>
                      <a:pt x="42804" y="41233"/>
                      <a:pt x="42830" y="38272"/>
                      <a:pt x="42835" y="37357"/>
                    </a:cubicBezTo>
                    <a:lnTo>
                      <a:pt x="46270" y="35372"/>
                    </a:lnTo>
                    <a:cubicBezTo>
                      <a:pt x="46462" y="35263"/>
                      <a:pt x="46558" y="35041"/>
                      <a:pt x="46510" y="34827"/>
                    </a:cubicBezTo>
                    <a:cubicBezTo>
                      <a:pt x="46475" y="34679"/>
                      <a:pt x="43096" y="20040"/>
                      <a:pt x="42256" y="16813"/>
                    </a:cubicBezTo>
                    <a:lnTo>
                      <a:pt x="41511" y="13974"/>
                    </a:lnTo>
                    <a:cubicBezTo>
                      <a:pt x="42282" y="13621"/>
                      <a:pt x="42987" y="13147"/>
                      <a:pt x="43601" y="12568"/>
                    </a:cubicBezTo>
                    <a:cubicBezTo>
                      <a:pt x="44703" y="11527"/>
                      <a:pt x="45874" y="9698"/>
                      <a:pt x="45234" y="6902"/>
                    </a:cubicBezTo>
                    <a:cubicBezTo>
                      <a:pt x="44664" y="4394"/>
                      <a:pt x="42595" y="2348"/>
                      <a:pt x="39417" y="1146"/>
                    </a:cubicBezTo>
                    <a:cubicBezTo>
                      <a:pt x="37415" y="387"/>
                      <a:pt x="35107" y="0"/>
                      <a:pt x="326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846;p36">
                <a:extLst>
                  <a:ext uri="{FF2B5EF4-FFF2-40B4-BE49-F238E27FC236}">
                    <a16:creationId xmlns:a16="http://schemas.microsoft.com/office/drawing/2014/main" id="{F1D64068-0CBF-620F-DC11-F6063954FCA1}"/>
                  </a:ext>
                </a:extLst>
              </p:cNvPr>
              <p:cNvSpPr/>
              <p:nvPr/>
            </p:nvSpPr>
            <p:spPr>
              <a:xfrm>
                <a:off x="2256500" y="1393725"/>
                <a:ext cx="1190725" cy="917700"/>
              </a:xfrm>
              <a:custGeom>
                <a:avLst/>
                <a:gdLst/>
                <a:ahLst/>
                <a:cxnLst/>
                <a:rect l="l" t="t" r="r" b="b"/>
                <a:pathLst>
                  <a:path w="47629" h="36708" extrusionOk="0">
                    <a:moveTo>
                      <a:pt x="34431" y="1"/>
                    </a:moveTo>
                    <a:cubicBezTo>
                      <a:pt x="33273" y="1"/>
                      <a:pt x="32088" y="92"/>
                      <a:pt x="30904" y="278"/>
                    </a:cubicBezTo>
                    <a:cubicBezTo>
                      <a:pt x="23671" y="1410"/>
                      <a:pt x="21829" y="4106"/>
                      <a:pt x="21829" y="4106"/>
                    </a:cubicBezTo>
                    <a:cubicBezTo>
                      <a:pt x="21829" y="4106"/>
                      <a:pt x="21797" y="4105"/>
                      <a:pt x="21735" y="4105"/>
                    </a:cubicBezTo>
                    <a:cubicBezTo>
                      <a:pt x="20694" y="4105"/>
                      <a:pt x="11295" y="4233"/>
                      <a:pt x="5813" y="8782"/>
                    </a:cubicBezTo>
                    <a:cubicBezTo>
                      <a:pt x="0" y="13603"/>
                      <a:pt x="3545" y="21258"/>
                      <a:pt x="5387" y="23949"/>
                    </a:cubicBezTo>
                    <a:cubicBezTo>
                      <a:pt x="7229" y="26640"/>
                      <a:pt x="10634" y="29762"/>
                      <a:pt x="10634" y="29762"/>
                    </a:cubicBezTo>
                    <a:cubicBezTo>
                      <a:pt x="10634" y="29762"/>
                      <a:pt x="10865" y="32797"/>
                      <a:pt x="11161" y="35462"/>
                    </a:cubicBezTo>
                    <a:lnTo>
                      <a:pt x="15593" y="36707"/>
                    </a:lnTo>
                    <a:lnTo>
                      <a:pt x="20414" y="34155"/>
                    </a:lnTo>
                    <a:lnTo>
                      <a:pt x="25234" y="33023"/>
                    </a:lnTo>
                    <a:cubicBezTo>
                      <a:pt x="25234" y="33023"/>
                      <a:pt x="21690" y="30328"/>
                      <a:pt x="23675" y="27776"/>
                    </a:cubicBezTo>
                    <a:cubicBezTo>
                      <a:pt x="25661" y="25225"/>
                      <a:pt x="29345" y="24375"/>
                      <a:pt x="29484" y="22390"/>
                    </a:cubicBezTo>
                    <a:cubicBezTo>
                      <a:pt x="29628" y="20404"/>
                      <a:pt x="21690" y="17570"/>
                      <a:pt x="24241" y="15871"/>
                    </a:cubicBezTo>
                    <a:cubicBezTo>
                      <a:pt x="26793" y="14169"/>
                      <a:pt x="42669" y="13176"/>
                      <a:pt x="42669" y="13176"/>
                    </a:cubicBezTo>
                    <a:cubicBezTo>
                      <a:pt x="42669" y="13176"/>
                      <a:pt x="47629" y="11473"/>
                      <a:pt x="46492" y="6514"/>
                    </a:cubicBezTo>
                    <a:cubicBezTo>
                      <a:pt x="45546" y="2367"/>
                      <a:pt x="40338" y="1"/>
                      <a:pt x="344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847;p36">
                <a:extLst>
                  <a:ext uri="{FF2B5EF4-FFF2-40B4-BE49-F238E27FC236}">
                    <a16:creationId xmlns:a16="http://schemas.microsoft.com/office/drawing/2014/main" id="{E9AC65B1-10E4-4910-5357-5D4D38488174}"/>
                  </a:ext>
                </a:extLst>
              </p:cNvPr>
              <p:cNvSpPr/>
              <p:nvPr/>
            </p:nvSpPr>
            <p:spPr>
              <a:xfrm>
                <a:off x="2300150" y="1381175"/>
                <a:ext cx="1146875" cy="942750"/>
              </a:xfrm>
              <a:custGeom>
                <a:avLst/>
                <a:gdLst/>
                <a:ahLst/>
                <a:cxnLst/>
                <a:rect l="l" t="t" r="r" b="b"/>
                <a:pathLst>
                  <a:path w="45875" h="37710" extrusionOk="0">
                    <a:moveTo>
                      <a:pt x="32713" y="1002"/>
                    </a:moveTo>
                    <a:cubicBezTo>
                      <a:pt x="34998" y="1002"/>
                      <a:pt x="37178" y="1367"/>
                      <a:pt x="39064" y="2082"/>
                    </a:cubicBezTo>
                    <a:cubicBezTo>
                      <a:pt x="41920" y="3162"/>
                      <a:pt x="43767" y="4956"/>
                      <a:pt x="44267" y="7129"/>
                    </a:cubicBezTo>
                    <a:cubicBezTo>
                      <a:pt x="45230" y="11357"/>
                      <a:pt x="41372" y="12977"/>
                      <a:pt x="40823" y="13186"/>
                    </a:cubicBezTo>
                    <a:cubicBezTo>
                      <a:pt x="40261" y="13221"/>
                      <a:pt x="36551" y="13469"/>
                      <a:pt x="32615" y="13891"/>
                    </a:cubicBezTo>
                    <a:cubicBezTo>
                      <a:pt x="30464" y="14122"/>
                      <a:pt x="23915" y="14828"/>
                      <a:pt x="22221" y="15960"/>
                    </a:cubicBezTo>
                    <a:cubicBezTo>
                      <a:pt x="21624" y="16356"/>
                      <a:pt x="21494" y="16813"/>
                      <a:pt x="21489" y="17131"/>
                    </a:cubicBezTo>
                    <a:cubicBezTo>
                      <a:pt x="21481" y="18237"/>
                      <a:pt x="22913" y="19230"/>
                      <a:pt x="24568" y="20384"/>
                    </a:cubicBezTo>
                    <a:cubicBezTo>
                      <a:pt x="25652" y="21137"/>
                      <a:pt x="27285" y="22278"/>
                      <a:pt x="27242" y="22857"/>
                    </a:cubicBezTo>
                    <a:cubicBezTo>
                      <a:pt x="27185" y="23702"/>
                      <a:pt x="26118" y="24394"/>
                      <a:pt x="24890" y="25195"/>
                    </a:cubicBezTo>
                    <a:cubicBezTo>
                      <a:pt x="23758" y="25927"/>
                      <a:pt x="22478" y="26759"/>
                      <a:pt x="21537" y="27969"/>
                    </a:cubicBezTo>
                    <a:cubicBezTo>
                      <a:pt x="20971" y="28696"/>
                      <a:pt x="20740" y="29502"/>
                      <a:pt x="20854" y="30360"/>
                    </a:cubicBezTo>
                    <a:cubicBezTo>
                      <a:pt x="21010" y="31566"/>
                      <a:pt x="21825" y="32611"/>
                      <a:pt x="22452" y="33255"/>
                    </a:cubicBezTo>
                    <a:lnTo>
                      <a:pt x="18555" y="34170"/>
                    </a:lnTo>
                    <a:cubicBezTo>
                      <a:pt x="18515" y="34178"/>
                      <a:pt x="18472" y="34196"/>
                      <a:pt x="18437" y="34213"/>
                    </a:cubicBezTo>
                    <a:lnTo>
                      <a:pt x="13795" y="36674"/>
                    </a:lnTo>
                    <a:lnTo>
                      <a:pt x="9876" y="35572"/>
                    </a:lnTo>
                    <a:cubicBezTo>
                      <a:pt x="9602" y="33029"/>
                      <a:pt x="9389" y="30255"/>
                      <a:pt x="9393" y="30225"/>
                    </a:cubicBezTo>
                    <a:cubicBezTo>
                      <a:pt x="9384" y="30098"/>
                      <a:pt x="9323" y="29981"/>
                      <a:pt x="9232" y="29894"/>
                    </a:cubicBezTo>
                    <a:cubicBezTo>
                      <a:pt x="9197" y="29863"/>
                      <a:pt x="5848" y="26785"/>
                      <a:pt x="4059" y="24172"/>
                    </a:cubicBezTo>
                    <a:cubicBezTo>
                      <a:pt x="3044" y="22687"/>
                      <a:pt x="1838" y="20183"/>
                      <a:pt x="1485" y="17597"/>
                    </a:cubicBezTo>
                    <a:cubicBezTo>
                      <a:pt x="1032" y="14309"/>
                      <a:pt x="2012" y="11640"/>
                      <a:pt x="4390" y="9672"/>
                    </a:cubicBezTo>
                    <a:cubicBezTo>
                      <a:pt x="5996" y="8339"/>
                      <a:pt x="9027" y="6554"/>
                      <a:pt x="14326" y="5635"/>
                    </a:cubicBezTo>
                    <a:cubicBezTo>
                      <a:pt x="17247" y="5130"/>
                      <a:pt x="19614" y="5108"/>
                      <a:pt x="20021" y="5108"/>
                    </a:cubicBezTo>
                    <a:cubicBezTo>
                      <a:pt x="20060" y="5108"/>
                      <a:pt x="20081" y="5108"/>
                      <a:pt x="20083" y="5108"/>
                    </a:cubicBezTo>
                    <a:cubicBezTo>
                      <a:pt x="20248" y="5108"/>
                      <a:pt x="20405" y="5030"/>
                      <a:pt x="20501" y="4895"/>
                    </a:cubicBezTo>
                    <a:cubicBezTo>
                      <a:pt x="20505" y="4886"/>
                      <a:pt x="20963" y="4255"/>
                      <a:pt x="22256" y="3497"/>
                    </a:cubicBezTo>
                    <a:cubicBezTo>
                      <a:pt x="23458" y="2796"/>
                      <a:pt x="25648" y="1838"/>
                      <a:pt x="29240" y="1277"/>
                    </a:cubicBezTo>
                    <a:cubicBezTo>
                      <a:pt x="30408" y="1093"/>
                      <a:pt x="31574" y="1002"/>
                      <a:pt x="32713" y="1002"/>
                    </a:cubicBezTo>
                    <a:close/>
                    <a:moveTo>
                      <a:pt x="32693" y="0"/>
                    </a:moveTo>
                    <a:cubicBezTo>
                      <a:pt x="31506" y="0"/>
                      <a:pt x="30293" y="94"/>
                      <a:pt x="29079" y="284"/>
                    </a:cubicBezTo>
                    <a:cubicBezTo>
                      <a:pt x="22826" y="1268"/>
                      <a:pt x="20466" y="3410"/>
                      <a:pt x="19848" y="4107"/>
                    </a:cubicBezTo>
                    <a:cubicBezTo>
                      <a:pt x="17945" y="4137"/>
                      <a:pt x="16046" y="4316"/>
                      <a:pt x="14170" y="4647"/>
                    </a:cubicBezTo>
                    <a:cubicBezTo>
                      <a:pt x="8644" y="5601"/>
                      <a:pt x="5452" y="7486"/>
                      <a:pt x="3745" y="8901"/>
                    </a:cubicBezTo>
                    <a:cubicBezTo>
                      <a:pt x="1124" y="11074"/>
                      <a:pt x="0" y="14131"/>
                      <a:pt x="488" y="17732"/>
                    </a:cubicBezTo>
                    <a:cubicBezTo>
                      <a:pt x="867" y="20493"/>
                      <a:pt x="2151" y="23157"/>
                      <a:pt x="3227" y="24734"/>
                    </a:cubicBezTo>
                    <a:cubicBezTo>
                      <a:pt x="4886" y="27155"/>
                      <a:pt x="7721" y="29859"/>
                      <a:pt x="8404" y="30495"/>
                    </a:cubicBezTo>
                    <a:cubicBezTo>
                      <a:pt x="8461" y="31213"/>
                      <a:pt x="8670" y="33760"/>
                      <a:pt x="8918" y="36016"/>
                    </a:cubicBezTo>
                    <a:cubicBezTo>
                      <a:pt x="8940" y="36221"/>
                      <a:pt x="9084" y="36391"/>
                      <a:pt x="9280" y="36443"/>
                    </a:cubicBezTo>
                    <a:lnTo>
                      <a:pt x="13712" y="37688"/>
                    </a:lnTo>
                    <a:cubicBezTo>
                      <a:pt x="13756" y="37701"/>
                      <a:pt x="13804" y="37710"/>
                      <a:pt x="13847" y="37710"/>
                    </a:cubicBezTo>
                    <a:cubicBezTo>
                      <a:pt x="13930" y="37710"/>
                      <a:pt x="14009" y="37688"/>
                      <a:pt x="14083" y="37653"/>
                    </a:cubicBezTo>
                    <a:lnTo>
                      <a:pt x="18846" y="35132"/>
                    </a:lnTo>
                    <a:lnTo>
                      <a:pt x="23601" y="34013"/>
                    </a:lnTo>
                    <a:cubicBezTo>
                      <a:pt x="24015" y="33913"/>
                      <a:pt x="24128" y="33382"/>
                      <a:pt x="23789" y="33125"/>
                    </a:cubicBezTo>
                    <a:cubicBezTo>
                      <a:pt x="23771" y="33116"/>
                      <a:pt x="22047" y="31784"/>
                      <a:pt x="21847" y="30229"/>
                    </a:cubicBezTo>
                    <a:cubicBezTo>
                      <a:pt x="21768" y="29637"/>
                      <a:pt x="21925" y="29101"/>
                      <a:pt x="22326" y="28587"/>
                    </a:cubicBezTo>
                    <a:cubicBezTo>
                      <a:pt x="23166" y="27508"/>
                      <a:pt x="24368" y="26724"/>
                      <a:pt x="25435" y="26031"/>
                    </a:cubicBezTo>
                    <a:cubicBezTo>
                      <a:pt x="26889" y="25086"/>
                      <a:pt x="28143" y="24268"/>
                      <a:pt x="28239" y="22931"/>
                    </a:cubicBezTo>
                    <a:cubicBezTo>
                      <a:pt x="28322" y="21781"/>
                      <a:pt x="26845" y="20754"/>
                      <a:pt x="25138" y="19565"/>
                    </a:cubicBezTo>
                    <a:cubicBezTo>
                      <a:pt x="24015" y="18786"/>
                      <a:pt x="22482" y="17714"/>
                      <a:pt x="22487" y="17140"/>
                    </a:cubicBezTo>
                    <a:cubicBezTo>
                      <a:pt x="22487" y="17031"/>
                      <a:pt x="22582" y="16913"/>
                      <a:pt x="22770" y="16791"/>
                    </a:cubicBezTo>
                    <a:cubicBezTo>
                      <a:pt x="24773" y="15455"/>
                      <a:pt x="36573" y="14449"/>
                      <a:pt x="40949" y="14179"/>
                    </a:cubicBezTo>
                    <a:cubicBezTo>
                      <a:pt x="40997" y="14174"/>
                      <a:pt x="41041" y="14166"/>
                      <a:pt x="41080" y="14153"/>
                    </a:cubicBezTo>
                    <a:cubicBezTo>
                      <a:pt x="42016" y="13796"/>
                      <a:pt x="42874" y="13256"/>
                      <a:pt x="43601" y="12568"/>
                    </a:cubicBezTo>
                    <a:cubicBezTo>
                      <a:pt x="44703" y="11527"/>
                      <a:pt x="45874" y="9698"/>
                      <a:pt x="45234" y="6902"/>
                    </a:cubicBezTo>
                    <a:cubicBezTo>
                      <a:pt x="44664" y="4394"/>
                      <a:pt x="42595" y="2348"/>
                      <a:pt x="39417" y="1146"/>
                    </a:cubicBezTo>
                    <a:cubicBezTo>
                      <a:pt x="37412" y="387"/>
                      <a:pt x="35105" y="0"/>
                      <a:pt x="326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848;p36">
                <a:extLst>
                  <a:ext uri="{FF2B5EF4-FFF2-40B4-BE49-F238E27FC236}">
                    <a16:creationId xmlns:a16="http://schemas.microsoft.com/office/drawing/2014/main" id="{6813D04D-8C14-BF47-4A33-2B62FDD78808}"/>
                  </a:ext>
                </a:extLst>
              </p:cNvPr>
              <p:cNvSpPr/>
              <p:nvPr/>
            </p:nvSpPr>
            <p:spPr>
              <a:xfrm>
                <a:off x="2368500" y="1503700"/>
                <a:ext cx="995450" cy="436825"/>
              </a:xfrm>
              <a:custGeom>
                <a:avLst/>
                <a:gdLst/>
                <a:ahLst/>
                <a:cxnLst/>
                <a:rect l="l" t="t" r="r" b="b"/>
                <a:pathLst>
                  <a:path w="39818" h="17473" extrusionOk="0">
                    <a:moveTo>
                      <a:pt x="35954" y="1"/>
                    </a:moveTo>
                    <a:cubicBezTo>
                      <a:pt x="35249" y="1"/>
                      <a:pt x="34733" y="222"/>
                      <a:pt x="34414" y="665"/>
                    </a:cubicBezTo>
                    <a:cubicBezTo>
                      <a:pt x="33687" y="1671"/>
                      <a:pt x="34484" y="3243"/>
                      <a:pt x="34645" y="3547"/>
                    </a:cubicBezTo>
                    <a:cubicBezTo>
                      <a:pt x="34767" y="3769"/>
                      <a:pt x="34997" y="3893"/>
                      <a:pt x="35233" y="3893"/>
                    </a:cubicBezTo>
                    <a:cubicBezTo>
                      <a:pt x="35341" y="3893"/>
                      <a:pt x="35450" y="3867"/>
                      <a:pt x="35550" y="3813"/>
                    </a:cubicBezTo>
                    <a:cubicBezTo>
                      <a:pt x="35873" y="3639"/>
                      <a:pt x="35990" y="3234"/>
                      <a:pt x="35816" y="2912"/>
                    </a:cubicBezTo>
                    <a:cubicBezTo>
                      <a:pt x="35542" y="2406"/>
                      <a:pt x="35341" y="1653"/>
                      <a:pt x="35494" y="1444"/>
                    </a:cubicBezTo>
                    <a:cubicBezTo>
                      <a:pt x="35529" y="1398"/>
                      <a:pt x="35664" y="1336"/>
                      <a:pt x="35949" y="1336"/>
                    </a:cubicBezTo>
                    <a:cubicBezTo>
                      <a:pt x="36092" y="1336"/>
                      <a:pt x="36272" y="1351"/>
                      <a:pt x="36495" y="1392"/>
                    </a:cubicBezTo>
                    <a:cubicBezTo>
                      <a:pt x="37924" y="1653"/>
                      <a:pt x="38224" y="3229"/>
                      <a:pt x="38281" y="3708"/>
                    </a:cubicBezTo>
                    <a:cubicBezTo>
                      <a:pt x="38429" y="4967"/>
                      <a:pt x="37998" y="6561"/>
                      <a:pt x="36900" y="7053"/>
                    </a:cubicBezTo>
                    <a:cubicBezTo>
                      <a:pt x="36500" y="7231"/>
                      <a:pt x="35640" y="7294"/>
                      <a:pt x="34517" y="7294"/>
                    </a:cubicBezTo>
                    <a:cubicBezTo>
                      <a:pt x="33199" y="7294"/>
                      <a:pt x="31518" y="7207"/>
                      <a:pt x="29785" y="7118"/>
                    </a:cubicBezTo>
                    <a:cubicBezTo>
                      <a:pt x="27501" y="7001"/>
                      <a:pt x="24974" y="6871"/>
                      <a:pt x="22474" y="6871"/>
                    </a:cubicBezTo>
                    <a:cubicBezTo>
                      <a:pt x="19213" y="6871"/>
                      <a:pt x="15998" y="7092"/>
                      <a:pt x="13430" y="7854"/>
                    </a:cubicBezTo>
                    <a:cubicBezTo>
                      <a:pt x="5849" y="10101"/>
                      <a:pt x="589" y="16114"/>
                      <a:pt x="371" y="16367"/>
                    </a:cubicBezTo>
                    <a:cubicBezTo>
                      <a:pt x="1" y="16802"/>
                      <a:pt x="306" y="17468"/>
                      <a:pt x="876" y="17473"/>
                    </a:cubicBezTo>
                    <a:cubicBezTo>
                      <a:pt x="1068" y="17473"/>
                      <a:pt x="1255" y="17386"/>
                      <a:pt x="1381" y="17242"/>
                    </a:cubicBezTo>
                    <a:cubicBezTo>
                      <a:pt x="1434" y="17177"/>
                      <a:pt x="6602" y="11268"/>
                      <a:pt x="13809" y="9130"/>
                    </a:cubicBezTo>
                    <a:cubicBezTo>
                      <a:pt x="16233" y="8411"/>
                      <a:pt x="19320" y="8200"/>
                      <a:pt x="22474" y="8200"/>
                    </a:cubicBezTo>
                    <a:cubicBezTo>
                      <a:pt x="24942" y="8200"/>
                      <a:pt x="27451" y="8329"/>
                      <a:pt x="29716" y="8446"/>
                    </a:cubicBezTo>
                    <a:cubicBezTo>
                      <a:pt x="31695" y="8549"/>
                      <a:pt x="33280" y="8625"/>
                      <a:pt x="34519" y="8625"/>
                    </a:cubicBezTo>
                    <a:cubicBezTo>
                      <a:pt x="35905" y="8625"/>
                      <a:pt x="36856" y="8530"/>
                      <a:pt x="37440" y="8267"/>
                    </a:cubicBezTo>
                    <a:cubicBezTo>
                      <a:pt x="39143" y="7514"/>
                      <a:pt x="39818" y="5324"/>
                      <a:pt x="39604" y="3547"/>
                    </a:cubicBezTo>
                    <a:cubicBezTo>
                      <a:pt x="39382" y="1688"/>
                      <a:pt x="38281" y="360"/>
                      <a:pt x="36735" y="77"/>
                    </a:cubicBezTo>
                    <a:cubicBezTo>
                      <a:pt x="36453" y="26"/>
                      <a:pt x="36193" y="1"/>
                      <a:pt x="359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849;p36">
                <a:extLst>
                  <a:ext uri="{FF2B5EF4-FFF2-40B4-BE49-F238E27FC236}">
                    <a16:creationId xmlns:a16="http://schemas.microsoft.com/office/drawing/2014/main" id="{26B802D1-D462-E7CE-34A4-CD1A366CEA3D}"/>
                  </a:ext>
                </a:extLst>
              </p:cNvPr>
              <p:cNvSpPr/>
              <p:nvPr/>
            </p:nvSpPr>
            <p:spPr>
              <a:xfrm>
                <a:off x="2471600" y="1867775"/>
                <a:ext cx="430900" cy="190550"/>
              </a:xfrm>
              <a:custGeom>
                <a:avLst/>
                <a:gdLst/>
                <a:ahLst/>
                <a:cxnLst/>
                <a:rect l="l" t="t" r="r" b="b"/>
                <a:pathLst>
                  <a:path w="17236" h="7622" extrusionOk="0">
                    <a:moveTo>
                      <a:pt x="15239" y="1"/>
                    </a:moveTo>
                    <a:cubicBezTo>
                      <a:pt x="14375" y="1"/>
                      <a:pt x="13119" y="163"/>
                      <a:pt x="11318" y="480"/>
                    </a:cubicBezTo>
                    <a:cubicBezTo>
                      <a:pt x="9276" y="837"/>
                      <a:pt x="6824" y="1956"/>
                      <a:pt x="4037" y="3798"/>
                    </a:cubicBezTo>
                    <a:cubicBezTo>
                      <a:pt x="2800" y="4612"/>
                      <a:pt x="1612" y="5496"/>
                      <a:pt x="475" y="6445"/>
                    </a:cubicBezTo>
                    <a:cubicBezTo>
                      <a:pt x="1" y="6850"/>
                      <a:pt x="288" y="7621"/>
                      <a:pt x="911" y="7621"/>
                    </a:cubicBezTo>
                    <a:cubicBezTo>
                      <a:pt x="1067" y="7621"/>
                      <a:pt x="1220" y="7565"/>
                      <a:pt x="1342" y="7460"/>
                    </a:cubicBezTo>
                    <a:cubicBezTo>
                      <a:pt x="1398" y="7412"/>
                      <a:pt x="7072" y="2583"/>
                      <a:pt x="11553" y="1791"/>
                    </a:cubicBezTo>
                    <a:cubicBezTo>
                      <a:pt x="13608" y="1429"/>
                      <a:pt x="14692" y="1329"/>
                      <a:pt x="15263" y="1325"/>
                    </a:cubicBezTo>
                    <a:lnTo>
                      <a:pt x="15263" y="1325"/>
                    </a:lnTo>
                    <a:cubicBezTo>
                      <a:pt x="14910" y="1616"/>
                      <a:pt x="14253" y="2074"/>
                      <a:pt x="13042" y="2775"/>
                    </a:cubicBezTo>
                    <a:cubicBezTo>
                      <a:pt x="10482" y="4255"/>
                      <a:pt x="9772" y="4978"/>
                      <a:pt x="10116" y="5740"/>
                    </a:cubicBezTo>
                    <a:cubicBezTo>
                      <a:pt x="10305" y="6161"/>
                      <a:pt x="10728" y="6290"/>
                      <a:pt x="11229" y="6290"/>
                    </a:cubicBezTo>
                    <a:cubicBezTo>
                      <a:pt x="11572" y="6290"/>
                      <a:pt x="11950" y="6230"/>
                      <a:pt x="12315" y="6162"/>
                    </a:cubicBezTo>
                    <a:cubicBezTo>
                      <a:pt x="13125" y="6014"/>
                      <a:pt x="14166" y="5731"/>
                      <a:pt x="15245" y="5370"/>
                    </a:cubicBezTo>
                    <a:cubicBezTo>
                      <a:pt x="15598" y="5252"/>
                      <a:pt x="15785" y="4874"/>
                      <a:pt x="15668" y="4525"/>
                    </a:cubicBezTo>
                    <a:cubicBezTo>
                      <a:pt x="15574" y="4247"/>
                      <a:pt x="15317" y="4072"/>
                      <a:pt x="15040" y="4072"/>
                    </a:cubicBezTo>
                    <a:cubicBezTo>
                      <a:pt x="14970" y="4072"/>
                      <a:pt x="14898" y="4083"/>
                      <a:pt x="14827" y="4107"/>
                    </a:cubicBezTo>
                    <a:cubicBezTo>
                      <a:pt x="13991" y="4390"/>
                      <a:pt x="13142" y="4625"/>
                      <a:pt x="12284" y="4808"/>
                    </a:cubicBezTo>
                    <a:cubicBezTo>
                      <a:pt x="12620" y="4582"/>
                      <a:pt x="13086" y="4290"/>
                      <a:pt x="13708" y="3929"/>
                    </a:cubicBezTo>
                    <a:cubicBezTo>
                      <a:pt x="16421" y="2357"/>
                      <a:pt x="17235" y="1551"/>
                      <a:pt x="16935" y="724"/>
                    </a:cubicBezTo>
                    <a:cubicBezTo>
                      <a:pt x="16759" y="238"/>
                      <a:pt x="16285" y="1"/>
                      <a:pt x="152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850;p36">
                <a:extLst>
                  <a:ext uri="{FF2B5EF4-FFF2-40B4-BE49-F238E27FC236}">
                    <a16:creationId xmlns:a16="http://schemas.microsoft.com/office/drawing/2014/main" id="{E3876E8E-A925-13F6-60F7-731BAFA370B2}"/>
                  </a:ext>
                </a:extLst>
              </p:cNvPr>
              <p:cNvSpPr/>
              <p:nvPr/>
            </p:nvSpPr>
            <p:spPr>
              <a:xfrm>
                <a:off x="2557875" y="2084300"/>
                <a:ext cx="240875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15113" extrusionOk="0">
                    <a:moveTo>
                      <a:pt x="4110" y="0"/>
                    </a:moveTo>
                    <a:cubicBezTo>
                      <a:pt x="1" y="0"/>
                      <a:pt x="165" y="6200"/>
                      <a:pt x="1413" y="10499"/>
                    </a:cubicBezTo>
                    <a:cubicBezTo>
                      <a:pt x="2285" y="13499"/>
                      <a:pt x="4014" y="15112"/>
                      <a:pt x="5836" y="15112"/>
                    </a:cubicBezTo>
                    <a:cubicBezTo>
                      <a:pt x="6682" y="15112"/>
                      <a:pt x="7549" y="14764"/>
                      <a:pt x="8359" y="14044"/>
                    </a:cubicBezTo>
                    <a:lnTo>
                      <a:pt x="9635" y="9223"/>
                    </a:lnTo>
                    <a:cubicBezTo>
                      <a:pt x="9635" y="9223"/>
                      <a:pt x="8786" y="297"/>
                      <a:pt x="4388" y="10"/>
                    </a:cubicBezTo>
                    <a:cubicBezTo>
                      <a:pt x="4293" y="3"/>
                      <a:pt x="4200" y="0"/>
                      <a:pt x="4110" y="0"/>
                    </a:cubicBezTo>
                    <a:close/>
                  </a:path>
                </a:pathLst>
              </a:custGeom>
              <a:solidFill>
                <a:srgbClr val="C6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851;p36">
                <a:extLst>
                  <a:ext uri="{FF2B5EF4-FFF2-40B4-BE49-F238E27FC236}">
                    <a16:creationId xmlns:a16="http://schemas.microsoft.com/office/drawing/2014/main" id="{67D55000-8CE8-293E-3700-0887C2A90D6E}"/>
                  </a:ext>
                </a:extLst>
              </p:cNvPr>
              <p:cNvSpPr/>
              <p:nvPr/>
            </p:nvSpPr>
            <p:spPr>
              <a:xfrm>
                <a:off x="2557875" y="2084300"/>
                <a:ext cx="240875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15113" extrusionOk="0">
                    <a:moveTo>
                      <a:pt x="4110" y="0"/>
                    </a:moveTo>
                    <a:cubicBezTo>
                      <a:pt x="1" y="0"/>
                      <a:pt x="165" y="6200"/>
                      <a:pt x="1413" y="10499"/>
                    </a:cubicBezTo>
                    <a:cubicBezTo>
                      <a:pt x="2285" y="13499"/>
                      <a:pt x="4014" y="15112"/>
                      <a:pt x="5836" y="15112"/>
                    </a:cubicBezTo>
                    <a:cubicBezTo>
                      <a:pt x="6682" y="15112"/>
                      <a:pt x="7549" y="14764"/>
                      <a:pt x="8359" y="14044"/>
                    </a:cubicBezTo>
                    <a:lnTo>
                      <a:pt x="9635" y="9223"/>
                    </a:lnTo>
                    <a:cubicBezTo>
                      <a:pt x="9635" y="9223"/>
                      <a:pt x="8786" y="297"/>
                      <a:pt x="4388" y="10"/>
                    </a:cubicBezTo>
                    <a:cubicBezTo>
                      <a:pt x="4293" y="3"/>
                      <a:pt x="4200" y="0"/>
                      <a:pt x="41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852;p36">
                <a:extLst>
                  <a:ext uri="{FF2B5EF4-FFF2-40B4-BE49-F238E27FC236}">
                    <a16:creationId xmlns:a16="http://schemas.microsoft.com/office/drawing/2014/main" id="{F2EED310-74BA-53CB-86F5-1BFF478EA7FB}"/>
                  </a:ext>
                </a:extLst>
              </p:cNvPr>
              <p:cNvSpPr/>
              <p:nvPr/>
            </p:nvSpPr>
            <p:spPr>
              <a:xfrm>
                <a:off x="2561200" y="2071850"/>
                <a:ext cx="250400" cy="402750"/>
              </a:xfrm>
              <a:custGeom>
                <a:avLst/>
                <a:gdLst/>
                <a:ahLst/>
                <a:cxnLst/>
                <a:rect l="l" t="t" r="r" b="b"/>
                <a:pathLst>
                  <a:path w="10016" h="16110" extrusionOk="0">
                    <a:moveTo>
                      <a:pt x="3976" y="1"/>
                    </a:moveTo>
                    <a:cubicBezTo>
                      <a:pt x="2824" y="1"/>
                      <a:pt x="1895" y="426"/>
                      <a:pt x="1215" y="1274"/>
                    </a:cubicBezTo>
                    <a:cubicBezTo>
                      <a:pt x="410" y="2280"/>
                      <a:pt x="0" y="3813"/>
                      <a:pt x="0" y="5833"/>
                    </a:cubicBezTo>
                    <a:cubicBezTo>
                      <a:pt x="0" y="7483"/>
                      <a:pt x="283" y="9364"/>
                      <a:pt x="802" y="11137"/>
                    </a:cubicBezTo>
                    <a:cubicBezTo>
                      <a:pt x="1546" y="13710"/>
                      <a:pt x="2966" y="15469"/>
                      <a:pt x="4694" y="15966"/>
                    </a:cubicBezTo>
                    <a:cubicBezTo>
                      <a:pt x="5021" y="16061"/>
                      <a:pt x="5361" y="16109"/>
                      <a:pt x="5696" y="16109"/>
                    </a:cubicBezTo>
                    <a:cubicBezTo>
                      <a:pt x="6684" y="16109"/>
                      <a:pt x="7673" y="15700"/>
                      <a:pt x="8552" y="14916"/>
                    </a:cubicBezTo>
                    <a:cubicBezTo>
                      <a:pt x="8748" y="14729"/>
                      <a:pt x="8766" y="14420"/>
                      <a:pt x="8583" y="14220"/>
                    </a:cubicBezTo>
                    <a:cubicBezTo>
                      <a:pt x="8485" y="14107"/>
                      <a:pt x="8348" y="14050"/>
                      <a:pt x="8209" y="14050"/>
                    </a:cubicBezTo>
                    <a:cubicBezTo>
                      <a:pt x="8095" y="14050"/>
                      <a:pt x="7980" y="14089"/>
                      <a:pt x="7886" y="14167"/>
                    </a:cubicBezTo>
                    <a:cubicBezTo>
                      <a:pt x="7185" y="14793"/>
                      <a:pt x="6440" y="15113"/>
                      <a:pt x="5699" y="15113"/>
                    </a:cubicBezTo>
                    <a:cubicBezTo>
                      <a:pt x="5455" y="15113"/>
                      <a:pt x="5211" y="15078"/>
                      <a:pt x="4969" y="15008"/>
                    </a:cubicBezTo>
                    <a:cubicBezTo>
                      <a:pt x="3580" y="14603"/>
                      <a:pt x="2408" y="13092"/>
                      <a:pt x="1759" y="10858"/>
                    </a:cubicBezTo>
                    <a:cubicBezTo>
                      <a:pt x="867" y="7792"/>
                      <a:pt x="562" y="3682"/>
                      <a:pt x="1995" y="1901"/>
                    </a:cubicBezTo>
                    <a:cubicBezTo>
                      <a:pt x="2480" y="1296"/>
                      <a:pt x="3133" y="1000"/>
                      <a:pt x="3979" y="1000"/>
                    </a:cubicBezTo>
                    <a:cubicBezTo>
                      <a:pt x="4059" y="1000"/>
                      <a:pt x="4141" y="1003"/>
                      <a:pt x="4224" y="1008"/>
                    </a:cubicBezTo>
                    <a:cubicBezTo>
                      <a:pt x="6214" y="1135"/>
                      <a:pt x="7403" y="3447"/>
                      <a:pt x="8047" y="5367"/>
                    </a:cubicBezTo>
                    <a:cubicBezTo>
                      <a:pt x="8788" y="7553"/>
                      <a:pt x="9005" y="9748"/>
                      <a:pt x="9005" y="9769"/>
                    </a:cubicBezTo>
                    <a:cubicBezTo>
                      <a:pt x="9034" y="10023"/>
                      <a:pt x="9247" y="10212"/>
                      <a:pt x="9497" y="10212"/>
                    </a:cubicBezTo>
                    <a:cubicBezTo>
                      <a:pt x="9513" y="10212"/>
                      <a:pt x="9529" y="10211"/>
                      <a:pt x="9545" y="10209"/>
                    </a:cubicBezTo>
                    <a:cubicBezTo>
                      <a:pt x="9815" y="10183"/>
                      <a:pt x="10015" y="9944"/>
                      <a:pt x="9998" y="9674"/>
                    </a:cubicBezTo>
                    <a:cubicBezTo>
                      <a:pt x="9963" y="9295"/>
                      <a:pt x="9053" y="316"/>
                      <a:pt x="4289" y="11"/>
                    </a:cubicBezTo>
                    <a:cubicBezTo>
                      <a:pt x="4183" y="4"/>
                      <a:pt x="4079" y="1"/>
                      <a:pt x="397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853;p36">
                <a:extLst>
                  <a:ext uri="{FF2B5EF4-FFF2-40B4-BE49-F238E27FC236}">
                    <a16:creationId xmlns:a16="http://schemas.microsoft.com/office/drawing/2014/main" id="{D9231380-C091-F80D-09F1-41B19228CFD1}"/>
                  </a:ext>
                </a:extLst>
              </p:cNvPr>
              <p:cNvSpPr/>
              <p:nvPr/>
            </p:nvSpPr>
            <p:spPr>
              <a:xfrm>
                <a:off x="2561200" y="2071850"/>
                <a:ext cx="250400" cy="402750"/>
              </a:xfrm>
              <a:custGeom>
                <a:avLst/>
                <a:gdLst/>
                <a:ahLst/>
                <a:cxnLst/>
                <a:rect l="l" t="t" r="r" b="b"/>
                <a:pathLst>
                  <a:path w="10016" h="16110" extrusionOk="0">
                    <a:moveTo>
                      <a:pt x="3976" y="1"/>
                    </a:moveTo>
                    <a:cubicBezTo>
                      <a:pt x="2824" y="1"/>
                      <a:pt x="1895" y="426"/>
                      <a:pt x="1215" y="1274"/>
                    </a:cubicBezTo>
                    <a:cubicBezTo>
                      <a:pt x="410" y="2280"/>
                      <a:pt x="0" y="3813"/>
                      <a:pt x="0" y="5833"/>
                    </a:cubicBezTo>
                    <a:cubicBezTo>
                      <a:pt x="0" y="7483"/>
                      <a:pt x="283" y="9364"/>
                      <a:pt x="802" y="11137"/>
                    </a:cubicBezTo>
                    <a:cubicBezTo>
                      <a:pt x="1546" y="13710"/>
                      <a:pt x="2966" y="15469"/>
                      <a:pt x="4694" y="15966"/>
                    </a:cubicBezTo>
                    <a:cubicBezTo>
                      <a:pt x="5021" y="16061"/>
                      <a:pt x="5361" y="16109"/>
                      <a:pt x="5696" y="16109"/>
                    </a:cubicBezTo>
                    <a:cubicBezTo>
                      <a:pt x="6684" y="16109"/>
                      <a:pt x="7673" y="15700"/>
                      <a:pt x="8552" y="14916"/>
                    </a:cubicBezTo>
                    <a:cubicBezTo>
                      <a:pt x="8748" y="14729"/>
                      <a:pt x="8766" y="14420"/>
                      <a:pt x="8583" y="14220"/>
                    </a:cubicBezTo>
                    <a:cubicBezTo>
                      <a:pt x="8485" y="14107"/>
                      <a:pt x="8348" y="14050"/>
                      <a:pt x="8209" y="14050"/>
                    </a:cubicBezTo>
                    <a:cubicBezTo>
                      <a:pt x="8095" y="14050"/>
                      <a:pt x="7980" y="14089"/>
                      <a:pt x="7886" y="14167"/>
                    </a:cubicBezTo>
                    <a:cubicBezTo>
                      <a:pt x="7185" y="14793"/>
                      <a:pt x="6440" y="15113"/>
                      <a:pt x="5699" y="15113"/>
                    </a:cubicBezTo>
                    <a:cubicBezTo>
                      <a:pt x="5455" y="15113"/>
                      <a:pt x="5211" y="15078"/>
                      <a:pt x="4969" y="15008"/>
                    </a:cubicBezTo>
                    <a:cubicBezTo>
                      <a:pt x="3580" y="14603"/>
                      <a:pt x="2408" y="13092"/>
                      <a:pt x="1759" y="10858"/>
                    </a:cubicBezTo>
                    <a:cubicBezTo>
                      <a:pt x="867" y="7792"/>
                      <a:pt x="562" y="3682"/>
                      <a:pt x="1995" y="1901"/>
                    </a:cubicBezTo>
                    <a:cubicBezTo>
                      <a:pt x="2480" y="1296"/>
                      <a:pt x="3133" y="1000"/>
                      <a:pt x="3979" y="1000"/>
                    </a:cubicBezTo>
                    <a:cubicBezTo>
                      <a:pt x="4059" y="1000"/>
                      <a:pt x="4141" y="1003"/>
                      <a:pt x="4224" y="1008"/>
                    </a:cubicBezTo>
                    <a:cubicBezTo>
                      <a:pt x="6214" y="1135"/>
                      <a:pt x="7403" y="3447"/>
                      <a:pt x="8047" y="5367"/>
                    </a:cubicBezTo>
                    <a:cubicBezTo>
                      <a:pt x="8788" y="7553"/>
                      <a:pt x="9005" y="9748"/>
                      <a:pt x="9005" y="9769"/>
                    </a:cubicBezTo>
                    <a:cubicBezTo>
                      <a:pt x="9034" y="10023"/>
                      <a:pt x="9247" y="10212"/>
                      <a:pt x="9497" y="10212"/>
                    </a:cubicBezTo>
                    <a:cubicBezTo>
                      <a:pt x="9513" y="10212"/>
                      <a:pt x="9529" y="10211"/>
                      <a:pt x="9545" y="10209"/>
                    </a:cubicBezTo>
                    <a:cubicBezTo>
                      <a:pt x="9815" y="10183"/>
                      <a:pt x="10015" y="9944"/>
                      <a:pt x="9998" y="9674"/>
                    </a:cubicBezTo>
                    <a:cubicBezTo>
                      <a:pt x="9963" y="9295"/>
                      <a:pt x="9053" y="316"/>
                      <a:pt x="4289" y="11"/>
                    </a:cubicBezTo>
                    <a:cubicBezTo>
                      <a:pt x="4183" y="4"/>
                      <a:pt x="4079" y="1"/>
                      <a:pt x="39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854;p36">
                <a:extLst>
                  <a:ext uri="{FF2B5EF4-FFF2-40B4-BE49-F238E27FC236}">
                    <a16:creationId xmlns:a16="http://schemas.microsoft.com/office/drawing/2014/main" id="{A20D43CD-02FE-E49F-32DD-1436A9962CD6}"/>
                  </a:ext>
                </a:extLst>
              </p:cNvPr>
              <p:cNvSpPr/>
              <p:nvPr/>
            </p:nvSpPr>
            <p:spPr>
              <a:xfrm>
                <a:off x="2210450" y="2463800"/>
                <a:ext cx="542250" cy="747675"/>
              </a:xfrm>
              <a:custGeom>
                <a:avLst/>
                <a:gdLst/>
                <a:ahLst/>
                <a:cxnLst/>
                <a:rect l="l" t="t" r="r" b="b"/>
                <a:pathLst>
                  <a:path w="21690" h="29907" extrusionOk="0">
                    <a:moveTo>
                      <a:pt x="7512" y="0"/>
                    </a:moveTo>
                    <a:lnTo>
                      <a:pt x="0" y="5526"/>
                    </a:lnTo>
                    <a:cubicBezTo>
                      <a:pt x="0" y="5526"/>
                      <a:pt x="566" y="6658"/>
                      <a:pt x="5387" y="13464"/>
                    </a:cubicBezTo>
                    <a:cubicBezTo>
                      <a:pt x="10211" y="20270"/>
                      <a:pt x="15167" y="29906"/>
                      <a:pt x="15167" y="29906"/>
                    </a:cubicBezTo>
                    <a:lnTo>
                      <a:pt x="21690" y="21542"/>
                    </a:lnTo>
                    <a:lnTo>
                      <a:pt x="75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855;p36">
                <a:extLst>
                  <a:ext uri="{FF2B5EF4-FFF2-40B4-BE49-F238E27FC236}">
                    <a16:creationId xmlns:a16="http://schemas.microsoft.com/office/drawing/2014/main" id="{DF949A10-9EB2-BACD-B32A-94E59A3A5506}"/>
                  </a:ext>
                </a:extLst>
              </p:cNvPr>
              <p:cNvSpPr/>
              <p:nvPr/>
            </p:nvSpPr>
            <p:spPr>
              <a:xfrm>
                <a:off x="2210450" y="2463800"/>
                <a:ext cx="286325" cy="270000"/>
              </a:xfrm>
              <a:custGeom>
                <a:avLst/>
                <a:gdLst/>
                <a:ahLst/>
                <a:cxnLst/>
                <a:rect l="l" t="t" r="r" b="b"/>
                <a:pathLst>
                  <a:path w="11453" h="10800" extrusionOk="0">
                    <a:moveTo>
                      <a:pt x="7512" y="0"/>
                    </a:moveTo>
                    <a:lnTo>
                      <a:pt x="0" y="5526"/>
                    </a:lnTo>
                    <a:cubicBezTo>
                      <a:pt x="0" y="5526"/>
                      <a:pt x="423" y="6362"/>
                      <a:pt x="3514" y="10799"/>
                    </a:cubicBezTo>
                    <a:lnTo>
                      <a:pt x="11452" y="5979"/>
                    </a:lnTo>
                    <a:lnTo>
                      <a:pt x="7512" y="0"/>
                    </a:lnTo>
                    <a:close/>
                  </a:path>
                </a:pathLst>
              </a:custGeom>
              <a:solidFill>
                <a:srgbClr val="C6F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856;p36">
                <a:extLst>
                  <a:ext uri="{FF2B5EF4-FFF2-40B4-BE49-F238E27FC236}">
                    <a16:creationId xmlns:a16="http://schemas.microsoft.com/office/drawing/2014/main" id="{07B14748-288E-025C-31FA-31D90AFC916E}"/>
                  </a:ext>
                </a:extLst>
              </p:cNvPr>
              <p:cNvSpPr/>
              <p:nvPr/>
            </p:nvSpPr>
            <p:spPr>
              <a:xfrm>
                <a:off x="2210450" y="2463800"/>
                <a:ext cx="286325" cy="270000"/>
              </a:xfrm>
              <a:custGeom>
                <a:avLst/>
                <a:gdLst/>
                <a:ahLst/>
                <a:cxnLst/>
                <a:rect l="l" t="t" r="r" b="b"/>
                <a:pathLst>
                  <a:path w="11453" h="10800" extrusionOk="0">
                    <a:moveTo>
                      <a:pt x="7512" y="0"/>
                    </a:moveTo>
                    <a:lnTo>
                      <a:pt x="0" y="5526"/>
                    </a:lnTo>
                    <a:cubicBezTo>
                      <a:pt x="0" y="5526"/>
                      <a:pt x="423" y="6362"/>
                      <a:pt x="3514" y="10799"/>
                    </a:cubicBezTo>
                    <a:lnTo>
                      <a:pt x="11452" y="5979"/>
                    </a:lnTo>
                    <a:lnTo>
                      <a:pt x="75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857;p36">
                <a:extLst>
                  <a:ext uri="{FF2B5EF4-FFF2-40B4-BE49-F238E27FC236}">
                    <a16:creationId xmlns:a16="http://schemas.microsoft.com/office/drawing/2014/main" id="{033EF606-040A-2E54-99A0-265FD3AE09F1}"/>
                  </a:ext>
                </a:extLst>
              </p:cNvPr>
              <p:cNvSpPr/>
              <p:nvPr/>
            </p:nvSpPr>
            <p:spPr>
              <a:xfrm>
                <a:off x="2196500" y="2451325"/>
                <a:ext cx="569475" cy="772675"/>
              </a:xfrm>
              <a:custGeom>
                <a:avLst/>
                <a:gdLst/>
                <a:ahLst/>
                <a:cxnLst/>
                <a:rect l="l" t="t" r="r" b="b"/>
                <a:pathLst>
                  <a:path w="22779" h="30907" extrusionOk="0">
                    <a:moveTo>
                      <a:pt x="7943" y="1213"/>
                    </a:moveTo>
                    <a:lnTo>
                      <a:pt x="21634" y="22014"/>
                    </a:lnTo>
                    <a:lnTo>
                      <a:pt x="15808" y="29482"/>
                    </a:lnTo>
                    <a:cubicBezTo>
                      <a:pt x="14575" y="27148"/>
                      <a:pt x="10395" y="19376"/>
                      <a:pt x="6354" y="13671"/>
                    </a:cubicBezTo>
                    <a:cubicBezTo>
                      <a:pt x="2910" y="8812"/>
                      <a:pt x="1651" y="6870"/>
                      <a:pt x="1216" y="6160"/>
                    </a:cubicBezTo>
                    <a:lnTo>
                      <a:pt x="7943" y="1213"/>
                    </a:lnTo>
                    <a:close/>
                    <a:moveTo>
                      <a:pt x="8071" y="1"/>
                    </a:moveTo>
                    <a:cubicBezTo>
                      <a:pt x="7968" y="1"/>
                      <a:pt x="7864" y="33"/>
                      <a:pt x="7774" y="99"/>
                    </a:cubicBezTo>
                    <a:lnTo>
                      <a:pt x="262" y="5624"/>
                    </a:lnTo>
                    <a:cubicBezTo>
                      <a:pt x="66" y="5768"/>
                      <a:pt x="1" y="6034"/>
                      <a:pt x="110" y="6251"/>
                    </a:cubicBezTo>
                    <a:cubicBezTo>
                      <a:pt x="136" y="6299"/>
                      <a:pt x="750" y="7497"/>
                      <a:pt x="5540" y="14251"/>
                    </a:cubicBezTo>
                    <a:cubicBezTo>
                      <a:pt x="10282" y="20948"/>
                      <a:pt x="15233" y="30540"/>
                      <a:pt x="15281" y="30636"/>
                    </a:cubicBezTo>
                    <a:cubicBezTo>
                      <a:pt x="15359" y="30789"/>
                      <a:pt x="15507" y="30889"/>
                      <a:pt x="15681" y="30906"/>
                    </a:cubicBezTo>
                    <a:lnTo>
                      <a:pt x="15725" y="30906"/>
                    </a:lnTo>
                    <a:cubicBezTo>
                      <a:pt x="15877" y="30906"/>
                      <a:pt x="16025" y="30836"/>
                      <a:pt x="16121" y="30715"/>
                    </a:cubicBezTo>
                    <a:lnTo>
                      <a:pt x="22640" y="22354"/>
                    </a:lnTo>
                    <a:cubicBezTo>
                      <a:pt x="22770" y="22184"/>
                      <a:pt x="22779" y="21949"/>
                      <a:pt x="22661" y="21771"/>
                    </a:cubicBezTo>
                    <a:lnTo>
                      <a:pt x="8488" y="225"/>
                    </a:lnTo>
                    <a:cubicBezTo>
                      <a:pt x="8392" y="79"/>
                      <a:pt x="8233" y="1"/>
                      <a:pt x="80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858;p36">
                <a:extLst>
                  <a:ext uri="{FF2B5EF4-FFF2-40B4-BE49-F238E27FC236}">
                    <a16:creationId xmlns:a16="http://schemas.microsoft.com/office/drawing/2014/main" id="{A4C802BC-2B55-29F6-C27E-D8E7E5F2B9E9}"/>
                  </a:ext>
                </a:extLst>
              </p:cNvPr>
              <p:cNvSpPr/>
              <p:nvPr/>
            </p:nvSpPr>
            <p:spPr>
              <a:xfrm>
                <a:off x="3308950" y="3206125"/>
                <a:ext cx="942650" cy="714125"/>
              </a:xfrm>
              <a:custGeom>
                <a:avLst/>
                <a:gdLst/>
                <a:ahLst/>
                <a:cxnLst/>
                <a:rect l="l" t="t" r="r" b="b"/>
                <a:pathLst>
                  <a:path w="37706" h="28565" extrusionOk="0">
                    <a:moveTo>
                      <a:pt x="13756" y="1"/>
                    </a:moveTo>
                    <a:cubicBezTo>
                      <a:pt x="13543" y="1"/>
                      <a:pt x="13307" y="265"/>
                      <a:pt x="13042" y="923"/>
                    </a:cubicBezTo>
                    <a:cubicBezTo>
                      <a:pt x="12193" y="3052"/>
                      <a:pt x="6663" y="8717"/>
                      <a:pt x="4965" y="10137"/>
                    </a:cubicBezTo>
                    <a:cubicBezTo>
                      <a:pt x="3262" y="11557"/>
                      <a:pt x="3123" y="13255"/>
                      <a:pt x="2696" y="16233"/>
                    </a:cubicBezTo>
                    <a:cubicBezTo>
                      <a:pt x="2269" y="19212"/>
                      <a:pt x="1" y="23888"/>
                      <a:pt x="1" y="23888"/>
                    </a:cubicBezTo>
                    <a:lnTo>
                      <a:pt x="2692" y="28565"/>
                    </a:lnTo>
                    <a:lnTo>
                      <a:pt x="8366" y="24877"/>
                    </a:lnTo>
                    <a:cubicBezTo>
                      <a:pt x="8366" y="24877"/>
                      <a:pt x="9916" y="25059"/>
                      <a:pt x="11555" y="25059"/>
                    </a:cubicBezTo>
                    <a:cubicBezTo>
                      <a:pt x="11958" y="25059"/>
                      <a:pt x="12367" y="25048"/>
                      <a:pt x="12759" y="25020"/>
                    </a:cubicBezTo>
                    <a:cubicBezTo>
                      <a:pt x="14741" y="24877"/>
                      <a:pt x="20837" y="24028"/>
                      <a:pt x="20837" y="24028"/>
                    </a:cubicBezTo>
                    <a:cubicBezTo>
                      <a:pt x="20837" y="24028"/>
                      <a:pt x="26933" y="26723"/>
                      <a:pt x="27782" y="26862"/>
                    </a:cubicBezTo>
                    <a:cubicBezTo>
                      <a:pt x="27918" y="26885"/>
                      <a:pt x="28040" y="26897"/>
                      <a:pt x="28151" y="26897"/>
                    </a:cubicBezTo>
                    <a:cubicBezTo>
                      <a:pt x="28733" y="26897"/>
                      <a:pt x="29009" y="26564"/>
                      <a:pt x="29485" y="25730"/>
                    </a:cubicBezTo>
                    <a:cubicBezTo>
                      <a:pt x="30051" y="24737"/>
                      <a:pt x="28065" y="24454"/>
                      <a:pt x="27499" y="24028"/>
                    </a:cubicBezTo>
                    <a:cubicBezTo>
                      <a:pt x="26933" y="23601"/>
                      <a:pt x="22396" y="21049"/>
                      <a:pt x="22396" y="21049"/>
                    </a:cubicBezTo>
                    <a:lnTo>
                      <a:pt x="22396" y="21049"/>
                    </a:lnTo>
                    <a:cubicBezTo>
                      <a:pt x="22396" y="21049"/>
                      <a:pt x="31610" y="22464"/>
                      <a:pt x="32746" y="22464"/>
                    </a:cubicBezTo>
                    <a:cubicBezTo>
                      <a:pt x="33878" y="22464"/>
                      <a:pt x="34161" y="22464"/>
                      <a:pt x="34588" y="21615"/>
                    </a:cubicBezTo>
                    <a:cubicBezTo>
                      <a:pt x="35010" y="20766"/>
                      <a:pt x="35010" y="20483"/>
                      <a:pt x="34588" y="19917"/>
                    </a:cubicBezTo>
                    <a:cubicBezTo>
                      <a:pt x="34161" y="19347"/>
                      <a:pt x="22539" y="17505"/>
                      <a:pt x="22539" y="17505"/>
                    </a:cubicBezTo>
                    <a:lnTo>
                      <a:pt x="22256" y="15946"/>
                    </a:lnTo>
                    <a:cubicBezTo>
                      <a:pt x="22256" y="15946"/>
                      <a:pt x="33173" y="15097"/>
                      <a:pt x="34449" y="15097"/>
                    </a:cubicBezTo>
                    <a:cubicBezTo>
                      <a:pt x="35724" y="15097"/>
                      <a:pt x="36007" y="14957"/>
                      <a:pt x="36717" y="14387"/>
                    </a:cubicBezTo>
                    <a:cubicBezTo>
                      <a:pt x="37423" y="13821"/>
                      <a:pt x="37706" y="12828"/>
                      <a:pt x="37140" y="11979"/>
                    </a:cubicBezTo>
                    <a:cubicBezTo>
                      <a:pt x="36875" y="11583"/>
                      <a:pt x="35901" y="11463"/>
                      <a:pt x="34678" y="11463"/>
                    </a:cubicBezTo>
                    <a:cubicBezTo>
                      <a:pt x="33279" y="11463"/>
                      <a:pt x="31555" y="11619"/>
                      <a:pt x="30194" y="11696"/>
                    </a:cubicBezTo>
                    <a:cubicBezTo>
                      <a:pt x="27643" y="11835"/>
                      <a:pt x="22539" y="11979"/>
                      <a:pt x="22539" y="11979"/>
                    </a:cubicBezTo>
                    <a:lnTo>
                      <a:pt x="21546" y="10986"/>
                    </a:lnTo>
                    <a:lnTo>
                      <a:pt x="22822" y="10420"/>
                    </a:lnTo>
                    <a:cubicBezTo>
                      <a:pt x="24098" y="9854"/>
                      <a:pt x="33456" y="6593"/>
                      <a:pt x="34305" y="6166"/>
                    </a:cubicBezTo>
                    <a:cubicBezTo>
                      <a:pt x="35154" y="5743"/>
                      <a:pt x="35724" y="5600"/>
                      <a:pt x="35581" y="4185"/>
                    </a:cubicBezTo>
                    <a:cubicBezTo>
                      <a:pt x="35482" y="3180"/>
                      <a:pt x="34601" y="2603"/>
                      <a:pt x="33441" y="2603"/>
                    </a:cubicBezTo>
                    <a:cubicBezTo>
                      <a:pt x="32962" y="2603"/>
                      <a:pt x="32435" y="2701"/>
                      <a:pt x="31897" y="2909"/>
                    </a:cubicBezTo>
                    <a:cubicBezTo>
                      <a:pt x="30055" y="3614"/>
                      <a:pt x="12333" y="10276"/>
                      <a:pt x="12333" y="10276"/>
                    </a:cubicBezTo>
                    <a:lnTo>
                      <a:pt x="11061" y="9288"/>
                    </a:lnTo>
                    <a:cubicBezTo>
                      <a:pt x="11061" y="9288"/>
                      <a:pt x="12337" y="7725"/>
                      <a:pt x="13752" y="6736"/>
                    </a:cubicBezTo>
                    <a:cubicBezTo>
                      <a:pt x="15172" y="5743"/>
                      <a:pt x="15315" y="4185"/>
                      <a:pt x="14889" y="2482"/>
                    </a:cubicBezTo>
                    <a:cubicBezTo>
                      <a:pt x="14591" y="1310"/>
                      <a:pt x="14231" y="1"/>
                      <a:pt x="137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859;p36">
                <a:extLst>
                  <a:ext uri="{FF2B5EF4-FFF2-40B4-BE49-F238E27FC236}">
                    <a16:creationId xmlns:a16="http://schemas.microsoft.com/office/drawing/2014/main" id="{BDF4197A-4C39-1532-CC82-8567380F3745}"/>
                  </a:ext>
                </a:extLst>
              </p:cNvPr>
              <p:cNvSpPr/>
              <p:nvPr/>
            </p:nvSpPr>
            <p:spPr>
              <a:xfrm>
                <a:off x="3295900" y="3193550"/>
                <a:ext cx="968650" cy="739125"/>
              </a:xfrm>
              <a:custGeom>
                <a:avLst/>
                <a:gdLst/>
                <a:ahLst/>
                <a:cxnLst/>
                <a:rect l="l" t="t" r="r" b="b"/>
                <a:pathLst>
                  <a:path w="38746" h="29565" extrusionOk="0">
                    <a:moveTo>
                      <a:pt x="14274" y="1108"/>
                    </a:moveTo>
                    <a:cubicBezTo>
                      <a:pt x="14444" y="1396"/>
                      <a:pt x="14662" y="2066"/>
                      <a:pt x="14923" y="3107"/>
                    </a:cubicBezTo>
                    <a:cubicBezTo>
                      <a:pt x="15367" y="4888"/>
                      <a:pt x="15071" y="6068"/>
                      <a:pt x="13987" y="6826"/>
                    </a:cubicBezTo>
                    <a:cubicBezTo>
                      <a:pt x="12532" y="7849"/>
                      <a:pt x="11248" y="9408"/>
                      <a:pt x="11195" y="9473"/>
                    </a:cubicBezTo>
                    <a:cubicBezTo>
                      <a:pt x="11017" y="9691"/>
                      <a:pt x="11052" y="10013"/>
                      <a:pt x="11274" y="10183"/>
                    </a:cubicBezTo>
                    <a:lnTo>
                      <a:pt x="12550" y="11176"/>
                    </a:lnTo>
                    <a:cubicBezTo>
                      <a:pt x="12637" y="11246"/>
                      <a:pt x="12744" y="11282"/>
                      <a:pt x="12854" y="11282"/>
                    </a:cubicBezTo>
                    <a:cubicBezTo>
                      <a:pt x="12914" y="11282"/>
                      <a:pt x="12975" y="11271"/>
                      <a:pt x="13033" y="11250"/>
                    </a:cubicBezTo>
                    <a:cubicBezTo>
                      <a:pt x="13212" y="11184"/>
                      <a:pt x="30773" y="4579"/>
                      <a:pt x="32597" y="3878"/>
                    </a:cubicBezTo>
                    <a:cubicBezTo>
                      <a:pt x="33066" y="3697"/>
                      <a:pt x="33536" y="3607"/>
                      <a:pt x="33962" y="3607"/>
                    </a:cubicBezTo>
                    <a:cubicBezTo>
                      <a:pt x="34388" y="3607"/>
                      <a:pt x="34770" y="3697"/>
                      <a:pt x="35062" y="3878"/>
                    </a:cubicBezTo>
                    <a:cubicBezTo>
                      <a:pt x="35376" y="4056"/>
                      <a:pt x="35576" y="4378"/>
                      <a:pt x="35606" y="4735"/>
                    </a:cubicBezTo>
                    <a:cubicBezTo>
                      <a:pt x="35702" y="5689"/>
                      <a:pt x="35515" y="5781"/>
                      <a:pt x="34814" y="6120"/>
                    </a:cubicBezTo>
                    <a:cubicBezTo>
                      <a:pt x="34749" y="6155"/>
                      <a:pt x="34679" y="6190"/>
                      <a:pt x="34605" y="6225"/>
                    </a:cubicBezTo>
                    <a:cubicBezTo>
                      <a:pt x="34196" y="6429"/>
                      <a:pt x="31365" y="7448"/>
                      <a:pt x="28866" y="8350"/>
                    </a:cubicBezTo>
                    <a:cubicBezTo>
                      <a:pt x="26253" y="9295"/>
                      <a:pt x="23780" y="10183"/>
                      <a:pt x="23144" y="10466"/>
                    </a:cubicBezTo>
                    <a:lnTo>
                      <a:pt x="21868" y="11032"/>
                    </a:lnTo>
                    <a:cubicBezTo>
                      <a:pt x="21546" y="11176"/>
                      <a:pt x="21468" y="11594"/>
                      <a:pt x="21716" y="11842"/>
                    </a:cubicBezTo>
                    <a:lnTo>
                      <a:pt x="22709" y="12835"/>
                    </a:lnTo>
                    <a:cubicBezTo>
                      <a:pt x="22801" y="12931"/>
                      <a:pt x="22929" y="12983"/>
                      <a:pt x="23063" y="12983"/>
                    </a:cubicBezTo>
                    <a:cubicBezTo>
                      <a:pt x="23068" y="12983"/>
                      <a:pt x="23073" y="12983"/>
                      <a:pt x="23079" y="12983"/>
                    </a:cubicBezTo>
                    <a:cubicBezTo>
                      <a:pt x="23127" y="12983"/>
                      <a:pt x="28217" y="12839"/>
                      <a:pt x="30747" y="12700"/>
                    </a:cubicBezTo>
                    <a:cubicBezTo>
                      <a:pt x="31152" y="12674"/>
                      <a:pt x="31579" y="12647"/>
                      <a:pt x="32031" y="12617"/>
                    </a:cubicBezTo>
                    <a:cubicBezTo>
                      <a:pt x="33120" y="12542"/>
                      <a:pt x="34240" y="12467"/>
                      <a:pt x="35204" y="12467"/>
                    </a:cubicBezTo>
                    <a:cubicBezTo>
                      <a:pt x="35301" y="12467"/>
                      <a:pt x="35396" y="12467"/>
                      <a:pt x="35489" y="12469"/>
                    </a:cubicBezTo>
                    <a:cubicBezTo>
                      <a:pt x="37017" y="12495"/>
                      <a:pt x="37239" y="12752"/>
                      <a:pt x="37248" y="12761"/>
                    </a:cubicBezTo>
                    <a:cubicBezTo>
                      <a:pt x="37692" y="13427"/>
                      <a:pt x="37392" y="14128"/>
                      <a:pt x="36926" y="14502"/>
                    </a:cubicBezTo>
                    <a:cubicBezTo>
                      <a:pt x="36307" y="14994"/>
                      <a:pt x="36138" y="15099"/>
                      <a:pt x="34971" y="15099"/>
                    </a:cubicBezTo>
                    <a:cubicBezTo>
                      <a:pt x="33690" y="15099"/>
                      <a:pt x="23188" y="15918"/>
                      <a:pt x="22739" y="15952"/>
                    </a:cubicBezTo>
                    <a:cubicBezTo>
                      <a:pt x="22443" y="15974"/>
                      <a:pt x="22234" y="16249"/>
                      <a:pt x="22286" y="16540"/>
                    </a:cubicBezTo>
                    <a:lnTo>
                      <a:pt x="22569" y="18099"/>
                    </a:lnTo>
                    <a:cubicBezTo>
                      <a:pt x="22608" y="18308"/>
                      <a:pt x="22774" y="18469"/>
                      <a:pt x="22983" y="18504"/>
                    </a:cubicBezTo>
                    <a:cubicBezTo>
                      <a:pt x="28169" y="19327"/>
                      <a:pt x="33987" y="20390"/>
                      <a:pt x="34753" y="20777"/>
                    </a:cubicBezTo>
                    <a:cubicBezTo>
                      <a:pt x="34992" y="21095"/>
                      <a:pt x="35018" y="21195"/>
                      <a:pt x="34666" y="21896"/>
                    </a:cubicBezTo>
                    <a:cubicBezTo>
                      <a:pt x="34378" y="22471"/>
                      <a:pt x="34378" y="22471"/>
                      <a:pt x="33268" y="22471"/>
                    </a:cubicBezTo>
                    <a:cubicBezTo>
                      <a:pt x="32371" y="22471"/>
                      <a:pt x="25548" y="21456"/>
                      <a:pt x="22996" y="21060"/>
                    </a:cubicBezTo>
                    <a:cubicBezTo>
                      <a:pt x="22967" y="21056"/>
                      <a:pt x="22939" y="21054"/>
                      <a:pt x="22912" y="21054"/>
                    </a:cubicBezTo>
                    <a:cubicBezTo>
                      <a:pt x="22422" y="21054"/>
                      <a:pt x="22216" y="21732"/>
                      <a:pt x="22678" y="21992"/>
                    </a:cubicBezTo>
                    <a:cubicBezTo>
                      <a:pt x="24490" y="23011"/>
                      <a:pt x="27329" y="24635"/>
                      <a:pt x="27725" y="24931"/>
                    </a:cubicBezTo>
                    <a:cubicBezTo>
                      <a:pt x="27943" y="25097"/>
                      <a:pt x="28260" y="25219"/>
                      <a:pt x="28596" y="25354"/>
                    </a:cubicBezTo>
                    <a:cubicBezTo>
                      <a:pt x="28883" y="25462"/>
                      <a:pt x="29554" y="25728"/>
                      <a:pt x="29610" y="25898"/>
                    </a:cubicBezTo>
                    <a:cubicBezTo>
                      <a:pt x="29606" y="25928"/>
                      <a:pt x="29593" y="25954"/>
                      <a:pt x="29575" y="25985"/>
                    </a:cubicBezTo>
                    <a:cubicBezTo>
                      <a:pt x="29147" y="26733"/>
                      <a:pt x="28976" y="26905"/>
                      <a:pt x="28679" y="26905"/>
                    </a:cubicBezTo>
                    <a:cubicBezTo>
                      <a:pt x="28596" y="26905"/>
                      <a:pt x="28503" y="26891"/>
                      <a:pt x="28391" y="26873"/>
                    </a:cubicBezTo>
                    <a:cubicBezTo>
                      <a:pt x="27816" y="26777"/>
                      <a:pt x="23897" y="25105"/>
                      <a:pt x="21563" y="24073"/>
                    </a:cubicBezTo>
                    <a:cubicBezTo>
                      <a:pt x="21501" y="24044"/>
                      <a:pt x="21432" y="24029"/>
                      <a:pt x="21362" y="24029"/>
                    </a:cubicBezTo>
                    <a:cubicBezTo>
                      <a:pt x="21339" y="24029"/>
                      <a:pt x="21316" y="24031"/>
                      <a:pt x="21293" y="24034"/>
                    </a:cubicBezTo>
                    <a:cubicBezTo>
                      <a:pt x="21232" y="24043"/>
                      <a:pt x="15193" y="24883"/>
                      <a:pt x="13246" y="25023"/>
                    </a:cubicBezTo>
                    <a:cubicBezTo>
                      <a:pt x="12864" y="25050"/>
                      <a:pt x="12464" y="25062"/>
                      <a:pt x="12067" y="25062"/>
                    </a:cubicBezTo>
                    <a:cubicBezTo>
                      <a:pt x="10483" y="25062"/>
                      <a:pt x="8965" y="24883"/>
                      <a:pt x="8944" y="24883"/>
                    </a:cubicBezTo>
                    <a:cubicBezTo>
                      <a:pt x="8925" y="24881"/>
                      <a:pt x="8906" y="24880"/>
                      <a:pt x="8887" y="24880"/>
                    </a:cubicBezTo>
                    <a:cubicBezTo>
                      <a:pt x="8792" y="24880"/>
                      <a:pt x="8697" y="24907"/>
                      <a:pt x="8618" y="24962"/>
                    </a:cubicBezTo>
                    <a:lnTo>
                      <a:pt x="3388" y="28358"/>
                    </a:lnTo>
                    <a:lnTo>
                      <a:pt x="1089" y="24365"/>
                    </a:lnTo>
                    <a:cubicBezTo>
                      <a:pt x="1564" y="23359"/>
                      <a:pt x="3331" y="19471"/>
                      <a:pt x="3710" y="16806"/>
                    </a:cubicBezTo>
                    <a:cubicBezTo>
                      <a:pt x="3736" y="16623"/>
                      <a:pt x="3762" y="16444"/>
                      <a:pt x="3789" y="16275"/>
                    </a:cubicBezTo>
                    <a:cubicBezTo>
                      <a:pt x="4154" y="13666"/>
                      <a:pt x="4355" y="12234"/>
                      <a:pt x="5805" y="11023"/>
                    </a:cubicBezTo>
                    <a:cubicBezTo>
                      <a:pt x="7472" y="9634"/>
                      <a:pt x="13111" y="3904"/>
                      <a:pt x="14030" y="1613"/>
                    </a:cubicBezTo>
                    <a:cubicBezTo>
                      <a:pt x="14096" y="1439"/>
                      <a:pt x="14178" y="1269"/>
                      <a:pt x="14274" y="1108"/>
                    </a:cubicBezTo>
                    <a:close/>
                    <a:moveTo>
                      <a:pt x="14273" y="0"/>
                    </a:moveTo>
                    <a:cubicBezTo>
                      <a:pt x="13673" y="0"/>
                      <a:pt x="13331" y="656"/>
                      <a:pt x="13098" y="1239"/>
                    </a:cubicBezTo>
                    <a:cubicBezTo>
                      <a:pt x="12310" y="3207"/>
                      <a:pt x="6941" y="8772"/>
                      <a:pt x="5165" y="10252"/>
                    </a:cubicBezTo>
                    <a:cubicBezTo>
                      <a:pt x="3418" y="11707"/>
                      <a:pt x="3170" y="13470"/>
                      <a:pt x="2796" y="16131"/>
                    </a:cubicBezTo>
                    <a:cubicBezTo>
                      <a:pt x="2770" y="16305"/>
                      <a:pt x="2748" y="16484"/>
                      <a:pt x="2722" y="16662"/>
                    </a:cubicBezTo>
                    <a:cubicBezTo>
                      <a:pt x="2312" y="19527"/>
                      <a:pt x="96" y="24126"/>
                      <a:pt x="74" y="24169"/>
                    </a:cubicBezTo>
                    <a:cubicBezTo>
                      <a:pt x="0" y="24317"/>
                      <a:pt x="5" y="24496"/>
                      <a:pt x="87" y="24639"/>
                    </a:cubicBezTo>
                    <a:lnTo>
                      <a:pt x="2783" y="29316"/>
                    </a:lnTo>
                    <a:cubicBezTo>
                      <a:pt x="2868" y="29469"/>
                      <a:pt x="3032" y="29564"/>
                      <a:pt x="3207" y="29564"/>
                    </a:cubicBezTo>
                    <a:cubicBezTo>
                      <a:pt x="3210" y="29564"/>
                      <a:pt x="3214" y="29564"/>
                      <a:pt x="3218" y="29564"/>
                    </a:cubicBezTo>
                    <a:cubicBezTo>
                      <a:pt x="3314" y="29564"/>
                      <a:pt x="3410" y="29534"/>
                      <a:pt x="3493" y="29482"/>
                    </a:cubicBezTo>
                    <a:lnTo>
                      <a:pt x="9010" y="25894"/>
                    </a:lnTo>
                    <a:cubicBezTo>
                      <a:pt x="9466" y="25943"/>
                      <a:pt x="10707" y="26059"/>
                      <a:pt x="12026" y="26059"/>
                    </a:cubicBezTo>
                    <a:cubicBezTo>
                      <a:pt x="12456" y="26059"/>
                      <a:pt x="12894" y="26046"/>
                      <a:pt x="13316" y="26015"/>
                    </a:cubicBezTo>
                    <a:cubicBezTo>
                      <a:pt x="15154" y="25889"/>
                      <a:pt x="20344" y="25171"/>
                      <a:pt x="21289" y="25040"/>
                    </a:cubicBezTo>
                    <a:cubicBezTo>
                      <a:pt x="22565" y="25602"/>
                      <a:pt x="27390" y="27714"/>
                      <a:pt x="28226" y="27857"/>
                    </a:cubicBezTo>
                    <a:cubicBezTo>
                      <a:pt x="28386" y="27884"/>
                      <a:pt x="28532" y="27896"/>
                      <a:pt x="28667" y="27896"/>
                    </a:cubicBezTo>
                    <a:cubicBezTo>
                      <a:pt x="29560" y="27896"/>
                      <a:pt x="29950" y="27339"/>
                      <a:pt x="30442" y="26477"/>
                    </a:cubicBezTo>
                    <a:cubicBezTo>
                      <a:pt x="30660" y="26089"/>
                      <a:pt x="30625" y="25767"/>
                      <a:pt x="30551" y="25563"/>
                    </a:cubicBezTo>
                    <a:cubicBezTo>
                      <a:pt x="30337" y="24957"/>
                      <a:pt x="29606" y="24670"/>
                      <a:pt x="28962" y="24417"/>
                    </a:cubicBezTo>
                    <a:cubicBezTo>
                      <a:pt x="28713" y="24317"/>
                      <a:pt x="28430" y="24208"/>
                      <a:pt x="28321" y="24126"/>
                    </a:cubicBezTo>
                    <a:cubicBezTo>
                      <a:pt x="28021" y="23899"/>
                      <a:pt x="26732" y="23146"/>
                      <a:pt x="25513" y="22445"/>
                    </a:cubicBezTo>
                    <a:lnTo>
                      <a:pt x="25513" y="22445"/>
                    </a:lnTo>
                    <a:cubicBezTo>
                      <a:pt x="28343" y="22867"/>
                      <a:pt x="32502" y="23464"/>
                      <a:pt x="33268" y="23464"/>
                    </a:cubicBezTo>
                    <a:cubicBezTo>
                      <a:pt x="34418" y="23464"/>
                      <a:pt x="34992" y="23464"/>
                      <a:pt x="35558" y="22340"/>
                    </a:cubicBezTo>
                    <a:cubicBezTo>
                      <a:pt x="36016" y="21422"/>
                      <a:pt x="36107" y="20912"/>
                      <a:pt x="35511" y="20115"/>
                    </a:cubicBezTo>
                    <a:cubicBezTo>
                      <a:pt x="35328" y="19876"/>
                      <a:pt x="35127" y="19601"/>
                      <a:pt x="29014" y="18504"/>
                    </a:cubicBezTo>
                    <a:cubicBezTo>
                      <a:pt x="26680" y="18086"/>
                      <a:pt x="24355" y="17707"/>
                      <a:pt x="23492" y="17568"/>
                    </a:cubicBezTo>
                    <a:lnTo>
                      <a:pt x="23370" y="16902"/>
                    </a:lnTo>
                    <a:cubicBezTo>
                      <a:pt x="25604" y="16727"/>
                      <a:pt x="33891" y="16096"/>
                      <a:pt x="34971" y="16096"/>
                    </a:cubicBezTo>
                    <a:cubicBezTo>
                      <a:pt x="36342" y="16096"/>
                      <a:pt x="36734" y="15931"/>
                      <a:pt x="37548" y="15277"/>
                    </a:cubicBezTo>
                    <a:cubicBezTo>
                      <a:pt x="38524" y="14498"/>
                      <a:pt x="38746" y="13205"/>
                      <a:pt x="38080" y="12199"/>
                    </a:cubicBezTo>
                    <a:cubicBezTo>
                      <a:pt x="37708" y="11642"/>
                      <a:pt x="36747" y="11463"/>
                      <a:pt x="35250" y="11463"/>
                    </a:cubicBezTo>
                    <a:cubicBezTo>
                      <a:pt x="34347" y="11463"/>
                      <a:pt x="33248" y="11529"/>
                      <a:pt x="31966" y="11615"/>
                    </a:cubicBezTo>
                    <a:cubicBezTo>
                      <a:pt x="31513" y="11646"/>
                      <a:pt x="31086" y="11672"/>
                      <a:pt x="30690" y="11694"/>
                    </a:cubicBezTo>
                    <a:cubicBezTo>
                      <a:pt x="28469" y="11820"/>
                      <a:pt x="24259" y="11942"/>
                      <a:pt x="23262" y="11972"/>
                    </a:cubicBezTo>
                    <a:lnTo>
                      <a:pt x="22935" y="11646"/>
                    </a:lnTo>
                    <a:lnTo>
                      <a:pt x="23549" y="11372"/>
                    </a:lnTo>
                    <a:cubicBezTo>
                      <a:pt x="24150" y="11106"/>
                      <a:pt x="26719" y="10178"/>
                      <a:pt x="29201" y="9286"/>
                    </a:cubicBezTo>
                    <a:cubicBezTo>
                      <a:pt x="32454" y="8110"/>
                      <a:pt x="34618" y="7331"/>
                      <a:pt x="35049" y="7113"/>
                    </a:cubicBezTo>
                    <a:cubicBezTo>
                      <a:pt x="35119" y="7078"/>
                      <a:pt x="35184" y="7048"/>
                      <a:pt x="35249" y="7013"/>
                    </a:cubicBezTo>
                    <a:cubicBezTo>
                      <a:pt x="36029" y="6634"/>
                      <a:pt x="36765" y="6277"/>
                      <a:pt x="36599" y="4631"/>
                    </a:cubicBezTo>
                    <a:cubicBezTo>
                      <a:pt x="36538" y="3965"/>
                      <a:pt x="36159" y="3364"/>
                      <a:pt x="35585" y="3020"/>
                    </a:cubicBezTo>
                    <a:cubicBezTo>
                      <a:pt x="35131" y="2741"/>
                      <a:pt x="34569" y="2602"/>
                      <a:pt x="33956" y="2602"/>
                    </a:cubicBezTo>
                    <a:cubicBezTo>
                      <a:pt x="33409" y="2602"/>
                      <a:pt x="32821" y="2713"/>
                      <a:pt x="32236" y="2937"/>
                    </a:cubicBezTo>
                    <a:cubicBezTo>
                      <a:pt x="30538" y="3590"/>
                      <a:pt x="15149" y="9377"/>
                      <a:pt x="12942" y="10209"/>
                    </a:cubicBezTo>
                    <a:lnTo>
                      <a:pt x="12301" y="9713"/>
                    </a:lnTo>
                    <a:cubicBezTo>
                      <a:pt x="12763" y="9203"/>
                      <a:pt x="13634" y="8289"/>
                      <a:pt x="14557" y="7644"/>
                    </a:cubicBezTo>
                    <a:cubicBezTo>
                      <a:pt x="15990" y="6647"/>
                      <a:pt x="16438" y="5040"/>
                      <a:pt x="15894" y="2863"/>
                    </a:cubicBezTo>
                    <a:cubicBezTo>
                      <a:pt x="15480" y="1221"/>
                      <a:pt x="15128" y="59"/>
                      <a:pt x="14331" y="2"/>
                    </a:cubicBezTo>
                    <a:cubicBezTo>
                      <a:pt x="14311" y="1"/>
                      <a:pt x="14292" y="0"/>
                      <a:pt x="142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860;p36">
                <a:extLst>
                  <a:ext uri="{FF2B5EF4-FFF2-40B4-BE49-F238E27FC236}">
                    <a16:creationId xmlns:a16="http://schemas.microsoft.com/office/drawing/2014/main" id="{7450F09D-1D56-C818-E8AB-AF2CFF274211}"/>
                  </a:ext>
                </a:extLst>
              </p:cNvPr>
              <p:cNvSpPr/>
              <p:nvPr/>
            </p:nvSpPr>
            <p:spPr>
              <a:xfrm>
                <a:off x="1639900" y="3016250"/>
                <a:ext cx="1764775" cy="1852775"/>
              </a:xfrm>
              <a:custGeom>
                <a:avLst/>
                <a:gdLst/>
                <a:ahLst/>
                <a:cxnLst/>
                <a:rect l="l" t="t" r="r" b="b"/>
                <a:pathLst>
                  <a:path w="70591" h="74111" extrusionOk="0">
                    <a:moveTo>
                      <a:pt x="12834" y="0"/>
                    </a:moveTo>
                    <a:cubicBezTo>
                      <a:pt x="9895" y="0"/>
                      <a:pt x="6784" y="1353"/>
                      <a:pt x="4677" y="5117"/>
                    </a:cubicBezTo>
                    <a:cubicBezTo>
                      <a:pt x="1" y="13478"/>
                      <a:pt x="4255" y="22975"/>
                      <a:pt x="5953" y="29781"/>
                    </a:cubicBezTo>
                    <a:cubicBezTo>
                      <a:pt x="7656" y="36582"/>
                      <a:pt x="18429" y="67342"/>
                      <a:pt x="19988" y="71169"/>
                    </a:cubicBezTo>
                    <a:cubicBezTo>
                      <a:pt x="20948" y="73528"/>
                      <a:pt x="22393" y="74111"/>
                      <a:pt x="23726" y="74111"/>
                    </a:cubicBezTo>
                    <a:cubicBezTo>
                      <a:pt x="24556" y="74111"/>
                      <a:pt x="25342" y="73885"/>
                      <a:pt x="25940" y="73721"/>
                    </a:cubicBezTo>
                    <a:cubicBezTo>
                      <a:pt x="27499" y="73294"/>
                      <a:pt x="70590" y="38568"/>
                      <a:pt x="70590" y="38568"/>
                    </a:cubicBezTo>
                    <a:lnTo>
                      <a:pt x="67190" y="30913"/>
                    </a:lnTo>
                    <a:lnTo>
                      <a:pt x="33739" y="48065"/>
                    </a:lnTo>
                    <a:lnTo>
                      <a:pt x="26506" y="25104"/>
                    </a:lnTo>
                    <a:cubicBezTo>
                      <a:pt x="26506" y="25104"/>
                      <a:pt x="22396" y="7952"/>
                      <a:pt x="20697" y="4125"/>
                    </a:cubicBezTo>
                    <a:cubicBezTo>
                      <a:pt x="19761" y="2020"/>
                      <a:pt x="16425" y="0"/>
                      <a:pt x="128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861;p36">
                <a:extLst>
                  <a:ext uri="{FF2B5EF4-FFF2-40B4-BE49-F238E27FC236}">
                    <a16:creationId xmlns:a16="http://schemas.microsoft.com/office/drawing/2014/main" id="{57EB52B4-712F-8918-BC35-923A9E4632C7}"/>
                  </a:ext>
                </a:extLst>
              </p:cNvPr>
              <p:cNvSpPr/>
              <p:nvPr/>
            </p:nvSpPr>
            <p:spPr>
              <a:xfrm>
                <a:off x="1639900" y="3016250"/>
                <a:ext cx="1568375" cy="1852675"/>
              </a:xfrm>
              <a:custGeom>
                <a:avLst/>
                <a:gdLst/>
                <a:ahLst/>
                <a:cxnLst/>
                <a:rect l="l" t="t" r="r" b="b"/>
                <a:pathLst>
                  <a:path w="62735" h="74107" extrusionOk="0">
                    <a:moveTo>
                      <a:pt x="12829" y="1"/>
                    </a:moveTo>
                    <a:cubicBezTo>
                      <a:pt x="9891" y="1"/>
                      <a:pt x="6782" y="1352"/>
                      <a:pt x="4677" y="5113"/>
                    </a:cubicBezTo>
                    <a:cubicBezTo>
                      <a:pt x="1" y="13478"/>
                      <a:pt x="4255" y="22975"/>
                      <a:pt x="5953" y="29776"/>
                    </a:cubicBezTo>
                    <a:cubicBezTo>
                      <a:pt x="7656" y="36582"/>
                      <a:pt x="18429" y="67342"/>
                      <a:pt x="19988" y="71169"/>
                    </a:cubicBezTo>
                    <a:cubicBezTo>
                      <a:pt x="20948" y="73524"/>
                      <a:pt x="22392" y="74107"/>
                      <a:pt x="23725" y="74107"/>
                    </a:cubicBezTo>
                    <a:cubicBezTo>
                      <a:pt x="24555" y="74107"/>
                      <a:pt x="25342" y="73880"/>
                      <a:pt x="25940" y="73717"/>
                    </a:cubicBezTo>
                    <a:cubicBezTo>
                      <a:pt x="27077" y="73407"/>
                      <a:pt x="50229" y="54914"/>
                      <a:pt x="62735" y="44882"/>
                    </a:cubicBezTo>
                    <a:lnTo>
                      <a:pt x="62735" y="44882"/>
                    </a:lnTo>
                    <a:lnTo>
                      <a:pt x="25304" y="62809"/>
                    </a:lnTo>
                    <a:cubicBezTo>
                      <a:pt x="25304" y="62809"/>
                      <a:pt x="27508" y="56190"/>
                      <a:pt x="29084" y="53042"/>
                    </a:cubicBezTo>
                    <a:cubicBezTo>
                      <a:pt x="29300" y="52611"/>
                      <a:pt x="29315" y="52433"/>
                      <a:pt x="29175" y="52433"/>
                    </a:cubicBezTo>
                    <a:cubicBezTo>
                      <a:pt x="28522" y="52433"/>
                      <a:pt x="24471" y="56340"/>
                      <a:pt x="21763" y="56340"/>
                    </a:cubicBezTo>
                    <a:cubicBezTo>
                      <a:pt x="20826" y="56340"/>
                      <a:pt x="20050" y="55873"/>
                      <a:pt x="19631" y="54614"/>
                    </a:cubicBezTo>
                    <a:cubicBezTo>
                      <a:pt x="17741" y="48944"/>
                      <a:pt x="5762" y="20584"/>
                      <a:pt x="7969" y="11126"/>
                    </a:cubicBezTo>
                    <a:cubicBezTo>
                      <a:pt x="9337" y="5270"/>
                      <a:pt x="12759" y="1956"/>
                      <a:pt x="15167" y="280"/>
                    </a:cubicBezTo>
                    <a:cubicBezTo>
                      <a:pt x="14416" y="101"/>
                      <a:pt x="13629" y="1"/>
                      <a:pt x="1282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862;p36">
                <a:extLst>
                  <a:ext uri="{FF2B5EF4-FFF2-40B4-BE49-F238E27FC236}">
                    <a16:creationId xmlns:a16="http://schemas.microsoft.com/office/drawing/2014/main" id="{BD2BBBF8-98B8-F18F-B6D1-EEF5FB640CE0}"/>
                  </a:ext>
                </a:extLst>
              </p:cNvPr>
              <p:cNvSpPr/>
              <p:nvPr/>
            </p:nvSpPr>
            <p:spPr>
              <a:xfrm>
                <a:off x="1646325" y="3003700"/>
                <a:ext cx="1772050" cy="1877675"/>
              </a:xfrm>
              <a:custGeom>
                <a:avLst/>
                <a:gdLst/>
                <a:ahLst/>
                <a:cxnLst/>
                <a:rect l="l" t="t" r="r" b="b"/>
                <a:pathLst>
                  <a:path w="70882" h="75107" extrusionOk="0">
                    <a:moveTo>
                      <a:pt x="12598" y="1004"/>
                    </a:moveTo>
                    <a:cubicBezTo>
                      <a:pt x="12737" y="1004"/>
                      <a:pt x="12872" y="1004"/>
                      <a:pt x="12994" y="1012"/>
                    </a:cubicBezTo>
                    <a:cubicBezTo>
                      <a:pt x="16373" y="1165"/>
                      <a:pt x="19199" y="3072"/>
                      <a:pt x="19979" y="4827"/>
                    </a:cubicBezTo>
                    <a:cubicBezTo>
                      <a:pt x="21642" y="8567"/>
                      <a:pt x="25718" y="25549"/>
                      <a:pt x="25761" y="25719"/>
                    </a:cubicBezTo>
                    <a:cubicBezTo>
                      <a:pt x="25761" y="25732"/>
                      <a:pt x="25766" y="25741"/>
                      <a:pt x="25770" y="25754"/>
                    </a:cubicBezTo>
                    <a:lnTo>
                      <a:pt x="32999" y="48715"/>
                    </a:lnTo>
                    <a:cubicBezTo>
                      <a:pt x="33066" y="48932"/>
                      <a:pt x="33266" y="49067"/>
                      <a:pt x="33478" y="49067"/>
                    </a:cubicBezTo>
                    <a:cubicBezTo>
                      <a:pt x="33555" y="49067"/>
                      <a:pt x="33634" y="49049"/>
                      <a:pt x="33708" y="49011"/>
                    </a:cubicBezTo>
                    <a:lnTo>
                      <a:pt x="66693" y="32098"/>
                    </a:lnTo>
                    <a:lnTo>
                      <a:pt x="69724" y="38922"/>
                    </a:lnTo>
                    <a:cubicBezTo>
                      <a:pt x="52676" y="52656"/>
                      <a:pt x="27094" y="73060"/>
                      <a:pt x="25535" y="73744"/>
                    </a:cubicBezTo>
                    <a:lnTo>
                      <a:pt x="25470" y="73761"/>
                    </a:lnTo>
                    <a:cubicBezTo>
                      <a:pt x="24887" y="73921"/>
                      <a:pt x="24193" y="74111"/>
                      <a:pt x="23481" y="74111"/>
                    </a:cubicBezTo>
                    <a:cubicBezTo>
                      <a:pt x="22290" y="74111"/>
                      <a:pt x="21048" y="73579"/>
                      <a:pt x="20192" y="71480"/>
                    </a:cubicBezTo>
                    <a:cubicBezTo>
                      <a:pt x="18529" y="67400"/>
                      <a:pt x="7839" y="36788"/>
                      <a:pt x="6184" y="30161"/>
                    </a:cubicBezTo>
                    <a:cubicBezTo>
                      <a:pt x="5892" y="28994"/>
                      <a:pt x="5527" y="27766"/>
                      <a:pt x="5143" y="26459"/>
                    </a:cubicBezTo>
                    <a:cubicBezTo>
                      <a:pt x="3332" y="20294"/>
                      <a:pt x="1076" y="12621"/>
                      <a:pt x="4856" y="5863"/>
                    </a:cubicBezTo>
                    <a:cubicBezTo>
                      <a:pt x="7177" y="1713"/>
                      <a:pt x="10556" y="1004"/>
                      <a:pt x="12598" y="1004"/>
                    </a:cubicBezTo>
                    <a:close/>
                    <a:moveTo>
                      <a:pt x="12597" y="1"/>
                    </a:moveTo>
                    <a:cubicBezTo>
                      <a:pt x="10319" y="1"/>
                      <a:pt x="6553" y="790"/>
                      <a:pt x="3985" y="5375"/>
                    </a:cubicBezTo>
                    <a:cubicBezTo>
                      <a:pt x="1" y="12499"/>
                      <a:pt x="2322" y="20394"/>
                      <a:pt x="4185" y="26738"/>
                    </a:cubicBezTo>
                    <a:cubicBezTo>
                      <a:pt x="4569" y="28036"/>
                      <a:pt x="4926" y="29255"/>
                      <a:pt x="5213" y="30405"/>
                    </a:cubicBezTo>
                    <a:cubicBezTo>
                      <a:pt x="6876" y="37058"/>
                      <a:pt x="17601" y="67765"/>
                      <a:pt x="19269" y="71859"/>
                    </a:cubicBezTo>
                    <a:cubicBezTo>
                      <a:pt x="20336" y="74480"/>
                      <a:pt x="21999" y="75107"/>
                      <a:pt x="23475" y="75107"/>
                    </a:cubicBezTo>
                    <a:cubicBezTo>
                      <a:pt x="24351" y="75107"/>
                      <a:pt x="25156" y="74885"/>
                      <a:pt x="25735" y="74728"/>
                    </a:cubicBezTo>
                    <a:lnTo>
                      <a:pt x="25814" y="74702"/>
                    </a:lnTo>
                    <a:cubicBezTo>
                      <a:pt x="26136" y="74615"/>
                      <a:pt x="26889" y="74410"/>
                      <a:pt x="48905" y="56875"/>
                    </a:cubicBezTo>
                    <a:cubicBezTo>
                      <a:pt x="59748" y="48240"/>
                      <a:pt x="70538" y="39544"/>
                      <a:pt x="70647" y="39457"/>
                    </a:cubicBezTo>
                    <a:cubicBezTo>
                      <a:pt x="70825" y="39318"/>
                      <a:pt x="70882" y="39074"/>
                      <a:pt x="70791" y="38865"/>
                    </a:cubicBezTo>
                    <a:lnTo>
                      <a:pt x="67390" y="31210"/>
                    </a:lnTo>
                    <a:cubicBezTo>
                      <a:pt x="67306" y="31024"/>
                      <a:pt x="67123" y="30915"/>
                      <a:pt x="66933" y="30915"/>
                    </a:cubicBezTo>
                    <a:cubicBezTo>
                      <a:pt x="66857" y="30915"/>
                      <a:pt x="66779" y="30933"/>
                      <a:pt x="66706" y="30971"/>
                    </a:cubicBezTo>
                    <a:lnTo>
                      <a:pt x="33778" y="47853"/>
                    </a:lnTo>
                    <a:lnTo>
                      <a:pt x="26733" y="25471"/>
                    </a:lnTo>
                    <a:cubicBezTo>
                      <a:pt x="26515" y="24552"/>
                      <a:pt x="22583" y="8219"/>
                      <a:pt x="20898" y="4422"/>
                    </a:cubicBezTo>
                    <a:cubicBezTo>
                      <a:pt x="20406" y="3316"/>
                      <a:pt x="19352" y="2258"/>
                      <a:pt x="17924" y="1439"/>
                    </a:cubicBezTo>
                    <a:cubicBezTo>
                      <a:pt x="16430" y="586"/>
                      <a:pt x="14758" y="98"/>
                      <a:pt x="13042" y="11"/>
                    </a:cubicBezTo>
                    <a:cubicBezTo>
                      <a:pt x="12901" y="4"/>
                      <a:pt x="12753" y="1"/>
                      <a:pt x="125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863;p36">
                <a:extLst>
                  <a:ext uri="{FF2B5EF4-FFF2-40B4-BE49-F238E27FC236}">
                    <a16:creationId xmlns:a16="http://schemas.microsoft.com/office/drawing/2014/main" id="{102FBC1F-BC7B-9199-3D54-9B591FAF5761}"/>
                  </a:ext>
                </a:extLst>
              </p:cNvPr>
              <p:cNvSpPr/>
              <p:nvPr/>
            </p:nvSpPr>
            <p:spPr>
              <a:xfrm>
                <a:off x="3181375" y="3847425"/>
                <a:ext cx="125200" cy="219900"/>
              </a:xfrm>
              <a:custGeom>
                <a:avLst/>
                <a:gdLst/>
                <a:ahLst/>
                <a:cxnLst/>
                <a:rect l="l" t="t" r="r" b="b"/>
                <a:pathLst>
                  <a:path w="5008" h="8796" extrusionOk="0">
                    <a:moveTo>
                      <a:pt x="571" y="0"/>
                    </a:moveTo>
                    <a:cubicBezTo>
                      <a:pt x="496" y="0"/>
                      <a:pt x="420" y="17"/>
                      <a:pt x="349" y="52"/>
                    </a:cubicBezTo>
                    <a:cubicBezTo>
                      <a:pt x="101" y="174"/>
                      <a:pt x="0" y="470"/>
                      <a:pt x="122" y="718"/>
                    </a:cubicBezTo>
                    <a:lnTo>
                      <a:pt x="3950" y="8517"/>
                    </a:lnTo>
                    <a:cubicBezTo>
                      <a:pt x="4033" y="8687"/>
                      <a:pt x="4207" y="8796"/>
                      <a:pt x="4398" y="8796"/>
                    </a:cubicBezTo>
                    <a:cubicBezTo>
                      <a:pt x="4769" y="8796"/>
                      <a:pt x="5008" y="8408"/>
                      <a:pt x="4847" y="8077"/>
                    </a:cubicBezTo>
                    <a:lnTo>
                      <a:pt x="1019" y="278"/>
                    </a:lnTo>
                    <a:cubicBezTo>
                      <a:pt x="933" y="102"/>
                      <a:pt x="755" y="0"/>
                      <a:pt x="5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864;p36">
                <a:extLst>
                  <a:ext uri="{FF2B5EF4-FFF2-40B4-BE49-F238E27FC236}">
                    <a16:creationId xmlns:a16="http://schemas.microsoft.com/office/drawing/2014/main" id="{1BAB74F5-18CC-4A85-857D-41328A395B76}"/>
                  </a:ext>
                </a:extLst>
              </p:cNvPr>
              <p:cNvSpPr/>
              <p:nvPr/>
            </p:nvSpPr>
            <p:spPr>
              <a:xfrm>
                <a:off x="458225" y="2882250"/>
                <a:ext cx="884850" cy="2473100"/>
              </a:xfrm>
              <a:custGeom>
                <a:avLst/>
                <a:gdLst/>
                <a:ahLst/>
                <a:cxnLst/>
                <a:rect l="l" t="t" r="r" b="b"/>
                <a:pathLst>
                  <a:path w="35394" h="98924" extrusionOk="0">
                    <a:moveTo>
                      <a:pt x="19578" y="1"/>
                    </a:moveTo>
                    <a:lnTo>
                      <a:pt x="1" y="13586"/>
                    </a:lnTo>
                    <a:cubicBezTo>
                      <a:pt x="1" y="13586"/>
                      <a:pt x="9650" y="23780"/>
                      <a:pt x="8653" y="50551"/>
                    </a:cubicBezTo>
                    <a:cubicBezTo>
                      <a:pt x="7891" y="70990"/>
                      <a:pt x="10617" y="94204"/>
                      <a:pt x="14549" y="98924"/>
                    </a:cubicBezTo>
                    <a:lnTo>
                      <a:pt x="35393" y="98924"/>
                    </a:lnTo>
                    <a:cubicBezTo>
                      <a:pt x="35393" y="98924"/>
                      <a:pt x="28191" y="59199"/>
                      <a:pt x="28709" y="36395"/>
                    </a:cubicBezTo>
                    <a:cubicBezTo>
                      <a:pt x="29101" y="19090"/>
                      <a:pt x="23902" y="7081"/>
                      <a:pt x="195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865;p36">
                <a:extLst>
                  <a:ext uri="{FF2B5EF4-FFF2-40B4-BE49-F238E27FC236}">
                    <a16:creationId xmlns:a16="http://schemas.microsoft.com/office/drawing/2014/main" id="{C14CE189-77E9-48F7-79CC-C06F544C830F}"/>
                  </a:ext>
                </a:extLst>
              </p:cNvPr>
              <p:cNvSpPr/>
              <p:nvPr/>
            </p:nvSpPr>
            <p:spPr>
              <a:xfrm>
                <a:off x="443850" y="2869775"/>
                <a:ext cx="912950" cy="2498100"/>
              </a:xfrm>
              <a:custGeom>
                <a:avLst/>
                <a:gdLst/>
                <a:ahLst/>
                <a:cxnLst/>
                <a:rect l="l" t="t" r="r" b="b"/>
                <a:pathLst>
                  <a:path w="36518" h="99924" extrusionOk="0">
                    <a:moveTo>
                      <a:pt x="19996" y="1214"/>
                    </a:moveTo>
                    <a:cubicBezTo>
                      <a:pt x="22526" y="5442"/>
                      <a:pt x="24547" y="10079"/>
                      <a:pt x="26005" y="15004"/>
                    </a:cubicBezTo>
                    <a:cubicBezTo>
                      <a:pt x="28022" y="21814"/>
                      <a:pt x="28958" y="29178"/>
                      <a:pt x="28779" y="36881"/>
                    </a:cubicBezTo>
                    <a:cubicBezTo>
                      <a:pt x="28514" y="48694"/>
                      <a:pt x="30347" y="65097"/>
                      <a:pt x="31936" y="76780"/>
                    </a:cubicBezTo>
                    <a:cubicBezTo>
                      <a:pt x="33412" y="87675"/>
                      <a:pt x="34958" y="96601"/>
                      <a:pt x="35372" y="98927"/>
                    </a:cubicBezTo>
                    <a:lnTo>
                      <a:pt x="15368" y="98927"/>
                    </a:lnTo>
                    <a:cubicBezTo>
                      <a:pt x="13621" y="96597"/>
                      <a:pt x="12002" y="90126"/>
                      <a:pt x="10913" y="81074"/>
                    </a:cubicBezTo>
                    <a:cubicBezTo>
                      <a:pt x="9794" y="71794"/>
                      <a:pt x="9363" y="60860"/>
                      <a:pt x="9724" y="51072"/>
                    </a:cubicBezTo>
                    <a:cubicBezTo>
                      <a:pt x="10242" y="37155"/>
                      <a:pt x="7843" y="27771"/>
                      <a:pt x="5740" y="22350"/>
                    </a:cubicBezTo>
                    <a:cubicBezTo>
                      <a:pt x="3950" y="17730"/>
                      <a:pt x="2091" y="15143"/>
                      <a:pt x="1312" y="14181"/>
                    </a:cubicBezTo>
                    <a:lnTo>
                      <a:pt x="19996" y="1214"/>
                    </a:lnTo>
                    <a:close/>
                    <a:moveTo>
                      <a:pt x="20152" y="0"/>
                    </a:moveTo>
                    <a:cubicBezTo>
                      <a:pt x="20054" y="0"/>
                      <a:pt x="19954" y="29"/>
                      <a:pt x="19866" y="90"/>
                    </a:cubicBezTo>
                    <a:lnTo>
                      <a:pt x="288" y="13672"/>
                    </a:lnTo>
                    <a:cubicBezTo>
                      <a:pt x="36" y="13846"/>
                      <a:pt x="1" y="14203"/>
                      <a:pt x="210" y="14425"/>
                    </a:cubicBezTo>
                    <a:cubicBezTo>
                      <a:pt x="236" y="14451"/>
                      <a:pt x="2579" y="16972"/>
                      <a:pt x="4808" y="22711"/>
                    </a:cubicBezTo>
                    <a:cubicBezTo>
                      <a:pt x="6876" y="28046"/>
                      <a:pt x="9237" y="37290"/>
                      <a:pt x="8727" y="51032"/>
                    </a:cubicBezTo>
                    <a:cubicBezTo>
                      <a:pt x="8361" y="60873"/>
                      <a:pt x="8797" y="71864"/>
                      <a:pt x="9920" y="81195"/>
                    </a:cubicBezTo>
                    <a:cubicBezTo>
                      <a:pt x="11483" y="94176"/>
                      <a:pt x="13613" y="98391"/>
                      <a:pt x="14741" y="99745"/>
                    </a:cubicBezTo>
                    <a:cubicBezTo>
                      <a:pt x="14836" y="99858"/>
                      <a:pt x="14976" y="99924"/>
                      <a:pt x="15124" y="99924"/>
                    </a:cubicBezTo>
                    <a:lnTo>
                      <a:pt x="35973" y="99924"/>
                    </a:lnTo>
                    <a:cubicBezTo>
                      <a:pt x="36282" y="99919"/>
                      <a:pt x="36517" y="99641"/>
                      <a:pt x="36460" y="99332"/>
                    </a:cubicBezTo>
                    <a:cubicBezTo>
                      <a:pt x="36443" y="99231"/>
                      <a:pt x="34640" y="89264"/>
                      <a:pt x="32925" y="76636"/>
                    </a:cubicBezTo>
                    <a:cubicBezTo>
                      <a:pt x="31344" y="64993"/>
                      <a:pt x="29515" y="48646"/>
                      <a:pt x="29785" y="36902"/>
                    </a:cubicBezTo>
                    <a:cubicBezTo>
                      <a:pt x="29959" y="29095"/>
                      <a:pt x="29014" y="21632"/>
                      <a:pt x="26968" y="14717"/>
                    </a:cubicBezTo>
                    <a:cubicBezTo>
                      <a:pt x="25431" y="9535"/>
                      <a:pt x="23284" y="4662"/>
                      <a:pt x="20580" y="238"/>
                    </a:cubicBezTo>
                    <a:cubicBezTo>
                      <a:pt x="20484" y="85"/>
                      <a:pt x="20320" y="0"/>
                      <a:pt x="201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866;p36">
                <a:extLst>
                  <a:ext uri="{FF2B5EF4-FFF2-40B4-BE49-F238E27FC236}">
                    <a16:creationId xmlns:a16="http://schemas.microsoft.com/office/drawing/2014/main" id="{B5E2E86B-9886-616F-1D86-1897BA187C3F}"/>
                  </a:ext>
                </a:extLst>
              </p:cNvPr>
              <p:cNvSpPr/>
              <p:nvPr/>
            </p:nvSpPr>
            <p:spPr>
              <a:xfrm>
                <a:off x="517025" y="2882250"/>
                <a:ext cx="885050" cy="2473100"/>
              </a:xfrm>
              <a:custGeom>
                <a:avLst/>
                <a:gdLst/>
                <a:ahLst/>
                <a:cxnLst/>
                <a:rect l="l" t="t" r="r" b="b"/>
                <a:pathLst>
                  <a:path w="35402" h="98924" extrusionOk="0">
                    <a:moveTo>
                      <a:pt x="19577" y="1"/>
                    </a:moveTo>
                    <a:lnTo>
                      <a:pt x="0" y="13586"/>
                    </a:lnTo>
                    <a:cubicBezTo>
                      <a:pt x="0" y="13586"/>
                      <a:pt x="9645" y="23784"/>
                      <a:pt x="8652" y="50551"/>
                    </a:cubicBezTo>
                    <a:cubicBezTo>
                      <a:pt x="7890" y="70990"/>
                      <a:pt x="10620" y="94204"/>
                      <a:pt x="14552" y="98924"/>
                    </a:cubicBezTo>
                    <a:lnTo>
                      <a:pt x="35401" y="98924"/>
                    </a:lnTo>
                    <a:cubicBezTo>
                      <a:pt x="35401" y="98924"/>
                      <a:pt x="28191" y="59199"/>
                      <a:pt x="28709" y="36395"/>
                    </a:cubicBezTo>
                    <a:cubicBezTo>
                      <a:pt x="29101" y="19090"/>
                      <a:pt x="23906" y="7081"/>
                      <a:pt x="195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867;p36">
                <a:extLst>
                  <a:ext uri="{FF2B5EF4-FFF2-40B4-BE49-F238E27FC236}">
                    <a16:creationId xmlns:a16="http://schemas.microsoft.com/office/drawing/2014/main" id="{0AB48D04-2E75-267E-7F67-559CF3EF2ACA}"/>
                  </a:ext>
                </a:extLst>
              </p:cNvPr>
              <p:cNvSpPr/>
              <p:nvPr/>
            </p:nvSpPr>
            <p:spPr>
              <a:xfrm>
                <a:off x="502650" y="2869775"/>
                <a:ext cx="912925" cy="2498100"/>
              </a:xfrm>
              <a:custGeom>
                <a:avLst/>
                <a:gdLst/>
                <a:ahLst/>
                <a:cxnLst/>
                <a:rect l="l" t="t" r="r" b="b"/>
                <a:pathLst>
                  <a:path w="36517" h="99924" extrusionOk="0">
                    <a:moveTo>
                      <a:pt x="20000" y="1214"/>
                    </a:moveTo>
                    <a:cubicBezTo>
                      <a:pt x="22530" y="5442"/>
                      <a:pt x="24550" y="10079"/>
                      <a:pt x="26009" y="15004"/>
                    </a:cubicBezTo>
                    <a:cubicBezTo>
                      <a:pt x="28025" y="21814"/>
                      <a:pt x="28957" y="29178"/>
                      <a:pt x="28783" y="36881"/>
                    </a:cubicBezTo>
                    <a:cubicBezTo>
                      <a:pt x="28513" y="48690"/>
                      <a:pt x="30351" y="65097"/>
                      <a:pt x="31936" y="76776"/>
                    </a:cubicBezTo>
                    <a:cubicBezTo>
                      <a:pt x="33416" y="87675"/>
                      <a:pt x="34962" y="96601"/>
                      <a:pt x="35371" y="98927"/>
                    </a:cubicBezTo>
                    <a:lnTo>
                      <a:pt x="15367" y="98927"/>
                    </a:lnTo>
                    <a:cubicBezTo>
                      <a:pt x="13621" y="96597"/>
                      <a:pt x="12001" y="90126"/>
                      <a:pt x="10912" y="81074"/>
                    </a:cubicBezTo>
                    <a:cubicBezTo>
                      <a:pt x="9793" y="71794"/>
                      <a:pt x="9362" y="60860"/>
                      <a:pt x="9724" y="51072"/>
                    </a:cubicBezTo>
                    <a:cubicBezTo>
                      <a:pt x="10242" y="37155"/>
                      <a:pt x="7843" y="27771"/>
                      <a:pt x="5739" y="22350"/>
                    </a:cubicBezTo>
                    <a:cubicBezTo>
                      <a:pt x="3950" y="17730"/>
                      <a:pt x="2090" y="15143"/>
                      <a:pt x="1315" y="14181"/>
                    </a:cubicBezTo>
                    <a:lnTo>
                      <a:pt x="20000" y="1214"/>
                    </a:lnTo>
                    <a:close/>
                    <a:moveTo>
                      <a:pt x="20154" y="0"/>
                    </a:moveTo>
                    <a:cubicBezTo>
                      <a:pt x="20056" y="0"/>
                      <a:pt x="19956" y="29"/>
                      <a:pt x="19869" y="90"/>
                    </a:cubicBezTo>
                    <a:lnTo>
                      <a:pt x="288" y="13672"/>
                    </a:lnTo>
                    <a:cubicBezTo>
                      <a:pt x="35" y="13846"/>
                      <a:pt x="0" y="14203"/>
                      <a:pt x="209" y="14429"/>
                    </a:cubicBezTo>
                    <a:cubicBezTo>
                      <a:pt x="235" y="14451"/>
                      <a:pt x="2582" y="16972"/>
                      <a:pt x="4808" y="22711"/>
                    </a:cubicBezTo>
                    <a:cubicBezTo>
                      <a:pt x="6876" y="28046"/>
                      <a:pt x="9236" y="37290"/>
                      <a:pt x="8726" y="51032"/>
                    </a:cubicBezTo>
                    <a:cubicBezTo>
                      <a:pt x="8361" y="60873"/>
                      <a:pt x="8796" y="71864"/>
                      <a:pt x="9920" y="81195"/>
                    </a:cubicBezTo>
                    <a:cubicBezTo>
                      <a:pt x="11483" y="94176"/>
                      <a:pt x="13612" y="98391"/>
                      <a:pt x="14740" y="99745"/>
                    </a:cubicBezTo>
                    <a:cubicBezTo>
                      <a:pt x="14836" y="99858"/>
                      <a:pt x="14975" y="99924"/>
                      <a:pt x="15123" y="99924"/>
                    </a:cubicBezTo>
                    <a:lnTo>
                      <a:pt x="35972" y="99924"/>
                    </a:lnTo>
                    <a:cubicBezTo>
                      <a:pt x="36281" y="99919"/>
                      <a:pt x="36516" y="99641"/>
                      <a:pt x="36460" y="99336"/>
                    </a:cubicBezTo>
                    <a:cubicBezTo>
                      <a:pt x="36442" y="99236"/>
                      <a:pt x="34640" y="89264"/>
                      <a:pt x="32928" y="76636"/>
                    </a:cubicBezTo>
                    <a:cubicBezTo>
                      <a:pt x="31343" y="64993"/>
                      <a:pt x="29514" y="48646"/>
                      <a:pt x="29784" y="36902"/>
                    </a:cubicBezTo>
                    <a:cubicBezTo>
                      <a:pt x="29959" y="29095"/>
                      <a:pt x="29014" y="21632"/>
                      <a:pt x="26967" y="14717"/>
                    </a:cubicBezTo>
                    <a:cubicBezTo>
                      <a:pt x="25434" y="9535"/>
                      <a:pt x="23283" y="4667"/>
                      <a:pt x="20579" y="238"/>
                    </a:cubicBezTo>
                    <a:cubicBezTo>
                      <a:pt x="20486" y="85"/>
                      <a:pt x="20322" y="0"/>
                      <a:pt x="201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868;p36">
                <a:extLst>
                  <a:ext uri="{FF2B5EF4-FFF2-40B4-BE49-F238E27FC236}">
                    <a16:creationId xmlns:a16="http://schemas.microsoft.com/office/drawing/2014/main" id="{D8195A27-CDDC-6395-3407-8BCF307C4511}"/>
                  </a:ext>
                </a:extLst>
              </p:cNvPr>
              <p:cNvSpPr/>
              <p:nvPr/>
            </p:nvSpPr>
            <p:spPr>
              <a:xfrm>
                <a:off x="458225" y="2882250"/>
                <a:ext cx="548250" cy="339675"/>
              </a:xfrm>
              <a:custGeom>
                <a:avLst/>
                <a:gdLst/>
                <a:ahLst/>
                <a:cxnLst/>
                <a:rect l="l" t="t" r="r" b="b"/>
                <a:pathLst>
                  <a:path w="21930" h="13587" extrusionOk="0">
                    <a:moveTo>
                      <a:pt x="19578" y="1"/>
                    </a:moveTo>
                    <a:lnTo>
                      <a:pt x="1" y="13586"/>
                    </a:lnTo>
                    <a:lnTo>
                      <a:pt x="2352" y="13586"/>
                    </a:lnTo>
                    <a:lnTo>
                      <a:pt x="219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869;p36">
                <a:extLst>
                  <a:ext uri="{FF2B5EF4-FFF2-40B4-BE49-F238E27FC236}">
                    <a16:creationId xmlns:a16="http://schemas.microsoft.com/office/drawing/2014/main" id="{462443C5-32BF-F284-8445-2DCB043EF8AC}"/>
                  </a:ext>
                </a:extLst>
              </p:cNvPr>
              <p:cNvSpPr/>
              <p:nvPr/>
            </p:nvSpPr>
            <p:spPr>
              <a:xfrm>
                <a:off x="441025" y="2869725"/>
                <a:ext cx="582650" cy="364725"/>
              </a:xfrm>
              <a:custGeom>
                <a:avLst/>
                <a:gdLst/>
                <a:ahLst/>
                <a:cxnLst/>
                <a:rect l="l" t="t" r="r" b="b"/>
                <a:pathLst>
                  <a:path w="23306" h="14589" extrusionOk="0">
                    <a:moveTo>
                      <a:pt x="21019" y="1002"/>
                    </a:moveTo>
                    <a:lnTo>
                      <a:pt x="2883" y="13587"/>
                    </a:lnTo>
                    <a:lnTo>
                      <a:pt x="2287" y="13587"/>
                    </a:lnTo>
                    <a:lnTo>
                      <a:pt x="20423" y="1002"/>
                    </a:lnTo>
                    <a:close/>
                    <a:moveTo>
                      <a:pt x="20266" y="1"/>
                    </a:moveTo>
                    <a:cubicBezTo>
                      <a:pt x="20162" y="1"/>
                      <a:pt x="20066" y="31"/>
                      <a:pt x="19979" y="92"/>
                    </a:cubicBezTo>
                    <a:lnTo>
                      <a:pt x="401" y="13674"/>
                    </a:lnTo>
                    <a:cubicBezTo>
                      <a:pt x="1" y="13952"/>
                      <a:pt x="197" y="14588"/>
                      <a:pt x="689" y="14588"/>
                    </a:cubicBezTo>
                    <a:lnTo>
                      <a:pt x="3040" y="14588"/>
                    </a:lnTo>
                    <a:cubicBezTo>
                      <a:pt x="3140" y="14588"/>
                      <a:pt x="3240" y="14553"/>
                      <a:pt x="3323" y="14497"/>
                    </a:cubicBezTo>
                    <a:lnTo>
                      <a:pt x="22901" y="915"/>
                    </a:lnTo>
                    <a:cubicBezTo>
                      <a:pt x="23305" y="632"/>
                      <a:pt x="23105" y="1"/>
                      <a:pt x="226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EC032395-2077-BDC7-940B-626958A427D5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1</a:t>
            </a: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AF7276C6-7327-7095-163E-016A8505A678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207433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Tổng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quan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06782A34-6A4E-FE7A-0BF8-BA9BDE701215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30" name="Google Shape;878;p37">
            <a:extLst>
              <a:ext uri="{FF2B5EF4-FFF2-40B4-BE49-F238E27FC236}">
                <a16:creationId xmlns:a16="http://schemas.microsoft.com/office/drawing/2014/main" id="{8BE848DA-475A-B6AF-7044-74CDE5741572}"/>
              </a:ext>
            </a:extLst>
          </p:cNvPr>
          <p:cNvSpPr txBox="1">
            <a:spLocks/>
          </p:cNvSpPr>
          <p:nvPr/>
        </p:nvSpPr>
        <p:spPr>
          <a:xfrm>
            <a:off x="454214" y="-537266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32" name="Google Shape;878;p37">
            <a:extLst>
              <a:ext uri="{FF2B5EF4-FFF2-40B4-BE49-F238E27FC236}">
                <a16:creationId xmlns:a16="http://schemas.microsoft.com/office/drawing/2014/main" id="{4581DFD3-434B-7400-00F6-108B34D30828}"/>
              </a:ext>
            </a:extLst>
          </p:cNvPr>
          <p:cNvSpPr txBox="1">
            <a:spLocks/>
          </p:cNvSpPr>
          <p:nvPr/>
        </p:nvSpPr>
        <p:spPr>
          <a:xfrm>
            <a:off x="2446866" y="-547810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34" name="Google Shape;878;p37">
            <a:extLst>
              <a:ext uri="{FF2B5EF4-FFF2-40B4-BE49-F238E27FC236}">
                <a16:creationId xmlns:a16="http://schemas.microsoft.com/office/drawing/2014/main" id="{04304DDF-495C-6013-9E05-C7570928A3A7}"/>
              </a:ext>
            </a:extLst>
          </p:cNvPr>
          <p:cNvSpPr txBox="1">
            <a:spLocks/>
          </p:cNvSpPr>
          <p:nvPr/>
        </p:nvSpPr>
        <p:spPr>
          <a:xfrm>
            <a:off x="2327123" y="-556089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821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71EB1257-1DF4-969E-BAA8-9FDC8818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BD1EE9AB-386C-E442-7BBC-D1AD0941AB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8" y="699367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Mô hình mạng an toàn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2569A13E-FA1F-83D4-BB88-0E3A2B51B4D3}"/>
              </a:ext>
            </a:extLst>
          </p:cNvPr>
          <p:cNvSpPr/>
          <p:nvPr/>
        </p:nvSpPr>
        <p:spPr>
          <a:xfrm>
            <a:off x="568113" y="1142454"/>
            <a:ext cx="80077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just">
              <a:lnSpc>
                <a:spcPct val="130000"/>
              </a:lnSpc>
            </a:pPr>
            <a:r>
              <a:rPr lang="en-US" sz="1700" dirty="0" err="1"/>
              <a:t>Mô</a:t>
            </a:r>
            <a:r>
              <a:rPr lang="en-US" sz="1700" dirty="0"/>
              <a:t> </a:t>
            </a:r>
            <a:r>
              <a:rPr lang="en-US" sz="1700" dirty="0" err="1"/>
              <a:t>hình</a:t>
            </a:r>
            <a:r>
              <a:rPr lang="en-US" sz="1700" dirty="0"/>
              <a:t> </a:t>
            </a:r>
            <a:r>
              <a:rPr lang="en-US" sz="1700" dirty="0" err="1"/>
              <a:t>mạng</a:t>
            </a:r>
            <a:r>
              <a:rPr lang="en-US" sz="1700" dirty="0"/>
              <a:t> an </a:t>
            </a:r>
            <a:r>
              <a:rPr lang="en-US" sz="1700" dirty="0" err="1"/>
              <a:t>toàn</a:t>
            </a:r>
            <a:r>
              <a:rPr lang="en-US" sz="1700" dirty="0"/>
              <a:t> </a:t>
            </a:r>
            <a:r>
              <a:rPr lang="en-US" sz="1700" dirty="0" err="1"/>
              <a:t>là</a:t>
            </a:r>
            <a:r>
              <a:rPr lang="en-US" sz="1700" dirty="0"/>
              <a:t> </a:t>
            </a:r>
            <a:r>
              <a:rPr lang="en-US" sz="1700" dirty="0" err="1"/>
              <a:t>kiến</a:t>
            </a:r>
            <a:r>
              <a:rPr lang="en-US" sz="1700" dirty="0"/>
              <a:t> </a:t>
            </a:r>
            <a:r>
              <a:rPr lang="en-US" sz="1700" dirty="0" err="1"/>
              <a:t>trúc</a:t>
            </a:r>
            <a:r>
              <a:rPr lang="en-US" sz="1700" dirty="0"/>
              <a:t> </a:t>
            </a:r>
            <a:r>
              <a:rPr lang="en-US" sz="1700" dirty="0" err="1"/>
              <a:t>mạng</a:t>
            </a:r>
            <a:r>
              <a:rPr lang="en-US" sz="1700" dirty="0"/>
              <a:t> </a:t>
            </a:r>
            <a:r>
              <a:rPr lang="en-US" sz="1700" dirty="0" err="1"/>
              <a:t>tích</a:t>
            </a:r>
            <a:r>
              <a:rPr lang="en-US" sz="1700" dirty="0"/>
              <a:t> </a:t>
            </a:r>
            <a:r>
              <a:rPr lang="en-US" sz="1700" dirty="0" err="1"/>
              <a:t>hợp</a:t>
            </a:r>
            <a:r>
              <a:rPr lang="en-US" sz="1700" dirty="0"/>
              <a:t> </a:t>
            </a:r>
            <a:r>
              <a:rPr lang="en-US" sz="1700" dirty="0" err="1"/>
              <a:t>các</a:t>
            </a:r>
            <a:r>
              <a:rPr lang="en-US" sz="1700" dirty="0"/>
              <a:t> </a:t>
            </a:r>
            <a:r>
              <a:rPr lang="en-US" sz="1700" dirty="0" err="1"/>
              <a:t>lớp</a:t>
            </a:r>
            <a:r>
              <a:rPr lang="en-US" sz="1700" dirty="0"/>
              <a:t> </a:t>
            </a:r>
            <a:r>
              <a:rPr lang="en-US" sz="1700" dirty="0" err="1"/>
              <a:t>bảo</a:t>
            </a:r>
            <a:r>
              <a:rPr lang="en-US" sz="1700" dirty="0"/>
              <a:t> </a:t>
            </a:r>
            <a:r>
              <a:rPr lang="en-US" sz="1700" dirty="0" err="1"/>
              <a:t>vệ</a:t>
            </a:r>
            <a:r>
              <a:rPr lang="en-US" sz="1700" dirty="0"/>
              <a:t> </a:t>
            </a:r>
            <a:r>
              <a:rPr lang="en-US" sz="1700" dirty="0" err="1"/>
              <a:t>để</a:t>
            </a:r>
            <a:r>
              <a:rPr lang="en-US" sz="1700" dirty="0"/>
              <a:t> </a:t>
            </a:r>
            <a:r>
              <a:rPr lang="en-US" sz="1700" dirty="0" err="1"/>
              <a:t>ngăn</a:t>
            </a:r>
            <a:r>
              <a:rPr lang="en-US" sz="1700" dirty="0"/>
              <a:t> </a:t>
            </a:r>
            <a:r>
              <a:rPr lang="en-US" sz="1700" dirty="0" err="1"/>
              <a:t>chặn</a:t>
            </a:r>
            <a:r>
              <a:rPr lang="en-US" sz="1700" dirty="0"/>
              <a:t>, </a:t>
            </a:r>
            <a:r>
              <a:rPr lang="en-US" sz="1700" dirty="0" err="1"/>
              <a:t>phát</a:t>
            </a:r>
            <a:r>
              <a:rPr lang="en-US" sz="1700" dirty="0"/>
              <a:t> </a:t>
            </a:r>
            <a:r>
              <a:rPr lang="en-US" sz="1700" dirty="0" err="1"/>
              <a:t>hiện</a:t>
            </a:r>
            <a:r>
              <a:rPr lang="en-US" sz="1700" dirty="0"/>
              <a:t> </a:t>
            </a:r>
            <a:r>
              <a:rPr lang="en-US" sz="1700" dirty="0" err="1"/>
              <a:t>và</a:t>
            </a:r>
            <a:r>
              <a:rPr lang="en-US" sz="1700" dirty="0"/>
              <a:t> </a:t>
            </a:r>
            <a:r>
              <a:rPr lang="en-US" sz="1700" dirty="0" err="1"/>
              <a:t>ứng</a:t>
            </a:r>
            <a:r>
              <a:rPr lang="en-US" sz="1700" dirty="0"/>
              <a:t> </a:t>
            </a:r>
            <a:r>
              <a:rPr lang="en-US" sz="1700" dirty="0" err="1"/>
              <a:t>phó</a:t>
            </a:r>
            <a:r>
              <a:rPr lang="en-US" sz="1700" dirty="0"/>
              <a:t> </a:t>
            </a:r>
            <a:r>
              <a:rPr lang="en-US" sz="1700" dirty="0" err="1"/>
              <a:t>với</a:t>
            </a:r>
            <a:r>
              <a:rPr lang="en-US" sz="1700" dirty="0"/>
              <a:t> </a:t>
            </a:r>
            <a:r>
              <a:rPr lang="en-US" sz="1700" dirty="0" err="1"/>
              <a:t>mối</a:t>
            </a:r>
            <a:r>
              <a:rPr lang="en-US" sz="1700" dirty="0"/>
              <a:t> </a:t>
            </a:r>
            <a:r>
              <a:rPr lang="en-US" sz="1700" dirty="0" err="1"/>
              <a:t>đe</a:t>
            </a:r>
            <a:r>
              <a:rPr lang="en-US" sz="1700" dirty="0"/>
              <a:t> </a:t>
            </a:r>
            <a:r>
              <a:rPr lang="en-US" sz="1700" dirty="0" err="1"/>
              <a:t>dọa</a:t>
            </a:r>
            <a:r>
              <a:rPr lang="en-US" sz="1700" dirty="0"/>
              <a:t>.</a:t>
            </a:r>
          </a:p>
        </p:txBody>
      </p: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50FA3B00-EFAB-C5C8-6280-9D26383A85B0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F39CCC16-D126-370E-C454-E1DB4E967DF2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93BC4999-2A26-FE59-3A5D-29B3869FA4BD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5F52FA-FDB0-A1BC-78FB-0592C072CF18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4572000" y="1965414"/>
            <a:ext cx="0" cy="317808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929A38BF-015C-7296-F1B9-80AF7B158169}"/>
              </a:ext>
            </a:extLst>
          </p:cNvPr>
          <p:cNvSpPr/>
          <p:nvPr/>
        </p:nvSpPr>
        <p:spPr>
          <a:xfrm>
            <a:off x="568113" y="207931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0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8995346D-3A45-FE0E-2CDB-79EA0E80FF29}"/>
              </a:ext>
            </a:extLst>
          </p:cNvPr>
          <p:cNvSpPr/>
          <p:nvPr/>
        </p:nvSpPr>
        <p:spPr>
          <a:xfrm>
            <a:off x="5060285" y="207931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0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FC4CF07-920F-668A-D5BD-F2DDE21DEABB}"/>
              </a:ext>
            </a:extLst>
          </p:cNvPr>
          <p:cNvSpPr/>
          <p:nvPr/>
        </p:nvSpPr>
        <p:spPr>
          <a:xfrm>
            <a:off x="568113" y="2593659"/>
            <a:ext cx="3634528" cy="192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: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lén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nhạy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: 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sàng</a:t>
            </a:r>
            <a:r>
              <a:rPr lang="en-US" dirty="0"/>
              <a:t>: </a:t>
            </a:r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E9B3890-D5E2-1A72-A316-F29F16B328E3}"/>
              </a:ext>
            </a:extLst>
          </p:cNvPr>
          <p:cNvSpPr/>
          <p:nvPr/>
        </p:nvSpPr>
        <p:spPr>
          <a:xfrm>
            <a:off x="5060285" y="2595033"/>
            <a:ext cx="3634528" cy="2210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 </a:t>
            </a:r>
            <a:r>
              <a:rPr lang="en-US" dirty="0" err="1"/>
              <a:t>lửa</a:t>
            </a:r>
            <a:r>
              <a:rPr lang="en-US" dirty="0"/>
              <a:t>: </a:t>
            </a:r>
            <a:r>
              <a:rPr lang="en-US" dirty="0" err="1"/>
              <a:t>Chốt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vành</a:t>
            </a:r>
            <a:r>
              <a:rPr lang="en-US" dirty="0"/>
              <a:t> </a:t>
            </a:r>
            <a:r>
              <a:rPr lang="en-US" dirty="0" err="1"/>
              <a:t>đai</a:t>
            </a:r>
            <a:r>
              <a:rPr lang="en-US" dirty="0"/>
              <a:t>,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Firewall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IDS/IPS: 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can </a:t>
            </a:r>
            <a:r>
              <a:rPr lang="en-US" dirty="0" err="1"/>
              <a:t>thiệp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hại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NAC: 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Bảo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: Cài </a:t>
            </a:r>
            <a:r>
              <a:rPr lang="en-US" dirty="0" err="1"/>
              <a:t>đặt</a:t>
            </a:r>
            <a:r>
              <a:rPr lang="en-US" dirty="0"/>
              <a:t> EDR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chống</a:t>
            </a:r>
            <a:r>
              <a:rPr lang="en-US" dirty="0"/>
              <a:t> Ransomware.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36455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3CA7C017-63A3-60F8-E4CF-C95CDF93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B99C81FE-D6D4-60C1-76D5-74B8F8BD8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7" y="699367"/>
            <a:ext cx="723890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Cấu trúc mạng sử dụng cho Công ty CP Trung Anh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550FDABB-5C2F-606D-6DD5-BB97EAE7928F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E10235E9-8A0A-2E03-E9CD-AADD19E0AC2F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0FF26D1B-702B-753E-28C5-D7EBFBDFE1EF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F29BCD2-2FF2-BC72-5735-BDAD5A408337}"/>
              </a:ext>
            </a:extLst>
          </p:cNvPr>
          <p:cNvGrpSpPr/>
          <p:nvPr/>
        </p:nvGrpSpPr>
        <p:grpSpPr>
          <a:xfrm>
            <a:off x="577586" y="1261751"/>
            <a:ext cx="4846320" cy="539700"/>
            <a:chOff x="454214" y="1239067"/>
            <a:chExt cx="4846320" cy="539700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E55F6D93-8C48-3F24-CA80-83A7CCC23AA6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ACAB4E7E-081D-434C-EE05-1444C2D14607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416BE209-2F4F-E099-3B28-EC779ECEFB14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D4FEDA9D-C454-B5A2-BC3C-D004D453F6F3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Lớp</a:t>
              </a:r>
              <a:r>
                <a:rPr lang="en-US" dirty="0"/>
                <a:t> </a:t>
              </a:r>
              <a:r>
                <a:rPr lang="en-US" dirty="0" err="1"/>
                <a:t>vành</a:t>
              </a:r>
              <a:r>
                <a:rPr lang="en-US" dirty="0"/>
                <a:t> </a:t>
              </a:r>
              <a:r>
                <a:rPr lang="en-US" dirty="0" err="1"/>
                <a:t>đai</a:t>
              </a:r>
              <a:r>
                <a:rPr lang="en-US" dirty="0"/>
                <a:t>: Định </a:t>
              </a:r>
              <a:r>
                <a:rPr lang="en-US" dirty="0" err="1"/>
                <a:t>tuyến</a:t>
              </a:r>
              <a:r>
                <a:rPr lang="en-US" dirty="0"/>
                <a:t> </a:t>
              </a:r>
              <a:r>
                <a:rPr lang="en-US" dirty="0" err="1"/>
                <a:t>biên</a:t>
              </a:r>
              <a:r>
                <a:rPr lang="en-US" dirty="0"/>
                <a:t> </a:t>
              </a:r>
              <a:r>
                <a:rPr lang="en-US" dirty="0" err="1"/>
                <a:t>và</a:t>
              </a:r>
              <a:r>
                <a:rPr lang="en-US" dirty="0"/>
                <a:t> </a:t>
              </a:r>
              <a:r>
                <a:rPr lang="en-US" dirty="0" err="1"/>
                <a:t>lọc</a:t>
              </a:r>
              <a:r>
                <a:rPr lang="en-US" dirty="0"/>
                <a:t> </a:t>
              </a:r>
              <a:r>
                <a:rPr lang="en-US" dirty="0" err="1"/>
                <a:t>thô</a:t>
              </a:r>
              <a:r>
                <a:rPr lang="en-US" dirty="0"/>
                <a:t> </a:t>
              </a:r>
              <a:r>
                <a:rPr lang="en-US" dirty="0" err="1"/>
                <a:t>gói</a:t>
              </a:r>
              <a:r>
                <a:rPr lang="en-US" dirty="0"/>
                <a:t> tin </a:t>
              </a:r>
              <a:r>
                <a:rPr lang="en-US" dirty="0" err="1"/>
                <a:t>tại</a:t>
              </a:r>
              <a:r>
                <a:rPr lang="en-US" dirty="0"/>
                <a:t> </a:t>
              </a:r>
              <a:r>
                <a:rPr lang="en-US" dirty="0" err="1"/>
                <a:t>cửa</a:t>
              </a:r>
              <a:r>
                <a:rPr lang="en-US" dirty="0"/>
                <a:t> </a:t>
              </a:r>
              <a:r>
                <a:rPr lang="en-US" dirty="0" err="1"/>
                <a:t>ngõ</a:t>
              </a:r>
              <a:r>
                <a:rPr lang="en-US" dirty="0"/>
                <a:t> Internet.</a:t>
              </a: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96A52E4C-271D-666C-CDA7-6F8B4A51AD09}"/>
              </a:ext>
            </a:extLst>
          </p:cNvPr>
          <p:cNvGrpSpPr/>
          <p:nvPr/>
        </p:nvGrpSpPr>
        <p:grpSpPr>
          <a:xfrm>
            <a:off x="577586" y="1989884"/>
            <a:ext cx="4846320" cy="539700"/>
            <a:chOff x="454214" y="1239067"/>
            <a:chExt cx="4846320" cy="539700"/>
          </a:xfrm>
        </p:grpSpPr>
        <p:sp>
          <p:nvSpPr>
            <p:cNvPr id="282" name="Shape 3">
              <a:extLst>
                <a:ext uri="{FF2B5EF4-FFF2-40B4-BE49-F238E27FC236}">
                  <a16:creationId xmlns:a16="http://schemas.microsoft.com/office/drawing/2014/main" id="{E6A87C79-861E-50E9-FF68-076BBF0A4B44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Shape 4">
              <a:extLst>
                <a:ext uri="{FF2B5EF4-FFF2-40B4-BE49-F238E27FC236}">
                  <a16:creationId xmlns:a16="http://schemas.microsoft.com/office/drawing/2014/main" id="{74498016-F10E-1E76-D928-630BCA9E0942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Text 5">
              <a:extLst>
                <a:ext uri="{FF2B5EF4-FFF2-40B4-BE49-F238E27FC236}">
                  <a16:creationId xmlns:a16="http://schemas.microsoft.com/office/drawing/2014/main" id="{F25BBE92-4CDA-15C2-85CC-4D7ABF306AFB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285" name="Text 7">
              <a:extLst>
                <a:ext uri="{FF2B5EF4-FFF2-40B4-BE49-F238E27FC236}">
                  <a16:creationId xmlns:a16="http://schemas.microsoft.com/office/drawing/2014/main" id="{8DA1B54A-E6C5-4EE0-C176-4343715963B1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Phân</a:t>
              </a:r>
              <a:r>
                <a:rPr lang="en-US" dirty="0"/>
                <a:t> </a:t>
              </a:r>
              <a:r>
                <a:rPr lang="en-US" dirty="0" err="1"/>
                <a:t>vùng</a:t>
              </a:r>
              <a:r>
                <a:rPr lang="en-US" dirty="0"/>
                <a:t> DMZ: </a:t>
              </a:r>
              <a:r>
                <a:rPr lang="en-US" dirty="0" err="1"/>
                <a:t>Vùng</a:t>
              </a:r>
              <a:r>
                <a:rPr lang="en-US" dirty="0"/>
                <a:t> </a:t>
              </a:r>
              <a:r>
                <a:rPr lang="en-US" dirty="0" err="1"/>
                <a:t>đệm</a:t>
              </a:r>
              <a:r>
                <a:rPr lang="en-US" dirty="0"/>
                <a:t> an </a:t>
              </a:r>
              <a:r>
                <a:rPr lang="en-US" dirty="0" err="1"/>
                <a:t>toàn</a:t>
              </a:r>
              <a:r>
                <a:rPr lang="en-US" dirty="0"/>
                <a:t> </a:t>
              </a:r>
              <a:r>
                <a:rPr lang="en-US" dirty="0" err="1"/>
                <a:t>cho</a:t>
              </a:r>
              <a:r>
                <a:rPr lang="en-US" dirty="0"/>
                <a:t> </a:t>
              </a:r>
              <a:r>
                <a:rPr lang="en-US" dirty="0" err="1"/>
                <a:t>đối</a:t>
              </a:r>
              <a:r>
                <a:rPr lang="en-US" dirty="0"/>
                <a:t> </a:t>
              </a:r>
              <a:r>
                <a:rPr lang="en-US" dirty="0" err="1"/>
                <a:t>tác</a:t>
              </a:r>
              <a:r>
                <a:rPr lang="en-US" dirty="0"/>
                <a:t> </a:t>
              </a:r>
              <a:r>
                <a:rPr lang="en-US" dirty="0" err="1"/>
                <a:t>và</a:t>
              </a:r>
              <a:r>
                <a:rPr lang="en-US" dirty="0"/>
                <a:t> </a:t>
              </a:r>
              <a:r>
                <a:rPr lang="en-US" dirty="0" err="1"/>
                <a:t>khách</a:t>
              </a:r>
              <a:r>
                <a:rPr lang="en-US" dirty="0"/>
                <a:t> </a:t>
              </a:r>
              <a:r>
                <a:rPr lang="en-US" dirty="0" err="1"/>
                <a:t>hàng</a:t>
              </a:r>
              <a:r>
                <a:rPr lang="en-US" dirty="0"/>
                <a:t> </a:t>
              </a:r>
              <a:r>
                <a:rPr lang="en-US" dirty="0" err="1"/>
                <a:t>truy</a:t>
              </a:r>
              <a:r>
                <a:rPr lang="en-US" dirty="0"/>
                <a:t> </a:t>
              </a:r>
              <a:r>
                <a:rPr lang="en-US" dirty="0" err="1"/>
                <a:t>cập</a:t>
              </a:r>
              <a:r>
                <a:rPr lang="en-US" dirty="0"/>
                <a:t> </a:t>
              </a:r>
              <a:r>
                <a:rPr lang="en-US" dirty="0" err="1"/>
                <a:t>dịch</a:t>
              </a:r>
              <a:r>
                <a:rPr lang="en-US" dirty="0"/>
                <a:t> </a:t>
              </a:r>
              <a:r>
                <a:rPr lang="en-US" dirty="0" err="1"/>
                <a:t>vụ</a:t>
              </a:r>
              <a:r>
                <a:rPr lang="en-US" dirty="0"/>
                <a:t>.</a:t>
              </a: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C3442DEF-D9CF-8641-53E4-2CD86287B114}"/>
              </a:ext>
            </a:extLst>
          </p:cNvPr>
          <p:cNvGrpSpPr/>
          <p:nvPr/>
        </p:nvGrpSpPr>
        <p:grpSpPr>
          <a:xfrm>
            <a:off x="577586" y="2718017"/>
            <a:ext cx="4846320" cy="539700"/>
            <a:chOff x="454214" y="1239067"/>
            <a:chExt cx="4846320" cy="539700"/>
          </a:xfrm>
        </p:grpSpPr>
        <p:sp>
          <p:nvSpPr>
            <p:cNvPr id="287" name="Shape 3">
              <a:extLst>
                <a:ext uri="{FF2B5EF4-FFF2-40B4-BE49-F238E27FC236}">
                  <a16:creationId xmlns:a16="http://schemas.microsoft.com/office/drawing/2014/main" id="{162DEF2D-04C8-9B4C-6750-00F3B4F5A085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Shape 4">
              <a:extLst>
                <a:ext uri="{FF2B5EF4-FFF2-40B4-BE49-F238E27FC236}">
                  <a16:creationId xmlns:a16="http://schemas.microsoft.com/office/drawing/2014/main" id="{F8BE2B8E-2584-DF59-BDB3-F00CB70E9AA4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Text 5">
              <a:extLst>
                <a:ext uri="{FF2B5EF4-FFF2-40B4-BE49-F238E27FC236}">
                  <a16:creationId xmlns:a16="http://schemas.microsoft.com/office/drawing/2014/main" id="{4E1A935B-05A9-1FEC-BDE2-F7249662E28F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290" name="Text 7">
              <a:extLst>
                <a:ext uri="{FF2B5EF4-FFF2-40B4-BE49-F238E27FC236}">
                  <a16:creationId xmlns:a16="http://schemas.microsoft.com/office/drawing/2014/main" id="{1C4B013F-8237-A08E-A833-0E5FD7F5212B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Lớp</a:t>
              </a:r>
              <a:r>
                <a:rPr lang="en-US" dirty="0"/>
                <a:t> </a:t>
              </a:r>
              <a:r>
                <a:rPr lang="en-US" dirty="0" err="1"/>
                <a:t>nội</a:t>
              </a:r>
              <a:r>
                <a:rPr lang="en-US" dirty="0"/>
                <a:t> </a:t>
              </a:r>
              <a:r>
                <a:rPr lang="en-US" dirty="0" err="1"/>
                <a:t>bộ</a:t>
              </a:r>
              <a:r>
                <a:rPr lang="en-US" dirty="0"/>
                <a:t> (Internal): </a:t>
              </a:r>
              <a:r>
                <a:rPr lang="en-US" dirty="0" err="1"/>
                <a:t>Phân</a:t>
              </a:r>
              <a:r>
                <a:rPr lang="en-US" dirty="0"/>
                <a:t> </a:t>
              </a:r>
              <a:r>
                <a:rPr lang="en-US" dirty="0" err="1"/>
                <a:t>đoạn</a:t>
              </a:r>
              <a:r>
                <a:rPr lang="en-US" dirty="0"/>
                <a:t> </a:t>
              </a:r>
              <a:r>
                <a:rPr lang="en-US" dirty="0" err="1"/>
                <a:t>mạng</a:t>
              </a:r>
              <a:r>
                <a:rPr lang="en-US" dirty="0"/>
                <a:t> </a:t>
              </a:r>
              <a:r>
                <a:rPr lang="en-US" dirty="0" err="1"/>
                <a:t>bằng</a:t>
              </a:r>
              <a:r>
                <a:rPr lang="en-US" dirty="0"/>
                <a:t> VLAN </a:t>
              </a:r>
              <a:r>
                <a:rPr lang="en-US" dirty="0" err="1"/>
                <a:t>để</a:t>
              </a:r>
              <a:r>
                <a:rPr lang="en-US" dirty="0"/>
                <a:t> </a:t>
              </a:r>
              <a:r>
                <a:rPr lang="en-US" dirty="0" err="1"/>
                <a:t>giới</a:t>
              </a:r>
              <a:r>
                <a:rPr lang="en-US" dirty="0"/>
                <a:t> </a:t>
              </a:r>
              <a:r>
                <a:rPr lang="en-US" dirty="0" err="1"/>
                <a:t>hạn</a:t>
              </a:r>
              <a:r>
                <a:rPr lang="en-US" dirty="0"/>
                <a:t> </a:t>
              </a:r>
              <a:r>
                <a:rPr lang="en-US" dirty="0" err="1"/>
                <a:t>vùng</a:t>
              </a:r>
              <a:r>
                <a:rPr lang="en-US" dirty="0"/>
                <a:t> </a:t>
              </a:r>
              <a:r>
                <a:rPr lang="en-US" dirty="0" err="1"/>
                <a:t>ảnh</a:t>
              </a:r>
              <a:r>
                <a:rPr lang="en-US" dirty="0"/>
                <a:t> </a:t>
              </a:r>
              <a:r>
                <a:rPr lang="en-US" dirty="0" err="1"/>
                <a:t>hưởng</a:t>
              </a:r>
              <a:r>
                <a:rPr lang="en-US" dirty="0"/>
                <a:t> (Blast Radius).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FB11DE2A-83B1-6718-77A8-A37B5C3B3C16}"/>
              </a:ext>
            </a:extLst>
          </p:cNvPr>
          <p:cNvGrpSpPr/>
          <p:nvPr/>
        </p:nvGrpSpPr>
        <p:grpSpPr>
          <a:xfrm>
            <a:off x="577586" y="3446150"/>
            <a:ext cx="4846320" cy="539700"/>
            <a:chOff x="454214" y="1239067"/>
            <a:chExt cx="4846320" cy="539700"/>
          </a:xfrm>
        </p:grpSpPr>
        <p:sp>
          <p:nvSpPr>
            <p:cNvPr id="292" name="Shape 3">
              <a:extLst>
                <a:ext uri="{FF2B5EF4-FFF2-40B4-BE49-F238E27FC236}">
                  <a16:creationId xmlns:a16="http://schemas.microsoft.com/office/drawing/2014/main" id="{D542ECA9-21E6-15C7-0658-03F0E40EF7F4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Shape 4">
              <a:extLst>
                <a:ext uri="{FF2B5EF4-FFF2-40B4-BE49-F238E27FC236}">
                  <a16:creationId xmlns:a16="http://schemas.microsoft.com/office/drawing/2014/main" id="{015622DB-6E96-AD11-5B67-4AC8633F5139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Text 5">
              <a:extLst>
                <a:ext uri="{FF2B5EF4-FFF2-40B4-BE49-F238E27FC236}">
                  <a16:creationId xmlns:a16="http://schemas.microsoft.com/office/drawing/2014/main" id="{230C82E5-9E09-5107-07D3-9C7E089DFAEF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600" dirty="0"/>
            </a:p>
          </p:txBody>
        </p:sp>
        <p:sp>
          <p:nvSpPr>
            <p:cNvPr id="295" name="Text 7">
              <a:extLst>
                <a:ext uri="{FF2B5EF4-FFF2-40B4-BE49-F238E27FC236}">
                  <a16:creationId xmlns:a16="http://schemas.microsoft.com/office/drawing/2014/main" id="{39B1D866-5B38-79A8-7357-28DA95F1A273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Vùng</a:t>
              </a:r>
              <a:r>
                <a:rPr lang="en-US" dirty="0"/>
                <a:t> </a:t>
              </a:r>
              <a:r>
                <a:rPr lang="en-US" dirty="0" err="1"/>
                <a:t>máy</a:t>
              </a:r>
              <a:r>
                <a:rPr lang="en-US" dirty="0"/>
                <a:t> </a:t>
              </a:r>
              <a:r>
                <a:rPr lang="en-US" dirty="0" err="1"/>
                <a:t>chủ</a:t>
              </a:r>
              <a:r>
                <a:rPr lang="en-US" dirty="0"/>
                <a:t> </a:t>
              </a:r>
              <a:r>
                <a:rPr lang="en-US" dirty="0" err="1"/>
                <a:t>nội</a:t>
              </a:r>
              <a:r>
                <a:rPr lang="en-US" dirty="0"/>
                <a:t> </a:t>
              </a:r>
              <a:r>
                <a:rPr lang="en-US" dirty="0" err="1"/>
                <a:t>bộ</a:t>
              </a:r>
              <a:r>
                <a:rPr lang="en-US" dirty="0"/>
                <a:t>: </a:t>
              </a:r>
              <a:r>
                <a:rPr lang="en-US" dirty="0" err="1"/>
                <a:t>Lớp</a:t>
              </a:r>
              <a:r>
                <a:rPr lang="en-US" dirty="0"/>
                <a:t> </a:t>
              </a:r>
              <a:r>
                <a:rPr lang="en-US" dirty="0" err="1"/>
                <a:t>sâu</a:t>
              </a:r>
              <a:r>
                <a:rPr lang="en-US" dirty="0"/>
                <a:t> </a:t>
              </a:r>
              <a:r>
                <a:rPr lang="en-US" dirty="0" err="1"/>
                <a:t>nhất</a:t>
              </a:r>
              <a:r>
                <a:rPr lang="en-US" dirty="0"/>
                <a:t>, </a:t>
              </a:r>
              <a:r>
                <a:rPr lang="en-US" dirty="0" err="1"/>
                <a:t>lưu</a:t>
              </a:r>
              <a:r>
                <a:rPr lang="en-US" dirty="0"/>
                <a:t> </a:t>
              </a:r>
              <a:r>
                <a:rPr lang="en-US" dirty="0" err="1"/>
                <a:t>trữ</a:t>
              </a:r>
              <a:r>
                <a:rPr lang="en-US" dirty="0"/>
                <a:t> AD, File Server, Database; </a:t>
              </a:r>
              <a:r>
                <a:rPr lang="en-US" dirty="0" err="1"/>
                <a:t>bảo</a:t>
              </a:r>
              <a:r>
                <a:rPr lang="en-US" dirty="0"/>
                <a:t> </a:t>
              </a:r>
              <a:r>
                <a:rPr lang="en-US" dirty="0" err="1"/>
                <a:t>vệ</a:t>
              </a:r>
              <a:r>
                <a:rPr lang="en-US" dirty="0"/>
                <a:t> </a:t>
              </a:r>
              <a:r>
                <a:rPr lang="en-US" dirty="0" err="1"/>
                <a:t>nghiêm</a:t>
              </a:r>
              <a:r>
                <a:rPr lang="en-US" dirty="0"/>
                <a:t> </a:t>
              </a:r>
              <a:r>
                <a:rPr lang="en-US" dirty="0" err="1"/>
                <a:t>ngặt</a:t>
              </a:r>
              <a:r>
                <a:rPr lang="en-US" dirty="0"/>
                <a:t> </a:t>
              </a:r>
              <a:r>
                <a:rPr lang="en-US" dirty="0" err="1"/>
                <a:t>nhất</a:t>
              </a:r>
              <a:r>
                <a:rPr lang="en-US" dirty="0"/>
                <a:t>.</a:t>
              </a: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DD244506-AEEB-2CC1-CC96-62F2485AC93B}"/>
              </a:ext>
            </a:extLst>
          </p:cNvPr>
          <p:cNvGrpSpPr/>
          <p:nvPr/>
        </p:nvGrpSpPr>
        <p:grpSpPr>
          <a:xfrm>
            <a:off x="577586" y="4174283"/>
            <a:ext cx="4846320" cy="539700"/>
            <a:chOff x="454214" y="1239067"/>
            <a:chExt cx="4846320" cy="539700"/>
          </a:xfrm>
        </p:grpSpPr>
        <p:sp>
          <p:nvSpPr>
            <p:cNvPr id="298" name="Shape 3">
              <a:extLst>
                <a:ext uri="{FF2B5EF4-FFF2-40B4-BE49-F238E27FC236}">
                  <a16:creationId xmlns:a16="http://schemas.microsoft.com/office/drawing/2014/main" id="{BDBFF40B-5B63-2D96-EDF0-00A1AEA5D319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Shape 4">
              <a:extLst>
                <a:ext uri="{FF2B5EF4-FFF2-40B4-BE49-F238E27FC236}">
                  <a16:creationId xmlns:a16="http://schemas.microsoft.com/office/drawing/2014/main" id="{92D835F2-C231-B8C2-723A-E5123C55B475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Text 5">
              <a:extLst>
                <a:ext uri="{FF2B5EF4-FFF2-40B4-BE49-F238E27FC236}">
                  <a16:creationId xmlns:a16="http://schemas.microsoft.com/office/drawing/2014/main" id="{11606FEE-A3F8-88A4-67DF-0C8EE8FAAB79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</a:t>
              </a:r>
              <a:endParaRPr lang="en-US" sz="1600" dirty="0"/>
            </a:p>
          </p:txBody>
        </p:sp>
        <p:sp>
          <p:nvSpPr>
            <p:cNvPr id="301" name="Text 7">
              <a:extLst>
                <a:ext uri="{FF2B5EF4-FFF2-40B4-BE49-F238E27FC236}">
                  <a16:creationId xmlns:a16="http://schemas.microsoft.com/office/drawing/2014/main" id="{78B421AB-61CE-492B-2C4A-E5A4DB09BEEA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/>
                <a:t>Remote Access Zone: </a:t>
              </a:r>
              <a:r>
                <a:rPr lang="en-US" dirty="0" err="1"/>
                <a:t>Cổng</a:t>
              </a:r>
              <a:r>
                <a:rPr lang="en-US" dirty="0"/>
                <a:t> VPN </a:t>
              </a:r>
              <a:r>
                <a:rPr lang="en-US" dirty="0" err="1"/>
                <a:t>kết</a:t>
              </a:r>
              <a:r>
                <a:rPr lang="en-US" dirty="0"/>
                <a:t> </a:t>
              </a:r>
              <a:r>
                <a:rPr lang="en-US" dirty="0" err="1"/>
                <a:t>nối</a:t>
              </a:r>
              <a:r>
                <a:rPr lang="en-US" dirty="0"/>
                <a:t> </a:t>
              </a:r>
              <a:r>
                <a:rPr lang="en-US" dirty="0" err="1"/>
                <a:t>kỹ</a:t>
              </a:r>
              <a:r>
                <a:rPr lang="en-US" dirty="0"/>
                <a:t> </a:t>
              </a:r>
              <a:r>
                <a:rPr lang="en-US" dirty="0" err="1"/>
                <a:t>sư</a:t>
              </a:r>
              <a:r>
                <a:rPr lang="en-US" dirty="0"/>
                <a:t> </a:t>
              </a:r>
              <a:r>
                <a:rPr lang="en-US" dirty="0" err="1"/>
                <a:t>hiện</a:t>
              </a:r>
              <a:r>
                <a:rPr lang="en-US" dirty="0"/>
                <a:t> </a:t>
              </a:r>
              <a:r>
                <a:rPr lang="en-US" dirty="0" err="1"/>
                <a:t>trường</a:t>
              </a:r>
              <a:r>
                <a:rPr lang="en-US" dirty="0"/>
                <a:t> </a:t>
              </a:r>
              <a:r>
                <a:rPr lang="en-US" dirty="0" err="1"/>
                <a:t>về</a:t>
              </a:r>
              <a:r>
                <a:rPr lang="en-US" dirty="0"/>
                <a:t> </a:t>
              </a:r>
              <a:r>
                <a:rPr lang="en-US" dirty="0" err="1"/>
                <a:t>trụ</a:t>
              </a:r>
              <a:r>
                <a:rPr lang="en-US" dirty="0"/>
                <a:t> </a:t>
              </a:r>
              <a:r>
                <a:rPr lang="en-US" dirty="0" err="1"/>
                <a:t>sở</a:t>
              </a:r>
              <a:r>
                <a:rPr lang="en-US" dirty="0"/>
                <a:t>.</a:t>
              </a:r>
            </a:p>
          </p:txBody>
        </p:sp>
      </p:grpSp>
      <p:grpSp>
        <p:nvGrpSpPr>
          <p:cNvPr id="555" name="Google Shape;3862;p64">
            <a:extLst>
              <a:ext uri="{FF2B5EF4-FFF2-40B4-BE49-F238E27FC236}">
                <a16:creationId xmlns:a16="http://schemas.microsoft.com/office/drawing/2014/main" id="{DA1B5B9A-5E37-523E-B50C-0AA673D1E50C}"/>
              </a:ext>
            </a:extLst>
          </p:cNvPr>
          <p:cNvGrpSpPr/>
          <p:nvPr/>
        </p:nvGrpSpPr>
        <p:grpSpPr>
          <a:xfrm>
            <a:off x="5703310" y="1276145"/>
            <a:ext cx="3700572" cy="3370363"/>
            <a:chOff x="962450" y="238100"/>
            <a:chExt cx="5751300" cy="5238100"/>
          </a:xfrm>
        </p:grpSpPr>
        <p:sp>
          <p:nvSpPr>
            <p:cNvPr id="556" name="Google Shape;3863;p64">
              <a:extLst>
                <a:ext uri="{FF2B5EF4-FFF2-40B4-BE49-F238E27FC236}">
                  <a16:creationId xmlns:a16="http://schemas.microsoft.com/office/drawing/2014/main" id="{6E85AA7D-E3BB-D64E-ED09-D750FE89A9DA}"/>
                </a:ext>
              </a:extLst>
            </p:cNvPr>
            <p:cNvSpPr/>
            <p:nvPr/>
          </p:nvSpPr>
          <p:spPr>
            <a:xfrm>
              <a:off x="962450" y="238100"/>
              <a:ext cx="5751300" cy="5155000"/>
            </a:xfrm>
            <a:custGeom>
              <a:avLst/>
              <a:gdLst/>
              <a:ahLst/>
              <a:cxnLst/>
              <a:rect l="l" t="t" r="r" b="b"/>
              <a:pathLst>
                <a:path w="230052" h="206200" extrusionOk="0">
                  <a:moveTo>
                    <a:pt x="102974" y="1"/>
                  </a:moveTo>
                  <a:cubicBezTo>
                    <a:pt x="98160" y="1"/>
                    <a:pt x="93442" y="789"/>
                    <a:pt x="89459" y="2228"/>
                  </a:cubicBezTo>
                  <a:cubicBezTo>
                    <a:pt x="72174" y="8474"/>
                    <a:pt x="74478" y="22392"/>
                    <a:pt x="59497" y="32184"/>
                  </a:cubicBezTo>
                  <a:cubicBezTo>
                    <a:pt x="44516" y="41977"/>
                    <a:pt x="30110" y="38539"/>
                    <a:pt x="15706" y="51234"/>
                  </a:cubicBezTo>
                  <a:cubicBezTo>
                    <a:pt x="1301" y="63930"/>
                    <a:pt x="1" y="87997"/>
                    <a:pt x="5910" y="99256"/>
                  </a:cubicBezTo>
                  <a:cubicBezTo>
                    <a:pt x="11821" y="110515"/>
                    <a:pt x="18587" y="118762"/>
                    <a:pt x="12825" y="138129"/>
                  </a:cubicBezTo>
                  <a:cubicBezTo>
                    <a:pt x="7063" y="157496"/>
                    <a:pt x="7639" y="179991"/>
                    <a:pt x="30689" y="191829"/>
                  </a:cubicBezTo>
                  <a:cubicBezTo>
                    <a:pt x="35157" y="194125"/>
                    <a:pt x="39430" y="195026"/>
                    <a:pt x="43526" y="195026"/>
                  </a:cubicBezTo>
                  <a:cubicBezTo>
                    <a:pt x="58540" y="195026"/>
                    <a:pt x="71160" y="182906"/>
                    <a:pt x="82213" y="182906"/>
                  </a:cubicBezTo>
                  <a:cubicBezTo>
                    <a:pt x="83696" y="182906"/>
                    <a:pt x="85150" y="183124"/>
                    <a:pt x="86579" y="183619"/>
                  </a:cubicBezTo>
                  <a:cubicBezTo>
                    <a:pt x="99641" y="188143"/>
                    <a:pt x="122779" y="206199"/>
                    <a:pt x="149118" y="206199"/>
                  </a:cubicBezTo>
                  <a:cubicBezTo>
                    <a:pt x="152986" y="206199"/>
                    <a:pt x="156923" y="205810"/>
                    <a:pt x="160908" y="204931"/>
                  </a:cubicBezTo>
                  <a:cubicBezTo>
                    <a:pt x="192023" y="198068"/>
                    <a:pt x="178195" y="174485"/>
                    <a:pt x="198361" y="167774"/>
                  </a:cubicBezTo>
                  <a:cubicBezTo>
                    <a:pt x="218527" y="161063"/>
                    <a:pt x="230051" y="137885"/>
                    <a:pt x="223138" y="113418"/>
                  </a:cubicBezTo>
                  <a:cubicBezTo>
                    <a:pt x="216223" y="88949"/>
                    <a:pt x="198936" y="84248"/>
                    <a:pt x="202970" y="68845"/>
                  </a:cubicBezTo>
                  <a:cubicBezTo>
                    <a:pt x="206014" y="57223"/>
                    <a:pt x="210094" y="46044"/>
                    <a:pt x="202339" y="34863"/>
                  </a:cubicBezTo>
                  <a:cubicBezTo>
                    <a:pt x="193280" y="21800"/>
                    <a:pt x="178398" y="15485"/>
                    <a:pt x="163366" y="15485"/>
                  </a:cubicBezTo>
                  <a:cubicBezTo>
                    <a:pt x="161783" y="15485"/>
                    <a:pt x="160199" y="15555"/>
                    <a:pt x="158620" y="15695"/>
                  </a:cubicBezTo>
                  <a:cubicBezTo>
                    <a:pt x="155939" y="15932"/>
                    <a:pt x="153087" y="16107"/>
                    <a:pt x="150191" y="16107"/>
                  </a:cubicBezTo>
                  <a:cubicBezTo>
                    <a:pt x="146408" y="16107"/>
                    <a:pt x="142552" y="15808"/>
                    <a:pt x="138910" y="14960"/>
                  </a:cubicBezTo>
                  <a:cubicBezTo>
                    <a:pt x="131547" y="13246"/>
                    <a:pt x="128157" y="9128"/>
                    <a:pt x="122308" y="5219"/>
                  </a:cubicBezTo>
                  <a:lnTo>
                    <a:pt x="122283" y="5202"/>
                  </a:lnTo>
                  <a:cubicBezTo>
                    <a:pt x="116888" y="1602"/>
                    <a:pt x="109834" y="1"/>
                    <a:pt x="102974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3864;p64">
              <a:extLst>
                <a:ext uri="{FF2B5EF4-FFF2-40B4-BE49-F238E27FC236}">
                  <a16:creationId xmlns:a16="http://schemas.microsoft.com/office/drawing/2014/main" id="{E6A95B08-BC47-0F5F-FB73-39F344BFB282}"/>
                </a:ext>
              </a:extLst>
            </p:cNvPr>
            <p:cNvSpPr/>
            <p:nvPr/>
          </p:nvSpPr>
          <p:spPr>
            <a:xfrm>
              <a:off x="1030525" y="242725"/>
              <a:ext cx="5561175" cy="5150350"/>
            </a:xfrm>
            <a:custGeom>
              <a:avLst/>
              <a:gdLst/>
              <a:ahLst/>
              <a:cxnLst/>
              <a:rect l="l" t="t" r="r" b="b"/>
              <a:pathLst>
                <a:path w="222447" h="206014" extrusionOk="0">
                  <a:moveTo>
                    <a:pt x="110280" y="112230"/>
                  </a:moveTo>
                  <a:lnTo>
                    <a:pt x="110417" y="112549"/>
                  </a:lnTo>
                  <a:lnTo>
                    <a:pt x="110251" y="112325"/>
                  </a:lnTo>
                  <a:lnTo>
                    <a:pt x="110280" y="112230"/>
                  </a:lnTo>
                  <a:close/>
                  <a:moveTo>
                    <a:pt x="109811" y="112342"/>
                  </a:moveTo>
                  <a:lnTo>
                    <a:pt x="110049" y="112595"/>
                  </a:lnTo>
                  <a:lnTo>
                    <a:pt x="109817" y="112440"/>
                  </a:lnTo>
                  <a:lnTo>
                    <a:pt x="109811" y="112342"/>
                  </a:lnTo>
                  <a:close/>
                  <a:moveTo>
                    <a:pt x="110758" y="112287"/>
                  </a:moveTo>
                  <a:lnTo>
                    <a:pt x="110778" y="112633"/>
                  </a:lnTo>
                  <a:lnTo>
                    <a:pt x="110699" y="112366"/>
                  </a:lnTo>
                  <a:lnTo>
                    <a:pt x="110758" y="112287"/>
                  </a:lnTo>
                  <a:close/>
                  <a:moveTo>
                    <a:pt x="109408" y="112607"/>
                  </a:moveTo>
                  <a:lnTo>
                    <a:pt x="109718" y="112763"/>
                  </a:lnTo>
                  <a:lnTo>
                    <a:pt x="109446" y="112698"/>
                  </a:lnTo>
                  <a:lnTo>
                    <a:pt x="109408" y="112607"/>
                  </a:lnTo>
                  <a:close/>
                  <a:moveTo>
                    <a:pt x="111190" y="112504"/>
                  </a:moveTo>
                  <a:lnTo>
                    <a:pt x="111090" y="112836"/>
                  </a:lnTo>
                  <a:lnTo>
                    <a:pt x="111107" y="112558"/>
                  </a:lnTo>
                  <a:lnTo>
                    <a:pt x="111190" y="112504"/>
                  </a:lnTo>
                  <a:close/>
                  <a:moveTo>
                    <a:pt x="109120" y="112994"/>
                  </a:moveTo>
                  <a:lnTo>
                    <a:pt x="109464" y="113034"/>
                  </a:lnTo>
                  <a:lnTo>
                    <a:pt x="109187" y="113066"/>
                  </a:lnTo>
                  <a:lnTo>
                    <a:pt x="109120" y="112994"/>
                  </a:lnTo>
                  <a:close/>
                  <a:moveTo>
                    <a:pt x="111520" y="112854"/>
                  </a:moveTo>
                  <a:lnTo>
                    <a:pt x="111312" y="113133"/>
                  </a:lnTo>
                  <a:lnTo>
                    <a:pt x="111424" y="112877"/>
                  </a:lnTo>
                  <a:lnTo>
                    <a:pt x="111520" y="112854"/>
                  </a:lnTo>
                  <a:close/>
                  <a:moveTo>
                    <a:pt x="111613" y="113286"/>
                  </a:moveTo>
                  <a:lnTo>
                    <a:pt x="111712" y="113297"/>
                  </a:lnTo>
                  <a:lnTo>
                    <a:pt x="111421" y="113488"/>
                  </a:lnTo>
                  <a:lnTo>
                    <a:pt x="111613" y="113286"/>
                  </a:lnTo>
                  <a:close/>
                  <a:moveTo>
                    <a:pt x="109319" y="113376"/>
                  </a:moveTo>
                  <a:lnTo>
                    <a:pt x="109069" y="113500"/>
                  </a:lnTo>
                  <a:lnTo>
                    <a:pt x="108981" y="113456"/>
                  </a:lnTo>
                  <a:lnTo>
                    <a:pt x="109319" y="113376"/>
                  </a:lnTo>
                  <a:close/>
                  <a:moveTo>
                    <a:pt x="111650" y="113734"/>
                  </a:moveTo>
                  <a:lnTo>
                    <a:pt x="111739" y="113779"/>
                  </a:lnTo>
                  <a:lnTo>
                    <a:pt x="111401" y="113859"/>
                  </a:lnTo>
                  <a:lnTo>
                    <a:pt x="111401" y="113859"/>
                  </a:lnTo>
                  <a:lnTo>
                    <a:pt x="111650" y="113734"/>
                  </a:lnTo>
                  <a:close/>
                  <a:moveTo>
                    <a:pt x="109300" y="113746"/>
                  </a:moveTo>
                  <a:lnTo>
                    <a:pt x="109108" y="113949"/>
                  </a:lnTo>
                  <a:lnTo>
                    <a:pt x="109009" y="113937"/>
                  </a:lnTo>
                  <a:lnTo>
                    <a:pt x="109300" y="113746"/>
                  </a:lnTo>
                  <a:close/>
                  <a:moveTo>
                    <a:pt x="110332" y="113136"/>
                  </a:moveTo>
                  <a:lnTo>
                    <a:pt x="110498" y="113155"/>
                  </a:lnTo>
                  <a:lnTo>
                    <a:pt x="110648" y="113231"/>
                  </a:lnTo>
                  <a:lnTo>
                    <a:pt x="110763" y="113352"/>
                  </a:lnTo>
                  <a:lnTo>
                    <a:pt x="110829" y="113505"/>
                  </a:lnTo>
                  <a:lnTo>
                    <a:pt x="110840" y="113673"/>
                  </a:lnTo>
                  <a:lnTo>
                    <a:pt x="110790" y="113834"/>
                  </a:lnTo>
                  <a:lnTo>
                    <a:pt x="110691" y="113968"/>
                  </a:lnTo>
                  <a:lnTo>
                    <a:pt x="110551" y="114059"/>
                  </a:lnTo>
                  <a:lnTo>
                    <a:pt x="110387" y="114099"/>
                  </a:lnTo>
                  <a:lnTo>
                    <a:pt x="110222" y="114080"/>
                  </a:lnTo>
                  <a:lnTo>
                    <a:pt x="110072" y="114004"/>
                  </a:lnTo>
                  <a:lnTo>
                    <a:pt x="109957" y="113882"/>
                  </a:lnTo>
                  <a:lnTo>
                    <a:pt x="109891" y="113728"/>
                  </a:lnTo>
                  <a:lnTo>
                    <a:pt x="109881" y="113562"/>
                  </a:lnTo>
                  <a:lnTo>
                    <a:pt x="109929" y="113401"/>
                  </a:lnTo>
                  <a:lnTo>
                    <a:pt x="110029" y="113267"/>
                  </a:lnTo>
                  <a:lnTo>
                    <a:pt x="110169" y="113174"/>
                  </a:lnTo>
                  <a:lnTo>
                    <a:pt x="110332" y="113136"/>
                  </a:lnTo>
                  <a:close/>
                  <a:moveTo>
                    <a:pt x="111533" y="114169"/>
                  </a:moveTo>
                  <a:lnTo>
                    <a:pt x="111600" y="114241"/>
                  </a:lnTo>
                  <a:lnTo>
                    <a:pt x="111600" y="114241"/>
                  </a:lnTo>
                  <a:lnTo>
                    <a:pt x="111255" y="114200"/>
                  </a:lnTo>
                  <a:lnTo>
                    <a:pt x="111533" y="114169"/>
                  </a:lnTo>
                  <a:close/>
                  <a:moveTo>
                    <a:pt x="109408" y="114101"/>
                  </a:moveTo>
                  <a:lnTo>
                    <a:pt x="109296" y="114358"/>
                  </a:lnTo>
                  <a:lnTo>
                    <a:pt x="109200" y="114381"/>
                  </a:lnTo>
                  <a:lnTo>
                    <a:pt x="109408" y="114101"/>
                  </a:lnTo>
                  <a:close/>
                  <a:moveTo>
                    <a:pt x="111002" y="114471"/>
                  </a:moveTo>
                  <a:lnTo>
                    <a:pt x="111273" y="114537"/>
                  </a:lnTo>
                  <a:lnTo>
                    <a:pt x="111312" y="114628"/>
                  </a:lnTo>
                  <a:lnTo>
                    <a:pt x="111312" y="114628"/>
                  </a:lnTo>
                  <a:lnTo>
                    <a:pt x="111002" y="114471"/>
                  </a:lnTo>
                  <a:close/>
                  <a:moveTo>
                    <a:pt x="109631" y="114398"/>
                  </a:moveTo>
                  <a:lnTo>
                    <a:pt x="109614" y="114677"/>
                  </a:lnTo>
                  <a:lnTo>
                    <a:pt x="109531" y="114731"/>
                  </a:lnTo>
                  <a:lnTo>
                    <a:pt x="109631" y="114398"/>
                  </a:lnTo>
                  <a:close/>
                  <a:moveTo>
                    <a:pt x="110672" y="114640"/>
                  </a:moveTo>
                  <a:lnTo>
                    <a:pt x="110904" y="114793"/>
                  </a:lnTo>
                  <a:lnTo>
                    <a:pt x="110910" y="114893"/>
                  </a:lnTo>
                  <a:lnTo>
                    <a:pt x="110672" y="114640"/>
                  </a:lnTo>
                  <a:close/>
                  <a:moveTo>
                    <a:pt x="109941" y="114600"/>
                  </a:moveTo>
                  <a:lnTo>
                    <a:pt x="110020" y="114868"/>
                  </a:lnTo>
                  <a:lnTo>
                    <a:pt x="109962" y="114948"/>
                  </a:lnTo>
                  <a:lnTo>
                    <a:pt x="109941" y="114600"/>
                  </a:lnTo>
                  <a:close/>
                  <a:moveTo>
                    <a:pt x="110302" y="114684"/>
                  </a:moveTo>
                  <a:lnTo>
                    <a:pt x="110469" y="114910"/>
                  </a:lnTo>
                  <a:lnTo>
                    <a:pt x="110440" y="115003"/>
                  </a:lnTo>
                  <a:lnTo>
                    <a:pt x="110302" y="114684"/>
                  </a:lnTo>
                  <a:close/>
                  <a:moveTo>
                    <a:pt x="104234" y="1"/>
                  </a:moveTo>
                  <a:lnTo>
                    <a:pt x="110755" y="112213"/>
                  </a:lnTo>
                  <a:lnTo>
                    <a:pt x="110678" y="112294"/>
                  </a:lnTo>
                  <a:lnTo>
                    <a:pt x="79198" y="6022"/>
                  </a:lnTo>
                  <a:cubicBezTo>
                    <a:pt x="74748" y="9347"/>
                    <a:pt x="72244" y="13504"/>
                    <a:pt x="69568" y="17815"/>
                  </a:cubicBezTo>
                  <a:lnTo>
                    <a:pt x="110251" y="112163"/>
                  </a:lnTo>
                  <a:lnTo>
                    <a:pt x="110206" y="112265"/>
                  </a:lnTo>
                  <a:lnTo>
                    <a:pt x="52601" y="34415"/>
                  </a:lnTo>
                  <a:cubicBezTo>
                    <a:pt x="48537" y="36485"/>
                    <a:pt x="44514" y="37772"/>
                    <a:pt x="40518" y="38876"/>
                  </a:cubicBezTo>
                  <a:lnTo>
                    <a:pt x="109759" y="112288"/>
                  </a:lnTo>
                  <a:lnTo>
                    <a:pt x="109753" y="112399"/>
                  </a:lnTo>
                  <a:lnTo>
                    <a:pt x="14793" y="49546"/>
                  </a:lnTo>
                  <a:cubicBezTo>
                    <a:pt x="14190" y="50024"/>
                    <a:pt x="13587" y="50518"/>
                    <a:pt x="12983" y="51049"/>
                  </a:cubicBezTo>
                  <a:cubicBezTo>
                    <a:pt x="9931" y="53739"/>
                    <a:pt x="7472" y="56943"/>
                    <a:pt x="5541" y="60425"/>
                  </a:cubicBezTo>
                  <a:lnTo>
                    <a:pt x="109342" y="112575"/>
                  </a:lnTo>
                  <a:lnTo>
                    <a:pt x="109373" y="112680"/>
                  </a:lnTo>
                  <a:lnTo>
                    <a:pt x="1" y="86422"/>
                  </a:lnTo>
                  <a:lnTo>
                    <a:pt x="1" y="86422"/>
                  </a:lnTo>
                  <a:cubicBezTo>
                    <a:pt x="341" y="91335"/>
                    <a:pt x="1449" y="95760"/>
                    <a:pt x="3187" y="99071"/>
                  </a:cubicBezTo>
                  <a:cubicBezTo>
                    <a:pt x="3477" y="99621"/>
                    <a:pt x="3767" y="100163"/>
                    <a:pt x="4058" y="100699"/>
                  </a:cubicBezTo>
                  <a:lnTo>
                    <a:pt x="109045" y="112986"/>
                  </a:lnTo>
                  <a:lnTo>
                    <a:pt x="109111" y="113075"/>
                  </a:lnTo>
                  <a:lnTo>
                    <a:pt x="12288" y="124106"/>
                  </a:lnTo>
                  <a:cubicBezTo>
                    <a:pt x="12327" y="127780"/>
                    <a:pt x="11778" y="131934"/>
                    <a:pt x="10425" y="136800"/>
                  </a:cubicBezTo>
                  <a:lnTo>
                    <a:pt x="108909" y="113473"/>
                  </a:lnTo>
                  <a:lnTo>
                    <a:pt x="109001" y="113534"/>
                  </a:lnTo>
                  <a:lnTo>
                    <a:pt x="7547" y="164117"/>
                  </a:lnTo>
                  <a:cubicBezTo>
                    <a:pt x="8256" y="168831"/>
                    <a:pt x="9754" y="173372"/>
                    <a:pt x="12270" y="177545"/>
                  </a:cubicBezTo>
                  <a:lnTo>
                    <a:pt x="108947" y="113978"/>
                  </a:lnTo>
                  <a:lnTo>
                    <a:pt x="109055" y="114004"/>
                  </a:lnTo>
                  <a:lnTo>
                    <a:pt x="33340" y="193791"/>
                  </a:lnTo>
                  <a:cubicBezTo>
                    <a:pt x="35891" y="194524"/>
                    <a:pt x="38376" y="194840"/>
                    <a:pt x="40798" y="194840"/>
                  </a:cubicBezTo>
                  <a:cubicBezTo>
                    <a:pt x="44116" y="194840"/>
                    <a:pt x="47317" y="194248"/>
                    <a:pt x="50411" y="193326"/>
                  </a:cubicBezTo>
                  <a:lnTo>
                    <a:pt x="109156" y="114440"/>
                  </a:lnTo>
                  <a:lnTo>
                    <a:pt x="109266" y="114428"/>
                  </a:lnTo>
                  <a:lnTo>
                    <a:pt x="79571" y="182722"/>
                  </a:lnTo>
                  <a:cubicBezTo>
                    <a:pt x="81025" y="182729"/>
                    <a:pt x="82452" y="182948"/>
                    <a:pt x="83856" y="183434"/>
                  </a:cubicBezTo>
                  <a:cubicBezTo>
                    <a:pt x="85254" y="183919"/>
                    <a:pt x="86768" y="184558"/>
                    <a:pt x="88389" y="185314"/>
                  </a:cubicBezTo>
                  <a:lnTo>
                    <a:pt x="109509" y="114802"/>
                  </a:lnTo>
                  <a:lnTo>
                    <a:pt x="109609" y="114753"/>
                  </a:lnTo>
                  <a:lnTo>
                    <a:pt x="104776" y="193771"/>
                  </a:lnTo>
                  <a:cubicBezTo>
                    <a:pt x="107955" y="195391"/>
                    <a:pt x="111311" y="197023"/>
                    <a:pt x="114819" y="198543"/>
                  </a:cubicBezTo>
                  <a:lnTo>
                    <a:pt x="109966" y="115021"/>
                  </a:lnTo>
                  <a:lnTo>
                    <a:pt x="110042" y="114941"/>
                  </a:lnTo>
                  <a:lnTo>
                    <a:pt x="136792" y="205246"/>
                  </a:lnTo>
                  <a:cubicBezTo>
                    <a:pt x="139937" y="205738"/>
                    <a:pt x="143144" y="206014"/>
                    <a:pt x="146400" y="206014"/>
                  </a:cubicBezTo>
                  <a:cubicBezTo>
                    <a:pt x="147476" y="206014"/>
                    <a:pt x="148557" y="205983"/>
                    <a:pt x="149643" y="205921"/>
                  </a:cubicBezTo>
                  <a:lnTo>
                    <a:pt x="110470" y="115072"/>
                  </a:lnTo>
                  <a:lnTo>
                    <a:pt x="110515" y="114970"/>
                  </a:lnTo>
                  <a:lnTo>
                    <a:pt x="172423" y="198633"/>
                  </a:lnTo>
                  <a:cubicBezTo>
                    <a:pt x="176323" y="195605"/>
                    <a:pt x="178505" y="191987"/>
                    <a:pt x="180127" y="188277"/>
                  </a:cubicBezTo>
                  <a:lnTo>
                    <a:pt x="110961" y="114947"/>
                  </a:lnTo>
                  <a:lnTo>
                    <a:pt x="110968" y="114835"/>
                  </a:lnTo>
                  <a:lnTo>
                    <a:pt x="192588" y="168858"/>
                  </a:lnTo>
                  <a:cubicBezTo>
                    <a:pt x="193571" y="168359"/>
                    <a:pt x="194591" y="167936"/>
                    <a:pt x="195638" y="167589"/>
                  </a:cubicBezTo>
                  <a:cubicBezTo>
                    <a:pt x="199352" y="166353"/>
                    <a:pt x="202846" y="164531"/>
                    <a:pt x="205986" y="162191"/>
                  </a:cubicBezTo>
                  <a:lnTo>
                    <a:pt x="111379" y="114660"/>
                  </a:lnTo>
                  <a:lnTo>
                    <a:pt x="111347" y="114555"/>
                  </a:lnTo>
                  <a:lnTo>
                    <a:pt x="220545" y="140771"/>
                  </a:lnTo>
                  <a:cubicBezTo>
                    <a:pt x="221794" y="136507"/>
                    <a:pt x="222446" y="131946"/>
                    <a:pt x="222420" y="127209"/>
                  </a:cubicBezTo>
                  <a:lnTo>
                    <a:pt x="111674" y="114249"/>
                  </a:lnTo>
                  <a:lnTo>
                    <a:pt x="111609" y="114159"/>
                  </a:lnTo>
                  <a:lnTo>
                    <a:pt x="216103" y="102253"/>
                  </a:lnTo>
                  <a:cubicBezTo>
                    <a:pt x="213778" y="97725"/>
                    <a:pt x="211166" y="94053"/>
                    <a:pt x="208713" y="90809"/>
                  </a:cubicBezTo>
                  <a:lnTo>
                    <a:pt x="111811" y="113762"/>
                  </a:lnTo>
                  <a:lnTo>
                    <a:pt x="111719" y="113701"/>
                  </a:lnTo>
                  <a:lnTo>
                    <a:pt x="200019" y="69675"/>
                  </a:lnTo>
                  <a:cubicBezTo>
                    <a:pt x="200089" y="69341"/>
                    <a:pt x="200156" y="69006"/>
                    <a:pt x="200247" y="68660"/>
                  </a:cubicBezTo>
                  <a:cubicBezTo>
                    <a:pt x="201661" y="63261"/>
                    <a:pt x="203297" y="57957"/>
                    <a:pt x="203868" y="52703"/>
                  </a:cubicBezTo>
                  <a:lnTo>
                    <a:pt x="203868" y="52703"/>
                  </a:lnTo>
                  <a:lnTo>
                    <a:pt x="111773" y="113257"/>
                  </a:lnTo>
                  <a:lnTo>
                    <a:pt x="111665" y="113231"/>
                  </a:lnTo>
                  <a:lnTo>
                    <a:pt x="193180" y="27331"/>
                  </a:lnTo>
                  <a:cubicBezTo>
                    <a:pt x="189554" y="24030"/>
                    <a:pt x="185444" y="21425"/>
                    <a:pt x="181047" y="19492"/>
                  </a:cubicBezTo>
                  <a:lnTo>
                    <a:pt x="111564" y="112795"/>
                  </a:lnTo>
                  <a:lnTo>
                    <a:pt x="111455" y="112807"/>
                  </a:lnTo>
                  <a:lnTo>
                    <a:pt x="153684" y="15686"/>
                  </a:lnTo>
                  <a:lnTo>
                    <a:pt x="153684" y="15686"/>
                  </a:lnTo>
                  <a:cubicBezTo>
                    <a:pt x="151675" y="15827"/>
                    <a:pt x="149594" y="15920"/>
                    <a:pt x="147490" y="15920"/>
                  </a:cubicBezTo>
                  <a:cubicBezTo>
                    <a:pt x="145081" y="15920"/>
                    <a:pt x="142642" y="15799"/>
                    <a:pt x="140248" y="15493"/>
                  </a:cubicBezTo>
                  <a:lnTo>
                    <a:pt x="111210" y="112433"/>
                  </a:lnTo>
                  <a:lnTo>
                    <a:pt x="111112" y="112482"/>
                  </a:lnTo>
                  <a:lnTo>
                    <a:pt x="117752" y="3918"/>
                  </a:lnTo>
                  <a:cubicBezTo>
                    <a:pt x="113747" y="1703"/>
                    <a:pt x="109031" y="442"/>
                    <a:pt x="104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3865;p64">
              <a:extLst>
                <a:ext uri="{FF2B5EF4-FFF2-40B4-BE49-F238E27FC236}">
                  <a16:creationId xmlns:a16="http://schemas.microsoft.com/office/drawing/2014/main" id="{7000C802-7550-804A-99DF-CB2A104D642F}"/>
                </a:ext>
              </a:extLst>
            </p:cNvPr>
            <p:cNvSpPr/>
            <p:nvPr/>
          </p:nvSpPr>
          <p:spPr>
            <a:xfrm>
              <a:off x="1506350" y="5243875"/>
              <a:ext cx="4508750" cy="232325"/>
            </a:xfrm>
            <a:custGeom>
              <a:avLst/>
              <a:gdLst/>
              <a:ahLst/>
              <a:cxnLst/>
              <a:rect l="l" t="t" r="r" b="b"/>
              <a:pathLst>
                <a:path w="180350" h="9293" extrusionOk="0">
                  <a:moveTo>
                    <a:pt x="90174" y="0"/>
                  </a:moveTo>
                  <a:cubicBezTo>
                    <a:pt x="66259" y="0"/>
                    <a:pt x="43323" y="490"/>
                    <a:pt x="26412" y="1362"/>
                  </a:cubicBezTo>
                  <a:cubicBezTo>
                    <a:pt x="9501" y="2232"/>
                    <a:pt x="0" y="3414"/>
                    <a:pt x="0" y="4646"/>
                  </a:cubicBezTo>
                  <a:cubicBezTo>
                    <a:pt x="0" y="5879"/>
                    <a:pt x="9501" y="7060"/>
                    <a:pt x="26412" y="7931"/>
                  </a:cubicBezTo>
                  <a:cubicBezTo>
                    <a:pt x="43323" y="8803"/>
                    <a:pt x="66259" y="9292"/>
                    <a:pt x="90174" y="9292"/>
                  </a:cubicBezTo>
                  <a:cubicBezTo>
                    <a:pt x="114090" y="9292"/>
                    <a:pt x="137027" y="8803"/>
                    <a:pt x="153938" y="7931"/>
                  </a:cubicBezTo>
                  <a:cubicBezTo>
                    <a:pt x="170849" y="7060"/>
                    <a:pt x="180349" y="5879"/>
                    <a:pt x="180349" y="4646"/>
                  </a:cubicBezTo>
                  <a:cubicBezTo>
                    <a:pt x="180349" y="3414"/>
                    <a:pt x="170849" y="2232"/>
                    <a:pt x="153938" y="1362"/>
                  </a:cubicBezTo>
                  <a:cubicBezTo>
                    <a:pt x="137027" y="490"/>
                    <a:pt x="114090" y="0"/>
                    <a:pt x="90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3866;p64">
              <a:extLst>
                <a:ext uri="{FF2B5EF4-FFF2-40B4-BE49-F238E27FC236}">
                  <a16:creationId xmlns:a16="http://schemas.microsoft.com/office/drawing/2014/main" id="{D38ADD6F-8241-500A-1F47-B46F18B7D196}"/>
                </a:ext>
              </a:extLst>
            </p:cNvPr>
            <p:cNvSpPr/>
            <p:nvPr/>
          </p:nvSpPr>
          <p:spPr>
            <a:xfrm>
              <a:off x="2371200" y="3301350"/>
              <a:ext cx="2908425" cy="1849500"/>
            </a:xfrm>
            <a:custGeom>
              <a:avLst/>
              <a:gdLst/>
              <a:ahLst/>
              <a:cxnLst/>
              <a:rect l="l" t="t" r="r" b="b"/>
              <a:pathLst>
                <a:path w="116337" h="73980" extrusionOk="0">
                  <a:moveTo>
                    <a:pt x="64" y="0"/>
                  </a:moveTo>
                  <a:cubicBezTo>
                    <a:pt x="29" y="0"/>
                    <a:pt x="1" y="30"/>
                    <a:pt x="1" y="64"/>
                  </a:cubicBezTo>
                  <a:lnTo>
                    <a:pt x="1" y="73979"/>
                  </a:lnTo>
                  <a:lnTo>
                    <a:pt x="116337" y="73979"/>
                  </a:lnTo>
                  <a:lnTo>
                    <a:pt x="116337" y="64"/>
                  </a:lnTo>
                  <a:cubicBezTo>
                    <a:pt x="116337" y="29"/>
                    <a:pt x="116308" y="0"/>
                    <a:pt x="116273" y="0"/>
                  </a:cubicBezTo>
                  <a:lnTo>
                    <a:pt x="67" y="0"/>
                  </a:lnTo>
                  <a:cubicBezTo>
                    <a:pt x="66" y="0"/>
                    <a:pt x="65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3867;p64">
              <a:extLst>
                <a:ext uri="{FF2B5EF4-FFF2-40B4-BE49-F238E27FC236}">
                  <a16:creationId xmlns:a16="http://schemas.microsoft.com/office/drawing/2014/main" id="{99ECC552-3F61-8662-FE67-2783675FE336}"/>
                </a:ext>
              </a:extLst>
            </p:cNvPr>
            <p:cNvSpPr/>
            <p:nvPr/>
          </p:nvSpPr>
          <p:spPr>
            <a:xfrm>
              <a:off x="2364000" y="3294125"/>
              <a:ext cx="2922825" cy="1863925"/>
            </a:xfrm>
            <a:custGeom>
              <a:avLst/>
              <a:gdLst/>
              <a:ahLst/>
              <a:cxnLst/>
              <a:rect l="l" t="t" r="r" b="b"/>
              <a:pathLst>
                <a:path w="116913" h="74557" extrusionOk="0">
                  <a:moveTo>
                    <a:pt x="114150" y="577"/>
                  </a:moveTo>
                  <a:cubicBezTo>
                    <a:pt x="115356" y="577"/>
                    <a:pt x="116337" y="1557"/>
                    <a:pt x="116337" y="2764"/>
                  </a:cubicBezTo>
                  <a:lnTo>
                    <a:pt x="116337" y="73981"/>
                  </a:lnTo>
                  <a:lnTo>
                    <a:pt x="578" y="73981"/>
                  </a:lnTo>
                  <a:lnTo>
                    <a:pt x="576" y="2764"/>
                  </a:lnTo>
                  <a:cubicBezTo>
                    <a:pt x="576" y="1557"/>
                    <a:pt x="1558" y="577"/>
                    <a:pt x="2764" y="577"/>
                  </a:cubicBezTo>
                  <a:close/>
                  <a:moveTo>
                    <a:pt x="2764" y="0"/>
                  </a:moveTo>
                  <a:cubicBezTo>
                    <a:pt x="1240" y="0"/>
                    <a:pt x="1" y="1240"/>
                    <a:pt x="1" y="2764"/>
                  </a:cubicBezTo>
                  <a:lnTo>
                    <a:pt x="1" y="74268"/>
                  </a:lnTo>
                  <a:cubicBezTo>
                    <a:pt x="1" y="74427"/>
                    <a:pt x="130" y="74556"/>
                    <a:pt x="289" y="74556"/>
                  </a:cubicBezTo>
                  <a:lnTo>
                    <a:pt x="116625" y="74556"/>
                  </a:lnTo>
                  <a:cubicBezTo>
                    <a:pt x="116783" y="74556"/>
                    <a:pt x="116913" y="74427"/>
                    <a:pt x="116913" y="74268"/>
                  </a:cubicBezTo>
                  <a:lnTo>
                    <a:pt x="116913" y="2764"/>
                  </a:lnTo>
                  <a:cubicBezTo>
                    <a:pt x="116913" y="1240"/>
                    <a:pt x="115672" y="0"/>
                    <a:pt x="114149" y="0"/>
                  </a:cubicBezTo>
                  <a:close/>
                </a:path>
              </a:pathLst>
            </a:custGeom>
            <a:solidFill>
              <a:srgbClr val="263238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3868;p64">
              <a:extLst>
                <a:ext uri="{FF2B5EF4-FFF2-40B4-BE49-F238E27FC236}">
                  <a16:creationId xmlns:a16="http://schemas.microsoft.com/office/drawing/2014/main" id="{0EF536B4-B517-B7AF-E74E-5565A37373D4}"/>
                </a:ext>
              </a:extLst>
            </p:cNvPr>
            <p:cNvSpPr/>
            <p:nvPr/>
          </p:nvSpPr>
          <p:spPr>
            <a:xfrm>
              <a:off x="2520625" y="3441725"/>
              <a:ext cx="2609575" cy="1734000"/>
            </a:xfrm>
            <a:custGeom>
              <a:avLst/>
              <a:gdLst/>
              <a:ahLst/>
              <a:cxnLst/>
              <a:rect l="l" t="t" r="r" b="b"/>
              <a:pathLst>
                <a:path w="104383" h="69360" extrusionOk="0">
                  <a:moveTo>
                    <a:pt x="64" y="1"/>
                  </a:moveTo>
                  <a:cubicBezTo>
                    <a:pt x="29" y="1"/>
                    <a:pt x="0" y="30"/>
                    <a:pt x="0" y="65"/>
                  </a:cubicBezTo>
                  <a:lnTo>
                    <a:pt x="0" y="69360"/>
                  </a:lnTo>
                  <a:lnTo>
                    <a:pt x="104383" y="69360"/>
                  </a:lnTo>
                  <a:lnTo>
                    <a:pt x="104383" y="65"/>
                  </a:lnTo>
                  <a:cubicBezTo>
                    <a:pt x="104383" y="30"/>
                    <a:pt x="104354" y="1"/>
                    <a:pt x="10431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3869;p64">
              <a:extLst>
                <a:ext uri="{FF2B5EF4-FFF2-40B4-BE49-F238E27FC236}">
                  <a16:creationId xmlns:a16="http://schemas.microsoft.com/office/drawing/2014/main" id="{E8867E09-6338-FE67-198B-C809DAE5C13D}"/>
                </a:ext>
              </a:extLst>
            </p:cNvPr>
            <p:cNvSpPr/>
            <p:nvPr/>
          </p:nvSpPr>
          <p:spPr>
            <a:xfrm>
              <a:off x="2017725" y="5114250"/>
              <a:ext cx="3486000" cy="186000"/>
            </a:xfrm>
            <a:custGeom>
              <a:avLst/>
              <a:gdLst/>
              <a:ahLst/>
              <a:cxnLst/>
              <a:rect l="l" t="t" r="r" b="b"/>
              <a:pathLst>
                <a:path w="139440" h="7440" extrusionOk="0">
                  <a:moveTo>
                    <a:pt x="1" y="0"/>
                  </a:moveTo>
                  <a:cubicBezTo>
                    <a:pt x="1" y="4108"/>
                    <a:pt x="4459" y="7439"/>
                    <a:pt x="9959" y="7439"/>
                  </a:cubicBezTo>
                  <a:lnTo>
                    <a:pt x="129479" y="7439"/>
                  </a:lnTo>
                  <a:cubicBezTo>
                    <a:pt x="134980" y="7439"/>
                    <a:pt x="139439" y="4108"/>
                    <a:pt x="1394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3870;p64">
              <a:extLst>
                <a:ext uri="{FF2B5EF4-FFF2-40B4-BE49-F238E27FC236}">
                  <a16:creationId xmlns:a16="http://schemas.microsoft.com/office/drawing/2014/main" id="{D6293A17-A64F-4ABD-43D9-CED789640745}"/>
                </a:ext>
              </a:extLst>
            </p:cNvPr>
            <p:cNvSpPr/>
            <p:nvPr/>
          </p:nvSpPr>
          <p:spPr>
            <a:xfrm>
              <a:off x="2010500" y="5107050"/>
              <a:ext cx="3500400" cy="200425"/>
            </a:xfrm>
            <a:custGeom>
              <a:avLst/>
              <a:gdLst/>
              <a:ahLst/>
              <a:cxnLst/>
              <a:rect l="l" t="t" r="r" b="b"/>
              <a:pathLst>
                <a:path w="140016" h="8017" extrusionOk="0">
                  <a:moveTo>
                    <a:pt x="139432" y="576"/>
                  </a:moveTo>
                  <a:cubicBezTo>
                    <a:pt x="139227" y="4387"/>
                    <a:pt x="134971" y="7439"/>
                    <a:pt x="129768" y="7439"/>
                  </a:cubicBezTo>
                  <a:lnTo>
                    <a:pt x="10248" y="7439"/>
                  </a:lnTo>
                  <a:cubicBezTo>
                    <a:pt x="5047" y="7439"/>
                    <a:pt x="790" y="4387"/>
                    <a:pt x="585" y="576"/>
                  </a:cubicBezTo>
                  <a:close/>
                  <a:moveTo>
                    <a:pt x="290" y="0"/>
                  </a:moveTo>
                  <a:cubicBezTo>
                    <a:pt x="130" y="0"/>
                    <a:pt x="0" y="129"/>
                    <a:pt x="0" y="288"/>
                  </a:cubicBezTo>
                  <a:cubicBezTo>
                    <a:pt x="0" y="4549"/>
                    <a:pt x="4598" y="8016"/>
                    <a:pt x="10248" y="8016"/>
                  </a:cubicBezTo>
                  <a:lnTo>
                    <a:pt x="129768" y="8016"/>
                  </a:lnTo>
                  <a:cubicBezTo>
                    <a:pt x="135420" y="8016"/>
                    <a:pt x="140016" y="4549"/>
                    <a:pt x="140016" y="288"/>
                  </a:cubicBezTo>
                  <a:cubicBezTo>
                    <a:pt x="140016" y="129"/>
                    <a:pt x="139888" y="0"/>
                    <a:pt x="1397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3871;p64">
              <a:extLst>
                <a:ext uri="{FF2B5EF4-FFF2-40B4-BE49-F238E27FC236}">
                  <a16:creationId xmlns:a16="http://schemas.microsoft.com/office/drawing/2014/main" id="{337E9AC8-3F35-CE2D-E79D-D6C593F56210}"/>
                </a:ext>
              </a:extLst>
            </p:cNvPr>
            <p:cNvSpPr/>
            <p:nvPr/>
          </p:nvSpPr>
          <p:spPr>
            <a:xfrm>
              <a:off x="2558025" y="1598375"/>
              <a:ext cx="1254950" cy="2801925"/>
            </a:xfrm>
            <a:custGeom>
              <a:avLst/>
              <a:gdLst/>
              <a:ahLst/>
              <a:cxnLst/>
              <a:rect l="l" t="t" r="r" b="b"/>
              <a:pathLst>
                <a:path w="50198" h="112077" extrusionOk="0">
                  <a:moveTo>
                    <a:pt x="50198" y="0"/>
                  </a:moveTo>
                  <a:cubicBezTo>
                    <a:pt x="42527" y="7305"/>
                    <a:pt x="22893" y="14678"/>
                    <a:pt x="0" y="30321"/>
                  </a:cubicBezTo>
                  <a:cubicBezTo>
                    <a:pt x="0" y="30321"/>
                    <a:pt x="1430" y="83182"/>
                    <a:pt x="50198" y="112076"/>
                  </a:cubicBezTo>
                  <a:lnTo>
                    <a:pt x="50198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3872;p64">
              <a:extLst>
                <a:ext uri="{FF2B5EF4-FFF2-40B4-BE49-F238E27FC236}">
                  <a16:creationId xmlns:a16="http://schemas.microsoft.com/office/drawing/2014/main" id="{24E0C8BE-D857-707F-0739-433A18C24813}"/>
                </a:ext>
              </a:extLst>
            </p:cNvPr>
            <p:cNvSpPr/>
            <p:nvPr/>
          </p:nvSpPr>
          <p:spPr>
            <a:xfrm>
              <a:off x="2550725" y="1591175"/>
              <a:ext cx="1269450" cy="2816325"/>
            </a:xfrm>
            <a:custGeom>
              <a:avLst/>
              <a:gdLst/>
              <a:ahLst/>
              <a:cxnLst/>
              <a:rect l="l" t="t" r="r" b="b"/>
              <a:pathLst>
                <a:path w="50778" h="112653" extrusionOk="0">
                  <a:moveTo>
                    <a:pt x="50202" y="948"/>
                  </a:moveTo>
                  <a:lnTo>
                    <a:pt x="50202" y="111857"/>
                  </a:lnTo>
                  <a:cubicBezTo>
                    <a:pt x="25383" y="96990"/>
                    <a:pt x="13218" y="75784"/>
                    <a:pt x="7380" y="60569"/>
                  </a:cubicBezTo>
                  <a:cubicBezTo>
                    <a:pt x="1386" y="44948"/>
                    <a:pt x="654" y="32294"/>
                    <a:pt x="586" y="30757"/>
                  </a:cubicBezTo>
                  <a:cubicBezTo>
                    <a:pt x="12079" y="22915"/>
                    <a:pt x="22836" y="17111"/>
                    <a:pt x="31485" y="12441"/>
                  </a:cubicBezTo>
                  <a:cubicBezTo>
                    <a:pt x="39724" y="7995"/>
                    <a:pt x="46301" y="4444"/>
                    <a:pt x="50202" y="948"/>
                  </a:cubicBezTo>
                  <a:close/>
                  <a:moveTo>
                    <a:pt x="50487" y="0"/>
                  </a:moveTo>
                  <a:cubicBezTo>
                    <a:pt x="50419" y="0"/>
                    <a:pt x="50349" y="25"/>
                    <a:pt x="50291" y="80"/>
                  </a:cubicBezTo>
                  <a:cubicBezTo>
                    <a:pt x="46521" y="3671"/>
                    <a:pt x="39764" y="7317"/>
                    <a:pt x="31211" y="11934"/>
                  </a:cubicBezTo>
                  <a:cubicBezTo>
                    <a:pt x="22516" y="16627"/>
                    <a:pt x="11696" y="22466"/>
                    <a:pt x="129" y="30372"/>
                  </a:cubicBezTo>
                  <a:cubicBezTo>
                    <a:pt x="49" y="30427"/>
                    <a:pt x="1" y="30519"/>
                    <a:pt x="4" y="30616"/>
                  </a:cubicBezTo>
                  <a:cubicBezTo>
                    <a:pt x="8" y="30749"/>
                    <a:pt x="437" y="44074"/>
                    <a:pt x="6834" y="60755"/>
                  </a:cubicBezTo>
                  <a:cubicBezTo>
                    <a:pt x="12739" y="76150"/>
                    <a:pt x="25080" y="97645"/>
                    <a:pt x="50344" y="112611"/>
                  </a:cubicBezTo>
                  <a:cubicBezTo>
                    <a:pt x="50388" y="112638"/>
                    <a:pt x="50438" y="112652"/>
                    <a:pt x="50490" y="112652"/>
                  </a:cubicBezTo>
                  <a:cubicBezTo>
                    <a:pt x="50649" y="112652"/>
                    <a:pt x="50778" y="112524"/>
                    <a:pt x="50778" y="112364"/>
                  </a:cubicBezTo>
                  <a:lnTo>
                    <a:pt x="50778" y="288"/>
                  </a:lnTo>
                  <a:cubicBezTo>
                    <a:pt x="50778" y="115"/>
                    <a:pt x="50636" y="0"/>
                    <a:pt x="504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3873;p64">
              <a:extLst>
                <a:ext uri="{FF2B5EF4-FFF2-40B4-BE49-F238E27FC236}">
                  <a16:creationId xmlns:a16="http://schemas.microsoft.com/office/drawing/2014/main" id="{616B28BE-0B21-21DF-DEB3-101DBFCC9942}"/>
                </a:ext>
              </a:extLst>
            </p:cNvPr>
            <p:cNvSpPr/>
            <p:nvPr/>
          </p:nvSpPr>
          <p:spPr>
            <a:xfrm>
              <a:off x="3812950" y="1598375"/>
              <a:ext cx="1254975" cy="2801925"/>
            </a:xfrm>
            <a:custGeom>
              <a:avLst/>
              <a:gdLst/>
              <a:ahLst/>
              <a:cxnLst/>
              <a:rect l="l" t="t" r="r" b="b"/>
              <a:pathLst>
                <a:path w="50199" h="112077" extrusionOk="0">
                  <a:moveTo>
                    <a:pt x="1" y="0"/>
                  </a:moveTo>
                  <a:lnTo>
                    <a:pt x="1" y="112076"/>
                  </a:lnTo>
                  <a:cubicBezTo>
                    <a:pt x="48769" y="83182"/>
                    <a:pt x="50199" y="30321"/>
                    <a:pt x="50199" y="30321"/>
                  </a:cubicBezTo>
                  <a:cubicBezTo>
                    <a:pt x="27307" y="14678"/>
                    <a:pt x="7671" y="730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3874;p64">
              <a:extLst>
                <a:ext uri="{FF2B5EF4-FFF2-40B4-BE49-F238E27FC236}">
                  <a16:creationId xmlns:a16="http://schemas.microsoft.com/office/drawing/2014/main" id="{09942724-DA40-932F-8C37-3C106B52CE74}"/>
                </a:ext>
              </a:extLst>
            </p:cNvPr>
            <p:cNvSpPr/>
            <p:nvPr/>
          </p:nvSpPr>
          <p:spPr>
            <a:xfrm>
              <a:off x="3805750" y="1591175"/>
              <a:ext cx="1269475" cy="2816325"/>
            </a:xfrm>
            <a:custGeom>
              <a:avLst/>
              <a:gdLst/>
              <a:ahLst/>
              <a:cxnLst/>
              <a:rect l="l" t="t" r="r" b="b"/>
              <a:pathLst>
                <a:path w="50779" h="112653" extrusionOk="0">
                  <a:moveTo>
                    <a:pt x="577" y="948"/>
                  </a:moveTo>
                  <a:cubicBezTo>
                    <a:pt x="4477" y="4444"/>
                    <a:pt x="11056" y="7995"/>
                    <a:pt x="19294" y="12441"/>
                  </a:cubicBezTo>
                  <a:cubicBezTo>
                    <a:pt x="27943" y="17111"/>
                    <a:pt x="38700" y="22915"/>
                    <a:pt x="50193" y="30758"/>
                  </a:cubicBezTo>
                  <a:cubicBezTo>
                    <a:pt x="50124" y="32296"/>
                    <a:pt x="49394" y="44948"/>
                    <a:pt x="43399" y="60570"/>
                  </a:cubicBezTo>
                  <a:cubicBezTo>
                    <a:pt x="37560" y="75785"/>
                    <a:pt x="25396" y="96991"/>
                    <a:pt x="577" y="111858"/>
                  </a:cubicBezTo>
                  <a:lnTo>
                    <a:pt x="577" y="948"/>
                  </a:lnTo>
                  <a:close/>
                  <a:moveTo>
                    <a:pt x="291" y="0"/>
                  </a:moveTo>
                  <a:cubicBezTo>
                    <a:pt x="143" y="0"/>
                    <a:pt x="1" y="115"/>
                    <a:pt x="1" y="288"/>
                  </a:cubicBezTo>
                  <a:lnTo>
                    <a:pt x="1" y="112364"/>
                  </a:lnTo>
                  <a:cubicBezTo>
                    <a:pt x="1" y="112524"/>
                    <a:pt x="129" y="112652"/>
                    <a:pt x="289" y="112652"/>
                  </a:cubicBezTo>
                  <a:cubicBezTo>
                    <a:pt x="340" y="112652"/>
                    <a:pt x="391" y="112638"/>
                    <a:pt x="435" y="112611"/>
                  </a:cubicBezTo>
                  <a:cubicBezTo>
                    <a:pt x="25699" y="97644"/>
                    <a:pt x="38040" y="76150"/>
                    <a:pt x="43945" y="60755"/>
                  </a:cubicBezTo>
                  <a:cubicBezTo>
                    <a:pt x="50343" y="44074"/>
                    <a:pt x="50772" y="30749"/>
                    <a:pt x="50776" y="30616"/>
                  </a:cubicBezTo>
                  <a:cubicBezTo>
                    <a:pt x="50778" y="30519"/>
                    <a:pt x="50731" y="30427"/>
                    <a:pt x="50650" y="30372"/>
                  </a:cubicBezTo>
                  <a:cubicBezTo>
                    <a:pt x="39082" y="22466"/>
                    <a:pt x="28262" y="16627"/>
                    <a:pt x="19567" y="11934"/>
                  </a:cubicBezTo>
                  <a:cubicBezTo>
                    <a:pt x="11014" y="7317"/>
                    <a:pt x="4258" y="3671"/>
                    <a:pt x="488" y="80"/>
                  </a:cubicBezTo>
                  <a:cubicBezTo>
                    <a:pt x="430" y="25"/>
                    <a:pt x="360" y="0"/>
                    <a:pt x="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3875;p64">
              <a:extLst>
                <a:ext uri="{FF2B5EF4-FFF2-40B4-BE49-F238E27FC236}">
                  <a16:creationId xmlns:a16="http://schemas.microsoft.com/office/drawing/2014/main" id="{B7AEA4C2-5D6C-BC83-D16C-1552EDBC3D34}"/>
                </a:ext>
              </a:extLst>
            </p:cNvPr>
            <p:cNvSpPr/>
            <p:nvPr/>
          </p:nvSpPr>
          <p:spPr>
            <a:xfrm>
              <a:off x="2650050" y="1710875"/>
              <a:ext cx="2325850" cy="2576950"/>
            </a:xfrm>
            <a:custGeom>
              <a:avLst/>
              <a:gdLst/>
              <a:ahLst/>
              <a:cxnLst/>
              <a:rect l="l" t="t" r="r" b="b"/>
              <a:pathLst>
                <a:path w="93034" h="103078" extrusionOk="0">
                  <a:moveTo>
                    <a:pt x="46517" y="1"/>
                  </a:moveTo>
                  <a:cubicBezTo>
                    <a:pt x="37257" y="6566"/>
                    <a:pt x="21213" y="12822"/>
                    <a:pt x="0" y="27317"/>
                  </a:cubicBezTo>
                  <a:cubicBezTo>
                    <a:pt x="0" y="27317"/>
                    <a:pt x="1326" y="76301"/>
                    <a:pt x="46517" y="103077"/>
                  </a:cubicBezTo>
                  <a:cubicBezTo>
                    <a:pt x="91708" y="76302"/>
                    <a:pt x="93034" y="27318"/>
                    <a:pt x="93034" y="27318"/>
                  </a:cubicBezTo>
                  <a:cubicBezTo>
                    <a:pt x="71820" y="12822"/>
                    <a:pt x="55847" y="6566"/>
                    <a:pt x="465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3876;p64">
              <a:extLst>
                <a:ext uri="{FF2B5EF4-FFF2-40B4-BE49-F238E27FC236}">
                  <a16:creationId xmlns:a16="http://schemas.microsoft.com/office/drawing/2014/main" id="{7272FD4D-B49F-9E61-F664-DA5560470D1D}"/>
                </a:ext>
              </a:extLst>
            </p:cNvPr>
            <p:cNvSpPr/>
            <p:nvPr/>
          </p:nvSpPr>
          <p:spPr>
            <a:xfrm>
              <a:off x="2642775" y="1703675"/>
              <a:ext cx="2340350" cy="2591300"/>
            </a:xfrm>
            <a:custGeom>
              <a:avLst/>
              <a:gdLst/>
              <a:ahLst/>
              <a:cxnLst/>
              <a:rect l="l" t="t" r="r" b="b"/>
              <a:pathLst>
                <a:path w="93614" h="103652" extrusionOk="0">
                  <a:moveTo>
                    <a:pt x="46808" y="641"/>
                  </a:moveTo>
                  <a:cubicBezTo>
                    <a:pt x="50665" y="3330"/>
                    <a:pt x="55728" y="6028"/>
                    <a:pt x="61577" y="9144"/>
                  </a:cubicBezTo>
                  <a:cubicBezTo>
                    <a:pt x="70085" y="13678"/>
                    <a:pt x="80668" y="19317"/>
                    <a:pt x="93029" y="27754"/>
                  </a:cubicBezTo>
                  <a:cubicBezTo>
                    <a:pt x="92964" y="29226"/>
                    <a:pt x="92277" y="40909"/>
                    <a:pt x="86743" y="55341"/>
                  </a:cubicBezTo>
                  <a:cubicBezTo>
                    <a:pt x="81315" y="69495"/>
                    <a:pt x="69983" y="89244"/>
                    <a:pt x="46808" y="103029"/>
                  </a:cubicBezTo>
                  <a:cubicBezTo>
                    <a:pt x="23643" y="89249"/>
                    <a:pt x="12310" y="69509"/>
                    <a:pt x="6880" y="55361"/>
                  </a:cubicBezTo>
                  <a:cubicBezTo>
                    <a:pt x="1341" y="40927"/>
                    <a:pt x="652" y="29228"/>
                    <a:pt x="586" y="27754"/>
                  </a:cubicBezTo>
                  <a:cubicBezTo>
                    <a:pt x="12888" y="19359"/>
                    <a:pt x="23451" y="13733"/>
                    <a:pt x="31946" y="9210"/>
                  </a:cubicBezTo>
                  <a:cubicBezTo>
                    <a:pt x="37846" y="6069"/>
                    <a:pt x="42953" y="3350"/>
                    <a:pt x="46808" y="641"/>
                  </a:cubicBezTo>
                  <a:close/>
                  <a:moveTo>
                    <a:pt x="46807" y="1"/>
                  </a:moveTo>
                  <a:cubicBezTo>
                    <a:pt x="46749" y="1"/>
                    <a:pt x="46691" y="18"/>
                    <a:pt x="46641" y="54"/>
                  </a:cubicBezTo>
                  <a:cubicBezTo>
                    <a:pt x="42796" y="2779"/>
                    <a:pt x="37888" y="5392"/>
                    <a:pt x="31675" y="8702"/>
                  </a:cubicBezTo>
                  <a:cubicBezTo>
                    <a:pt x="23138" y="13247"/>
                    <a:pt x="12513" y="18904"/>
                    <a:pt x="129" y="27367"/>
                  </a:cubicBezTo>
                  <a:cubicBezTo>
                    <a:pt x="48" y="27422"/>
                    <a:pt x="1" y="27515"/>
                    <a:pt x="3" y="27613"/>
                  </a:cubicBezTo>
                  <a:cubicBezTo>
                    <a:pt x="7" y="27736"/>
                    <a:pt x="405" y="40087"/>
                    <a:pt x="6334" y="55547"/>
                  </a:cubicBezTo>
                  <a:cubicBezTo>
                    <a:pt x="11807" y="69817"/>
                    <a:pt x="23246" y="89738"/>
                    <a:pt x="46662" y="103612"/>
                  </a:cubicBezTo>
                  <a:cubicBezTo>
                    <a:pt x="46706" y="103639"/>
                    <a:pt x="46756" y="103652"/>
                    <a:pt x="46808" y="103652"/>
                  </a:cubicBezTo>
                  <a:cubicBezTo>
                    <a:pt x="46859" y="103652"/>
                    <a:pt x="46910" y="103639"/>
                    <a:pt x="46954" y="103612"/>
                  </a:cubicBezTo>
                  <a:cubicBezTo>
                    <a:pt x="70370" y="89740"/>
                    <a:pt x="81808" y="69817"/>
                    <a:pt x="87281" y="55548"/>
                  </a:cubicBezTo>
                  <a:cubicBezTo>
                    <a:pt x="93209" y="40087"/>
                    <a:pt x="93608" y="27737"/>
                    <a:pt x="93611" y="27613"/>
                  </a:cubicBezTo>
                  <a:cubicBezTo>
                    <a:pt x="93614" y="27515"/>
                    <a:pt x="93567" y="27422"/>
                    <a:pt x="93485" y="27367"/>
                  </a:cubicBezTo>
                  <a:cubicBezTo>
                    <a:pt x="81042" y="18864"/>
                    <a:pt x="70398" y="13192"/>
                    <a:pt x="61846" y="8636"/>
                  </a:cubicBezTo>
                  <a:cubicBezTo>
                    <a:pt x="55931" y="5483"/>
                    <a:pt x="50821" y="2761"/>
                    <a:pt x="46973" y="54"/>
                  </a:cubicBezTo>
                  <a:cubicBezTo>
                    <a:pt x="46924" y="18"/>
                    <a:pt x="46865" y="1"/>
                    <a:pt x="46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3877;p64">
              <a:extLst>
                <a:ext uri="{FF2B5EF4-FFF2-40B4-BE49-F238E27FC236}">
                  <a16:creationId xmlns:a16="http://schemas.microsoft.com/office/drawing/2014/main" id="{11F778DD-CCC2-8769-A164-C14BDE6DB516}"/>
                </a:ext>
              </a:extLst>
            </p:cNvPr>
            <p:cNvSpPr/>
            <p:nvPr/>
          </p:nvSpPr>
          <p:spPr>
            <a:xfrm>
              <a:off x="3070950" y="2263700"/>
              <a:ext cx="1904950" cy="2024100"/>
            </a:xfrm>
            <a:custGeom>
              <a:avLst/>
              <a:gdLst/>
              <a:ahLst/>
              <a:cxnLst/>
              <a:rect l="l" t="t" r="r" b="b"/>
              <a:pathLst>
                <a:path w="76198" h="80964" extrusionOk="0">
                  <a:moveTo>
                    <a:pt x="68272" y="1"/>
                  </a:moveTo>
                  <a:cubicBezTo>
                    <a:pt x="35912" y="9790"/>
                    <a:pt x="11201" y="38229"/>
                    <a:pt x="1" y="53227"/>
                  </a:cubicBezTo>
                  <a:cubicBezTo>
                    <a:pt x="6793" y="63187"/>
                    <a:pt x="16319" y="73047"/>
                    <a:pt x="29681" y="80963"/>
                  </a:cubicBezTo>
                  <a:cubicBezTo>
                    <a:pt x="74872" y="54188"/>
                    <a:pt x="76198" y="5204"/>
                    <a:pt x="76198" y="5204"/>
                  </a:cubicBezTo>
                  <a:cubicBezTo>
                    <a:pt x="73466" y="3339"/>
                    <a:pt x="70825" y="1611"/>
                    <a:pt x="6827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3878;p64">
              <a:extLst>
                <a:ext uri="{FF2B5EF4-FFF2-40B4-BE49-F238E27FC236}">
                  <a16:creationId xmlns:a16="http://schemas.microsoft.com/office/drawing/2014/main" id="{B3C6FB3A-1AFD-3DE1-F1EF-CE41A1C15F8B}"/>
                </a:ext>
              </a:extLst>
            </p:cNvPr>
            <p:cNvSpPr/>
            <p:nvPr/>
          </p:nvSpPr>
          <p:spPr>
            <a:xfrm>
              <a:off x="3063275" y="2256475"/>
              <a:ext cx="1919875" cy="2038500"/>
            </a:xfrm>
            <a:custGeom>
              <a:avLst/>
              <a:gdLst/>
              <a:ahLst/>
              <a:cxnLst/>
              <a:rect l="l" t="t" r="r" b="b"/>
              <a:pathLst>
                <a:path w="76795" h="81540" extrusionOk="0">
                  <a:moveTo>
                    <a:pt x="68537" y="604"/>
                  </a:moveTo>
                  <a:cubicBezTo>
                    <a:pt x="71132" y="2242"/>
                    <a:pt x="73712" y="3936"/>
                    <a:pt x="76211" y="5642"/>
                  </a:cubicBezTo>
                  <a:cubicBezTo>
                    <a:pt x="76145" y="7116"/>
                    <a:pt x="75456" y="18815"/>
                    <a:pt x="69916" y="33249"/>
                  </a:cubicBezTo>
                  <a:cubicBezTo>
                    <a:pt x="64487" y="47397"/>
                    <a:pt x="53153" y="67137"/>
                    <a:pt x="29989" y="80917"/>
                  </a:cubicBezTo>
                  <a:cubicBezTo>
                    <a:pt x="18161" y="73883"/>
                    <a:pt x="8297" y="64669"/>
                    <a:pt x="663" y="53523"/>
                  </a:cubicBezTo>
                  <a:cubicBezTo>
                    <a:pt x="27829" y="17217"/>
                    <a:pt x="54790" y="4788"/>
                    <a:pt x="68537" y="604"/>
                  </a:cubicBezTo>
                  <a:close/>
                  <a:moveTo>
                    <a:pt x="68579" y="1"/>
                  </a:moveTo>
                  <a:cubicBezTo>
                    <a:pt x="68551" y="1"/>
                    <a:pt x="68523" y="5"/>
                    <a:pt x="68495" y="14"/>
                  </a:cubicBezTo>
                  <a:cubicBezTo>
                    <a:pt x="54291" y="4310"/>
                    <a:pt x="40100" y="12628"/>
                    <a:pt x="26318" y="24733"/>
                  </a:cubicBezTo>
                  <a:cubicBezTo>
                    <a:pt x="14607" y="35018"/>
                    <a:pt x="5585" y="45969"/>
                    <a:pt x="77" y="53343"/>
                  </a:cubicBezTo>
                  <a:cubicBezTo>
                    <a:pt x="4" y="53442"/>
                    <a:pt x="1" y="53576"/>
                    <a:pt x="70" y="53678"/>
                  </a:cubicBezTo>
                  <a:cubicBezTo>
                    <a:pt x="7802" y="65015"/>
                    <a:pt x="17817" y="74377"/>
                    <a:pt x="29842" y="81500"/>
                  </a:cubicBezTo>
                  <a:cubicBezTo>
                    <a:pt x="29886" y="81527"/>
                    <a:pt x="29936" y="81540"/>
                    <a:pt x="29988" y="81540"/>
                  </a:cubicBezTo>
                  <a:cubicBezTo>
                    <a:pt x="30039" y="81540"/>
                    <a:pt x="30090" y="81527"/>
                    <a:pt x="30134" y="81500"/>
                  </a:cubicBezTo>
                  <a:cubicBezTo>
                    <a:pt x="53550" y="67626"/>
                    <a:pt x="64989" y="47705"/>
                    <a:pt x="70462" y="33435"/>
                  </a:cubicBezTo>
                  <a:cubicBezTo>
                    <a:pt x="76391" y="17975"/>
                    <a:pt x="76789" y="5624"/>
                    <a:pt x="76792" y="5501"/>
                  </a:cubicBezTo>
                  <a:cubicBezTo>
                    <a:pt x="76795" y="5403"/>
                    <a:pt x="76748" y="5310"/>
                    <a:pt x="76666" y="5255"/>
                  </a:cubicBezTo>
                  <a:cubicBezTo>
                    <a:pt x="74085" y="3491"/>
                    <a:pt x="71417" y="1739"/>
                    <a:pt x="68732" y="45"/>
                  </a:cubicBezTo>
                  <a:cubicBezTo>
                    <a:pt x="68686" y="16"/>
                    <a:pt x="68633" y="1"/>
                    <a:pt x="68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3879;p64">
              <a:extLst>
                <a:ext uri="{FF2B5EF4-FFF2-40B4-BE49-F238E27FC236}">
                  <a16:creationId xmlns:a16="http://schemas.microsoft.com/office/drawing/2014/main" id="{18FC9656-E105-C3F9-99CD-AF061621787A}"/>
                </a:ext>
              </a:extLst>
            </p:cNvPr>
            <p:cNvSpPr/>
            <p:nvPr/>
          </p:nvSpPr>
          <p:spPr>
            <a:xfrm>
              <a:off x="3314775" y="1960000"/>
              <a:ext cx="1010750" cy="985675"/>
            </a:xfrm>
            <a:custGeom>
              <a:avLst/>
              <a:gdLst/>
              <a:ahLst/>
              <a:cxnLst/>
              <a:rect l="l" t="t" r="r" b="b"/>
              <a:pathLst>
                <a:path w="40430" h="39427" extrusionOk="0">
                  <a:moveTo>
                    <a:pt x="20215" y="5762"/>
                  </a:moveTo>
                  <a:cubicBezTo>
                    <a:pt x="28185" y="5762"/>
                    <a:pt x="34668" y="12246"/>
                    <a:pt x="34668" y="20215"/>
                  </a:cubicBezTo>
                  <a:lnTo>
                    <a:pt x="34668" y="33664"/>
                  </a:lnTo>
                  <a:lnTo>
                    <a:pt x="5761" y="33664"/>
                  </a:lnTo>
                  <a:lnTo>
                    <a:pt x="5761" y="20215"/>
                  </a:lnTo>
                  <a:cubicBezTo>
                    <a:pt x="5761" y="12246"/>
                    <a:pt x="12245" y="5762"/>
                    <a:pt x="20215" y="5762"/>
                  </a:cubicBezTo>
                  <a:close/>
                  <a:moveTo>
                    <a:pt x="20215" y="1"/>
                  </a:moveTo>
                  <a:cubicBezTo>
                    <a:pt x="9068" y="1"/>
                    <a:pt x="0" y="9070"/>
                    <a:pt x="0" y="20216"/>
                  </a:cubicBezTo>
                  <a:lnTo>
                    <a:pt x="0" y="36545"/>
                  </a:lnTo>
                  <a:cubicBezTo>
                    <a:pt x="0" y="38137"/>
                    <a:pt x="1290" y="39426"/>
                    <a:pt x="2881" y="39426"/>
                  </a:cubicBezTo>
                  <a:lnTo>
                    <a:pt x="37549" y="39426"/>
                  </a:lnTo>
                  <a:cubicBezTo>
                    <a:pt x="39140" y="39426"/>
                    <a:pt x="40430" y="38136"/>
                    <a:pt x="40430" y="36545"/>
                  </a:cubicBezTo>
                  <a:lnTo>
                    <a:pt x="40430" y="20216"/>
                  </a:lnTo>
                  <a:cubicBezTo>
                    <a:pt x="40430" y="9068"/>
                    <a:pt x="31362" y="1"/>
                    <a:pt x="202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3880;p64">
              <a:extLst>
                <a:ext uri="{FF2B5EF4-FFF2-40B4-BE49-F238E27FC236}">
                  <a16:creationId xmlns:a16="http://schemas.microsoft.com/office/drawing/2014/main" id="{0E669A52-D60C-E3E2-1841-8938F5F6005F}"/>
                </a:ext>
              </a:extLst>
            </p:cNvPr>
            <p:cNvSpPr/>
            <p:nvPr/>
          </p:nvSpPr>
          <p:spPr>
            <a:xfrm>
              <a:off x="3307550" y="1952800"/>
              <a:ext cx="1025175" cy="1000075"/>
            </a:xfrm>
            <a:custGeom>
              <a:avLst/>
              <a:gdLst/>
              <a:ahLst/>
              <a:cxnLst/>
              <a:rect l="l" t="t" r="r" b="b"/>
              <a:pathLst>
                <a:path w="41007" h="40003" extrusionOk="0">
                  <a:moveTo>
                    <a:pt x="20504" y="6339"/>
                  </a:moveTo>
                  <a:cubicBezTo>
                    <a:pt x="28314" y="6339"/>
                    <a:pt x="34669" y="12693"/>
                    <a:pt x="34669" y="20504"/>
                  </a:cubicBezTo>
                  <a:lnTo>
                    <a:pt x="34669" y="33663"/>
                  </a:lnTo>
                  <a:lnTo>
                    <a:pt x="6339" y="33663"/>
                  </a:lnTo>
                  <a:lnTo>
                    <a:pt x="6338" y="20504"/>
                  </a:lnTo>
                  <a:cubicBezTo>
                    <a:pt x="6338" y="12693"/>
                    <a:pt x="12694" y="6339"/>
                    <a:pt x="20504" y="6339"/>
                  </a:cubicBezTo>
                  <a:close/>
                  <a:moveTo>
                    <a:pt x="20504" y="5762"/>
                  </a:moveTo>
                  <a:cubicBezTo>
                    <a:pt x="12376" y="5762"/>
                    <a:pt x="5762" y="12374"/>
                    <a:pt x="5762" y="20503"/>
                  </a:cubicBezTo>
                  <a:lnTo>
                    <a:pt x="5762" y="33951"/>
                  </a:lnTo>
                  <a:cubicBezTo>
                    <a:pt x="5762" y="34111"/>
                    <a:pt x="5892" y="34240"/>
                    <a:pt x="6050" y="34240"/>
                  </a:cubicBezTo>
                  <a:lnTo>
                    <a:pt x="34957" y="34240"/>
                  </a:lnTo>
                  <a:cubicBezTo>
                    <a:pt x="35116" y="34240"/>
                    <a:pt x="35245" y="34111"/>
                    <a:pt x="35245" y="33951"/>
                  </a:cubicBezTo>
                  <a:lnTo>
                    <a:pt x="35245" y="20503"/>
                  </a:lnTo>
                  <a:cubicBezTo>
                    <a:pt x="35245" y="12374"/>
                    <a:pt x="28632" y="5762"/>
                    <a:pt x="20504" y="5762"/>
                  </a:cubicBezTo>
                  <a:close/>
                  <a:moveTo>
                    <a:pt x="20504" y="577"/>
                  </a:moveTo>
                  <a:cubicBezTo>
                    <a:pt x="31492" y="577"/>
                    <a:pt x="40431" y="9516"/>
                    <a:pt x="40431" y="20504"/>
                  </a:cubicBezTo>
                  <a:lnTo>
                    <a:pt x="40431" y="36833"/>
                  </a:lnTo>
                  <a:cubicBezTo>
                    <a:pt x="40431" y="38263"/>
                    <a:pt x="39268" y="39427"/>
                    <a:pt x="37838" y="39427"/>
                  </a:cubicBezTo>
                  <a:lnTo>
                    <a:pt x="3170" y="39427"/>
                  </a:lnTo>
                  <a:cubicBezTo>
                    <a:pt x="1739" y="39427"/>
                    <a:pt x="577" y="38263"/>
                    <a:pt x="577" y="36833"/>
                  </a:cubicBezTo>
                  <a:lnTo>
                    <a:pt x="577" y="20503"/>
                  </a:lnTo>
                  <a:cubicBezTo>
                    <a:pt x="577" y="9515"/>
                    <a:pt x="9517" y="577"/>
                    <a:pt x="20504" y="577"/>
                  </a:cubicBezTo>
                  <a:close/>
                  <a:moveTo>
                    <a:pt x="20504" y="1"/>
                  </a:moveTo>
                  <a:cubicBezTo>
                    <a:pt x="9199" y="1"/>
                    <a:pt x="0" y="9198"/>
                    <a:pt x="0" y="20504"/>
                  </a:cubicBezTo>
                  <a:lnTo>
                    <a:pt x="0" y="36833"/>
                  </a:lnTo>
                  <a:cubicBezTo>
                    <a:pt x="0" y="38580"/>
                    <a:pt x="1423" y="40002"/>
                    <a:pt x="3170" y="40002"/>
                  </a:cubicBezTo>
                  <a:lnTo>
                    <a:pt x="37838" y="40002"/>
                  </a:lnTo>
                  <a:cubicBezTo>
                    <a:pt x="39585" y="40002"/>
                    <a:pt x="41007" y="38580"/>
                    <a:pt x="41007" y="36833"/>
                  </a:cubicBezTo>
                  <a:lnTo>
                    <a:pt x="41007" y="20504"/>
                  </a:lnTo>
                  <a:cubicBezTo>
                    <a:pt x="41007" y="9198"/>
                    <a:pt x="31809" y="1"/>
                    <a:pt x="205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3881;p64">
              <a:extLst>
                <a:ext uri="{FF2B5EF4-FFF2-40B4-BE49-F238E27FC236}">
                  <a16:creationId xmlns:a16="http://schemas.microsoft.com/office/drawing/2014/main" id="{76AB0A50-807A-CBA8-2328-E36C80D7FB63}"/>
                </a:ext>
              </a:extLst>
            </p:cNvPr>
            <p:cNvSpPr/>
            <p:nvPr/>
          </p:nvSpPr>
          <p:spPr>
            <a:xfrm>
              <a:off x="3261250" y="2748875"/>
              <a:ext cx="1103450" cy="932375"/>
            </a:xfrm>
            <a:custGeom>
              <a:avLst/>
              <a:gdLst/>
              <a:ahLst/>
              <a:cxnLst/>
              <a:rect l="l" t="t" r="r" b="b"/>
              <a:pathLst>
                <a:path w="44138" h="37295" extrusionOk="0">
                  <a:moveTo>
                    <a:pt x="0" y="1"/>
                  </a:moveTo>
                  <a:lnTo>
                    <a:pt x="0" y="37295"/>
                  </a:lnTo>
                  <a:lnTo>
                    <a:pt x="44137" y="37295"/>
                  </a:lnTo>
                  <a:lnTo>
                    <a:pt x="44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3882;p64">
              <a:extLst>
                <a:ext uri="{FF2B5EF4-FFF2-40B4-BE49-F238E27FC236}">
                  <a16:creationId xmlns:a16="http://schemas.microsoft.com/office/drawing/2014/main" id="{4EBE36F8-A61F-7CBB-9E83-8499DC0DD8AF}"/>
                </a:ext>
              </a:extLst>
            </p:cNvPr>
            <p:cNvSpPr/>
            <p:nvPr/>
          </p:nvSpPr>
          <p:spPr>
            <a:xfrm>
              <a:off x="3254025" y="2741675"/>
              <a:ext cx="1117900" cy="946775"/>
            </a:xfrm>
            <a:custGeom>
              <a:avLst/>
              <a:gdLst/>
              <a:ahLst/>
              <a:cxnLst/>
              <a:rect l="l" t="t" r="r" b="b"/>
              <a:pathLst>
                <a:path w="44716" h="37871" extrusionOk="0">
                  <a:moveTo>
                    <a:pt x="44138" y="576"/>
                  </a:moveTo>
                  <a:lnTo>
                    <a:pt x="44138" y="37295"/>
                  </a:lnTo>
                  <a:lnTo>
                    <a:pt x="577" y="37295"/>
                  </a:lnTo>
                  <a:lnTo>
                    <a:pt x="577" y="576"/>
                  </a:lnTo>
                  <a:close/>
                  <a:moveTo>
                    <a:pt x="287" y="1"/>
                  </a:moveTo>
                  <a:cubicBezTo>
                    <a:pt x="129" y="1"/>
                    <a:pt x="0" y="130"/>
                    <a:pt x="1" y="289"/>
                  </a:cubicBezTo>
                  <a:lnTo>
                    <a:pt x="1" y="37583"/>
                  </a:lnTo>
                  <a:cubicBezTo>
                    <a:pt x="0" y="37742"/>
                    <a:pt x="130" y="37871"/>
                    <a:pt x="289" y="37871"/>
                  </a:cubicBezTo>
                  <a:lnTo>
                    <a:pt x="44426" y="37871"/>
                  </a:lnTo>
                  <a:cubicBezTo>
                    <a:pt x="44586" y="37871"/>
                    <a:pt x="44715" y="37742"/>
                    <a:pt x="44714" y="37583"/>
                  </a:cubicBezTo>
                  <a:lnTo>
                    <a:pt x="44714" y="289"/>
                  </a:lnTo>
                  <a:cubicBezTo>
                    <a:pt x="44715" y="129"/>
                    <a:pt x="44586" y="1"/>
                    <a:pt x="44426" y="1"/>
                  </a:cubicBezTo>
                  <a:lnTo>
                    <a:pt x="289" y="1"/>
                  </a:lnTo>
                  <a:cubicBezTo>
                    <a:pt x="289" y="1"/>
                    <a:pt x="288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3883;p64">
              <a:extLst>
                <a:ext uri="{FF2B5EF4-FFF2-40B4-BE49-F238E27FC236}">
                  <a16:creationId xmlns:a16="http://schemas.microsoft.com/office/drawing/2014/main" id="{223E1622-1C68-DFDD-C9AA-01B437EC1EA6}"/>
                </a:ext>
              </a:extLst>
            </p:cNvPr>
            <p:cNvSpPr/>
            <p:nvPr/>
          </p:nvSpPr>
          <p:spPr>
            <a:xfrm>
              <a:off x="3687425" y="3015925"/>
              <a:ext cx="240325" cy="437650"/>
            </a:xfrm>
            <a:custGeom>
              <a:avLst/>
              <a:gdLst/>
              <a:ahLst/>
              <a:cxnLst/>
              <a:rect l="l" t="t" r="r" b="b"/>
              <a:pathLst>
                <a:path w="9613" h="17506" extrusionOk="0">
                  <a:moveTo>
                    <a:pt x="4806" y="1"/>
                  </a:moveTo>
                  <a:cubicBezTo>
                    <a:pt x="2153" y="1"/>
                    <a:pt x="1" y="2151"/>
                    <a:pt x="1" y="4806"/>
                  </a:cubicBezTo>
                  <a:cubicBezTo>
                    <a:pt x="1" y="6634"/>
                    <a:pt x="1022" y="8223"/>
                    <a:pt x="2525" y="9035"/>
                  </a:cubicBezTo>
                  <a:lnTo>
                    <a:pt x="1717" y="17506"/>
                  </a:lnTo>
                  <a:lnTo>
                    <a:pt x="7896" y="17506"/>
                  </a:lnTo>
                  <a:lnTo>
                    <a:pt x="7090" y="9035"/>
                  </a:lnTo>
                  <a:cubicBezTo>
                    <a:pt x="8591" y="8223"/>
                    <a:pt x="9612" y="6634"/>
                    <a:pt x="9612" y="4806"/>
                  </a:cubicBezTo>
                  <a:cubicBezTo>
                    <a:pt x="9612" y="2151"/>
                    <a:pt x="7460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3884;p64">
              <a:extLst>
                <a:ext uri="{FF2B5EF4-FFF2-40B4-BE49-F238E27FC236}">
                  <a16:creationId xmlns:a16="http://schemas.microsoft.com/office/drawing/2014/main" id="{6DBD4D22-3E84-4932-125A-E84AAFAF9412}"/>
                </a:ext>
              </a:extLst>
            </p:cNvPr>
            <p:cNvSpPr/>
            <p:nvPr/>
          </p:nvSpPr>
          <p:spPr>
            <a:xfrm>
              <a:off x="3680200" y="3008700"/>
              <a:ext cx="254725" cy="452075"/>
            </a:xfrm>
            <a:custGeom>
              <a:avLst/>
              <a:gdLst/>
              <a:ahLst/>
              <a:cxnLst/>
              <a:rect l="l" t="t" r="r" b="b"/>
              <a:pathLst>
                <a:path w="10189" h="18083" extrusionOk="0">
                  <a:moveTo>
                    <a:pt x="5095" y="578"/>
                  </a:moveTo>
                  <a:cubicBezTo>
                    <a:pt x="7586" y="578"/>
                    <a:pt x="9612" y="2604"/>
                    <a:pt x="9612" y="5095"/>
                  </a:cubicBezTo>
                  <a:cubicBezTo>
                    <a:pt x="9612" y="6755"/>
                    <a:pt x="8702" y="8283"/>
                    <a:pt x="7240" y="9071"/>
                  </a:cubicBezTo>
                  <a:cubicBezTo>
                    <a:pt x="7138" y="9126"/>
                    <a:pt x="7079" y="9237"/>
                    <a:pt x="7090" y="9352"/>
                  </a:cubicBezTo>
                  <a:lnTo>
                    <a:pt x="7868" y="17507"/>
                  </a:lnTo>
                  <a:lnTo>
                    <a:pt x="2323" y="17507"/>
                  </a:lnTo>
                  <a:lnTo>
                    <a:pt x="3100" y="9352"/>
                  </a:lnTo>
                  <a:cubicBezTo>
                    <a:pt x="3111" y="9237"/>
                    <a:pt x="3052" y="9126"/>
                    <a:pt x="2950" y="9071"/>
                  </a:cubicBezTo>
                  <a:cubicBezTo>
                    <a:pt x="1488" y="8283"/>
                    <a:pt x="578" y="6755"/>
                    <a:pt x="578" y="5095"/>
                  </a:cubicBezTo>
                  <a:cubicBezTo>
                    <a:pt x="578" y="2604"/>
                    <a:pt x="2604" y="578"/>
                    <a:pt x="5095" y="578"/>
                  </a:cubicBezTo>
                  <a:close/>
                  <a:moveTo>
                    <a:pt x="5095" y="1"/>
                  </a:moveTo>
                  <a:cubicBezTo>
                    <a:pt x="2286" y="1"/>
                    <a:pt x="2" y="2286"/>
                    <a:pt x="2" y="5095"/>
                  </a:cubicBezTo>
                  <a:cubicBezTo>
                    <a:pt x="1" y="6898"/>
                    <a:pt x="954" y="8567"/>
                    <a:pt x="2509" y="9484"/>
                  </a:cubicBezTo>
                  <a:lnTo>
                    <a:pt x="1720" y="17767"/>
                  </a:lnTo>
                  <a:cubicBezTo>
                    <a:pt x="1703" y="17936"/>
                    <a:pt x="1836" y="18082"/>
                    <a:pt x="2006" y="18082"/>
                  </a:cubicBezTo>
                  <a:lnTo>
                    <a:pt x="8184" y="18082"/>
                  </a:lnTo>
                  <a:cubicBezTo>
                    <a:pt x="8354" y="18082"/>
                    <a:pt x="8487" y="17936"/>
                    <a:pt x="8471" y="17767"/>
                  </a:cubicBezTo>
                  <a:lnTo>
                    <a:pt x="7681" y="9484"/>
                  </a:lnTo>
                  <a:cubicBezTo>
                    <a:pt x="9235" y="8567"/>
                    <a:pt x="10189" y="6898"/>
                    <a:pt x="10189" y="5095"/>
                  </a:cubicBezTo>
                  <a:cubicBezTo>
                    <a:pt x="10189" y="2286"/>
                    <a:pt x="7903" y="1"/>
                    <a:pt x="5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3885;p64">
              <a:extLst>
                <a:ext uri="{FF2B5EF4-FFF2-40B4-BE49-F238E27FC236}">
                  <a16:creationId xmlns:a16="http://schemas.microsoft.com/office/drawing/2014/main" id="{AE740C48-93C5-74C5-43D5-19FBEFA61A2F}"/>
                </a:ext>
              </a:extLst>
            </p:cNvPr>
            <p:cNvSpPr/>
            <p:nvPr/>
          </p:nvSpPr>
          <p:spPr>
            <a:xfrm>
              <a:off x="5977700" y="2926050"/>
              <a:ext cx="16800" cy="36025"/>
            </a:xfrm>
            <a:custGeom>
              <a:avLst/>
              <a:gdLst/>
              <a:ahLst/>
              <a:cxnLst/>
              <a:rect l="l" t="t" r="r" b="b"/>
              <a:pathLst>
                <a:path w="672" h="1441" extrusionOk="0">
                  <a:moveTo>
                    <a:pt x="299" y="0"/>
                  </a:moveTo>
                  <a:cubicBezTo>
                    <a:pt x="292" y="0"/>
                    <a:pt x="284" y="1"/>
                    <a:pt x="277" y="1"/>
                  </a:cubicBezTo>
                  <a:cubicBezTo>
                    <a:pt x="118" y="14"/>
                    <a:pt x="1" y="153"/>
                    <a:pt x="14" y="313"/>
                  </a:cubicBezTo>
                  <a:cubicBezTo>
                    <a:pt x="39" y="600"/>
                    <a:pt x="62" y="886"/>
                    <a:pt x="84" y="1174"/>
                  </a:cubicBezTo>
                  <a:cubicBezTo>
                    <a:pt x="96" y="1324"/>
                    <a:pt x="220" y="1440"/>
                    <a:pt x="372" y="1440"/>
                  </a:cubicBezTo>
                  <a:cubicBezTo>
                    <a:pt x="379" y="1440"/>
                    <a:pt x="386" y="1440"/>
                    <a:pt x="393" y="1439"/>
                  </a:cubicBezTo>
                  <a:cubicBezTo>
                    <a:pt x="553" y="1427"/>
                    <a:pt x="671" y="1289"/>
                    <a:pt x="659" y="1130"/>
                  </a:cubicBezTo>
                  <a:cubicBezTo>
                    <a:pt x="637" y="841"/>
                    <a:pt x="613" y="552"/>
                    <a:pt x="589" y="263"/>
                  </a:cubicBezTo>
                  <a:cubicBezTo>
                    <a:pt x="574" y="113"/>
                    <a:pt x="447" y="0"/>
                    <a:pt x="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3886;p64">
              <a:extLst>
                <a:ext uri="{FF2B5EF4-FFF2-40B4-BE49-F238E27FC236}">
                  <a16:creationId xmlns:a16="http://schemas.microsoft.com/office/drawing/2014/main" id="{45033FCA-2F84-F9D0-FF33-9A8101E2FA2B}"/>
                </a:ext>
              </a:extLst>
            </p:cNvPr>
            <p:cNvSpPr/>
            <p:nvPr/>
          </p:nvSpPr>
          <p:spPr>
            <a:xfrm>
              <a:off x="1532575" y="886700"/>
              <a:ext cx="4456100" cy="2011825"/>
            </a:xfrm>
            <a:custGeom>
              <a:avLst/>
              <a:gdLst/>
              <a:ahLst/>
              <a:cxnLst/>
              <a:rect l="l" t="t" r="r" b="b"/>
              <a:pathLst>
                <a:path w="178244" h="80473" extrusionOk="0">
                  <a:moveTo>
                    <a:pt x="88232" y="1"/>
                  </a:moveTo>
                  <a:cubicBezTo>
                    <a:pt x="87652" y="6"/>
                    <a:pt x="87073" y="17"/>
                    <a:pt x="86494" y="33"/>
                  </a:cubicBezTo>
                  <a:cubicBezTo>
                    <a:pt x="86337" y="38"/>
                    <a:pt x="86212" y="169"/>
                    <a:pt x="86214" y="326"/>
                  </a:cubicBezTo>
                  <a:cubicBezTo>
                    <a:pt x="86217" y="483"/>
                    <a:pt x="86344" y="609"/>
                    <a:pt x="86501" y="610"/>
                  </a:cubicBezTo>
                  <a:lnTo>
                    <a:pt x="86509" y="610"/>
                  </a:lnTo>
                  <a:cubicBezTo>
                    <a:pt x="87086" y="593"/>
                    <a:pt x="87662" y="583"/>
                    <a:pt x="88238" y="577"/>
                  </a:cubicBezTo>
                  <a:cubicBezTo>
                    <a:pt x="88394" y="572"/>
                    <a:pt x="88518" y="444"/>
                    <a:pt x="88518" y="288"/>
                  </a:cubicBezTo>
                  <a:cubicBezTo>
                    <a:pt x="88517" y="131"/>
                    <a:pt x="88391" y="3"/>
                    <a:pt x="88235" y="1"/>
                  </a:cubicBezTo>
                  <a:close/>
                  <a:moveTo>
                    <a:pt x="89967" y="1"/>
                  </a:moveTo>
                  <a:cubicBezTo>
                    <a:pt x="89811" y="3"/>
                    <a:pt x="89685" y="131"/>
                    <a:pt x="89684" y="288"/>
                  </a:cubicBezTo>
                  <a:cubicBezTo>
                    <a:pt x="89684" y="444"/>
                    <a:pt x="89808" y="572"/>
                    <a:pt x="89965" y="577"/>
                  </a:cubicBezTo>
                  <a:cubicBezTo>
                    <a:pt x="90541" y="583"/>
                    <a:pt x="91116" y="593"/>
                    <a:pt x="91692" y="610"/>
                  </a:cubicBezTo>
                  <a:lnTo>
                    <a:pt x="91702" y="610"/>
                  </a:lnTo>
                  <a:cubicBezTo>
                    <a:pt x="91859" y="609"/>
                    <a:pt x="91986" y="483"/>
                    <a:pt x="91988" y="326"/>
                  </a:cubicBezTo>
                  <a:cubicBezTo>
                    <a:pt x="91991" y="169"/>
                    <a:pt x="91866" y="38"/>
                    <a:pt x="91710" y="33"/>
                  </a:cubicBezTo>
                  <a:cubicBezTo>
                    <a:pt x="91129" y="17"/>
                    <a:pt x="90550" y="6"/>
                    <a:pt x="89971" y="1"/>
                  </a:cubicBezTo>
                  <a:close/>
                  <a:moveTo>
                    <a:pt x="84784" y="98"/>
                  </a:moveTo>
                  <a:cubicBezTo>
                    <a:pt x="84775" y="98"/>
                    <a:pt x="84766" y="98"/>
                    <a:pt x="84757" y="99"/>
                  </a:cubicBezTo>
                  <a:cubicBezTo>
                    <a:pt x="84178" y="127"/>
                    <a:pt x="83599" y="160"/>
                    <a:pt x="83020" y="199"/>
                  </a:cubicBezTo>
                  <a:cubicBezTo>
                    <a:pt x="82865" y="208"/>
                    <a:pt x="82745" y="340"/>
                    <a:pt x="82751" y="496"/>
                  </a:cubicBezTo>
                  <a:cubicBezTo>
                    <a:pt x="82756" y="651"/>
                    <a:pt x="82885" y="775"/>
                    <a:pt x="83039" y="775"/>
                  </a:cubicBezTo>
                  <a:cubicBezTo>
                    <a:pt x="83046" y="775"/>
                    <a:pt x="83052" y="773"/>
                    <a:pt x="83060" y="773"/>
                  </a:cubicBezTo>
                  <a:cubicBezTo>
                    <a:pt x="83634" y="735"/>
                    <a:pt x="84209" y="703"/>
                    <a:pt x="84784" y="675"/>
                  </a:cubicBezTo>
                  <a:cubicBezTo>
                    <a:pt x="84943" y="667"/>
                    <a:pt x="85065" y="532"/>
                    <a:pt x="85058" y="373"/>
                  </a:cubicBezTo>
                  <a:cubicBezTo>
                    <a:pt x="85051" y="224"/>
                    <a:pt x="84927" y="98"/>
                    <a:pt x="84784" y="98"/>
                  </a:cubicBezTo>
                  <a:close/>
                  <a:moveTo>
                    <a:pt x="93436" y="100"/>
                  </a:moveTo>
                  <a:cubicBezTo>
                    <a:pt x="93282" y="100"/>
                    <a:pt x="93154" y="219"/>
                    <a:pt x="93146" y="374"/>
                  </a:cubicBezTo>
                  <a:cubicBezTo>
                    <a:pt x="93137" y="534"/>
                    <a:pt x="93261" y="668"/>
                    <a:pt x="93419" y="676"/>
                  </a:cubicBezTo>
                  <a:cubicBezTo>
                    <a:pt x="93995" y="703"/>
                    <a:pt x="94569" y="736"/>
                    <a:pt x="95144" y="775"/>
                  </a:cubicBezTo>
                  <a:lnTo>
                    <a:pt x="95163" y="775"/>
                  </a:lnTo>
                  <a:lnTo>
                    <a:pt x="95163" y="776"/>
                  </a:lnTo>
                  <a:cubicBezTo>
                    <a:pt x="95319" y="776"/>
                    <a:pt x="95446" y="652"/>
                    <a:pt x="95452" y="496"/>
                  </a:cubicBezTo>
                  <a:cubicBezTo>
                    <a:pt x="95457" y="342"/>
                    <a:pt x="95338" y="210"/>
                    <a:pt x="95182" y="200"/>
                  </a:cubicBezTo>
                  <a:cubicBezTo>
                    <a:pt x="94605" y="160"/>
                    <a:pt x="94026" y="128"/>
                    <a:pt x="93447" y="101"/>
                  </a:cubicBezTo>
                  <a:cubicBezTo>
                    <a:pt x="93443" y="100"/>
                    <a:pt x="93439" y="100"/>
                    <a:pt x="93436" y="100"/>
                  </a:cubicBezTo>
                  <a:close/>
                  <a:moveTo>
                    <a:pt x="81313" y="331"/>
                  </a:moveTo>
                  <a:cubicBezTo>
                    <a:pt x="81305" y="331"/>
                    <a:pt x="81296" y="331"/>
                    <a:pt x="81287" y="332"/>
                  </a:cubicBezTo>
                  <a:cubicBezTo>
                    <a:pt x="80710" y="381"/>
                    <a:pt x="80133" y="438"/>
                    <a:pt x="79557" y="498"/>
                  </a:cubicBezTo>
                  <a:cubicBezTo>
                    <a:pt x="79405" y="514"/>
                    <a:pt x="79292" y="646"/>
                    <a:pt x="79299" y="800"/>
                  </a:cubicBezTo>
                  <a:cubicBezTo>
                    <a:pt x="79308" y="952"/>
                    <a:pt x="79434" y="1072"/>
                    <a:pt x="79587" y="1072"/>
                  </a:cubicBezTo>
                  <a:lnTo>
                    <a:pt x="79587" y="1072"/>
                  </a:lnTo>
                  <a:cubicBezTo>
                    <a:pt x="79597" y="1072"/>
                    <a:pt x="79608" y="1072"/>
                    <a:pt x="79617" y="1071"/>
                  </a:cubicBezTo>
                  <a:cubicBezTo>
                    <a:pt x="80191" y="1011"/>
                    <a:pt x="80764" y="956"/>
                    <a:pt x="81337" y="905"/>
                  </a:cubicBezTo>
                  <a:cubicBezTo>
                    <a:pt x="81496" y="892"/>
                    <a:pt x="81613" y="752"/>
                    <a:pt x="81599" y="593"/>
                  </a:cubicBezTo>
                  <a:cubicBezTo>
                    <a:pt x="81586" y="444"/>
                    <a:pt x="81461" y="331"/>
                    <a:pt x="81313" y="331"/>
                  </a:cubicBezTo>
                  <a:close/>
                  <a:moveTo>
                    <a:pt x="79587" y="1072"/>
                  </a:moveTo>
                  <a:cubicBezTo>
                    <a:pt x="79587" y="1072"/>
                    <a:pt x="79586" y="1072"/>
                    <a:pt x="79586" y="1072"/>
                  </a:cubicBezTo>
                  <a:lnTo>
                    <a:pt x="79587" y="1072"/>
                  </a:lnTo>
                  <a:cubicBezTo>
                    <a:pt x="79587" y="1072"/>
                    <a:pt x="79587" y="1072"/>
                    <a:pt x="79587" y="1072"/>
                  </a:cubicBezTo>
                  <a:close/>
                  <a:moveTo>
                    <a:pt x="96894" y="331"/>
                  </a:moveTo>
                  <a:cubicBezTo>
                    <a:pt x="96746" y="331"/>
                    <a:pt x="96619" y="443"/>
                    <a:pt x="96603" y="595"/>
                  </a:cubicBezTo>
                  <a:cubicBezTo>
                    <a:pt x="96589" y="753"/>
                    <a:pt x="96707" y="892"/>
                    <a:pt x="96865" y="905"/>
                  </a:cubicBezTo>
                  <a:cubicBezTo>
                    <a:pt x="97439" y="956"/>
                    <a:pt x="98012" y="1010"/>
                    <a:pt x="98585" y="1071"/>
                  </a:cubicBezTo>
                  <a:cubicBezTo>
                    <a:pt x="98595" y="1072"/>
                    <a:pt x="98606" y="1072"/>
                    <a:pt x="98615" y="1072"/>
                  </a:cubicBezTo>
                  <a:lnTo>
                    <a:pt x="98615" y="1073"/>
                  </a:lnTo>
                  <a:cubicBezTo>
                    <a:pt x="98769" y="1073"/>
                    <a:pt x="98896" y="953"/>
                    <a:pt x="98904" y="800"/>
                  </a:cubicBezTo>
                  <a:cubicBezTo>
                    <a:pt x="98911" y="646"/>
                    <a:pt x="98799" y="514"/>
                    <a:pt x="98645" y="499"/>
                  </a:cubicBezTo>
                  <a:cubicBezTo>
                    <a:pt x="98069" y="438"/>
                    <a:pt x="97493" y="382"/>
                    <a:pt x="96914" y="332"/>
                  </a:cubicBezTo>
                  <a:cubicBezTo>
                    <a:pt x="96908" y="332"/>
                    <a:pt x="96901" y="331"/>
                    <a:pt x="96894" y="331"/>
                  </a:cubicBezTo>
                  <a:close/>
                  <a:moveTo>
                    <a:pt x="100344" y="695"/>
                  </a:moveTo>
                  <a:cubicBezTo>
                    <a:pt x="100199" y="695"/>
                    <a:pt x="100076" y="802"/>
                    <a:pt x="100058" y="947"/>
                  </a:cubicBezTo>
                  <a:cubicBezTo>
                    <a:pt x="100039" y="1102"/>
                    <a:pt x="100147" y="1246"/>
                    <a:pt x="100302" y="1268"/>
                  </a:cubicBezTo>
                  <a:cubicBezTo>
                    <a:pt x="100874" y="1340"/>
                    <a:pt x="101445" y="1416"/>
                    <a:pt x="102014" y="1499"/>
                  </a:cubicBezTo>
                  <a:cubicBezTo>
                    <a:pt x="102028" y="1501"/>
                    <a:pt x="102042" y="1503"/>
                    <a:pt x="102056" y="1503"/>
                  </a:cubicBezTo>
                  <a:cubicBezTo>
                    <a:pt x="102208" y="1503"/>
                    <a:pt x="102332" y="1385"/>
                    <a:pt x="102343" y="1234"/>
                  </a:cubicBezTo>
                  <a:cubicBezTo>
                    <a:pt x="102354" y="1084"/>
                    <a:pt x="102246" y="950"/>
                    <a:pt x="102097" y="929"/>
                  </a:cubicBezTo>
                  <a:cubicBezTo>
                    <a:pt x="101523" y="845"/>
                    <a:pt x="100949" y="769"/>
                    <a:pt x="100375" y="697"/>
                  </a:cubicBezTo>
                  <a:cubicBezTo>
                    <a:pt x="100364" y="696"/>
                    <a:pt x="100354" y="695"/>
                    <a:pt x="100344" y="695"/>
                  </a:cubicBezTo>
                  <a:close/>
                  <a:moveTo>
                    <a:pt x="77854" y="697"/>
                  </a:moveTo>
                  <a:cubicBezTo>
                    <a:pt x="77846" y="697"/>
                    <a:pt x="77837" y="697"/>
                    <a:pt x="77829" y="698"/>
                  </a:cubicBezTo>
                  <a:cubicBezTo>
                    <a:pt x="77254" y="770"/>
                    <a:pt x="76680" y="848"/>
                    <a:pt x="76106" y="931"/>
                  </a:cubicBezTo>
                  <a:cubicBezTo>
                    <a:pt x="75957" y="953"/>
                    <a:pt x="75850" y="1086"/>
                    <a:pt x="75861" y="1236"/>
                  </a:cubicBezTo>
                  <a:cubicBezTo>
                    <a:pt x="75871" y="1388"/>
                    <a:pt x="75996" y="1504"/>
                    <a:pt x="76147" y="1504"/>
                  </a:cubicBezTo>
                  <a:cubicBezTo>
                    <a:pt x="76160" y="1504"/>
                    <a:pt x="76175" y="1503"/>
                    <a:pt x="76188" y="1501"/>
                  </a:cubicBezTo>
                  <a:cubicBezTo>
                    <a:pt x="76758" y="1419"/>
                    <a:pt x="77329" y="1341"/>
                    <a:pt x="77901" y="1270"/>
                  </a:cubicBezTo>
                  <a:cubicBezTo>
                    <a:pt x="78053" y="1245"/>
                    <a:pt x="78160" y="1103"/>
                    <a:pt x="78141" y="950"/>
                  </a:cubicBezTo>
                  <a:cubicBezTo>
                    <a:pt x="78123" y="803"/>
                    <a:pt x="77998" y="697"/>
                    <a:pt x="77854" y="697"/>
                  </a:cubicBezTo>
                  <a:close/>
                  <a:moveTo>
                    <a:pt x="103767" y="1190"/>
                  </a:moveTo>
                  <a:cubicBezTo>
                    <a:pt x="103628" y="1190"/>
                    <a:pt x="103506" y="1291"/>
                    <a:pt x="103484" y="1432"/>
                  </a:cubicBezTo>
                  <a:cubicBezTo>
                    <a:pt x="103457" y="1589"/>
                    <a:pt x="103564" y="1737"/>
                    <a:pt x="103721" y="1763"/>
                  </a:cubicBezTo>
                  <a:cubicBezTo>
                    <a:pt x="104289" y="1857"/>
                    <a:pt x="104856" y="1955"/>
                    <a:pt x="105422" y="2060"/>
                  </a:cubicBezTo>
                  <a:cubicBezTo>
                    <a:pt x="105440" y="2063"/>
                    <a:pt x="105458" y="2065"/>
                    <a:pt x="105476" y="2065"/>
                  </a:cubicBezTo>
                  <a:cubicBezTo>
                    <a:pt x="105624" y="2064"/>
                    <a:pt x="105748" y="1950"/>
                    <a:pt x="105761" y="1803"/>
                  </a:cubicBezTo>
                  <a:cubicBezTo>
                    <a:pt x="105775" y="1655"/>
                    <a:pt x="105673" y="1521"/>
                    <a:pt x="105528" y="1493"/>
                  </a:cubicBezTo>
                  <a:cubicBezTo>
                    <a:pt x="104957" y="1388"/>
                    <a:pt x="104386" y="1288"/>
                    <a:pt x="103815" y="1194"/>
                  </a:cubicBezTo>
                  <a:cubicBezTo>
                    <a:pt x="103799" y="1192"/>
                    <a:pt x="103783" y="1190"/>
                    <a:pt x="103767" y="1190"/>
                  </a:cubicBezTo>
                  <a:close/>
                  <a:moveTo>
                    <a:pt x="74440" y="1193"/>
                  </a:moveTo>
                  <a:cubicBezTo>
                    <a:pt x="74423" y="1193"/>
                    <a:pt x="74406" y="1195"/>
                    <a:pt x="74389" y="1198"/>
                  </a:cubicBezTo>
                  <a:cubicBezTo>
                    <a:pt x="73816" y="1292"/>
                    <a:pt x="73245" y="1392"/>
                    <a:pt x="72675" y="1498"/>
                  </a:cubicBezTo>
                  <a:cubicBezTo>
                    <a:pt x="72530" y="1524"/>
                    <a:pt x="72428" y="1659"/>
                    <a:pt x="72441" y="1807"/>
                  </a:cubicBezTo>
                  <a:cubicBezTo>
                    <a:pt x="72455" y="1955"/>
                    <a:pt x="72579" y="2069"/>
                    <a:pt x="72728" y="2069"/>
                  </a:cubicBezTo>
                  <a:cubicBezTo>
                    <a:pt x="72746" y="2069"/>
                    <a:pt x="72764" y="2068"/>
                    <a:pt x="72780" y="2064"/>
                  </a:cubicBezTo>
                  <a:cubicBezTo>
                    <a:pt x="73347" y="1958"/>
                    <a:pt x="73914" y="1860"/>
                    <a:pt x="74482" y="1767"/>
                  </a:cubicBezTo>
                  <a:cubicBezTo>
                    <a:pt x="74640" y="1740"/>
                    <a:pt x="74745" y="1591"/>
                    <a:pt x="74720" y="1434"/>
                  </a:cubicBezTo>
                  <a:cubicBezTo>
                    <a:pt x="74698" y="1294"/>
                    <a:pt x="74577" y="1193"/>
                    <a:pt x="74440" y="1193"/>
                  </a:cubicBezTo>
                  <a:close/>
                  <a:moveTo>
                    <a:pt x="107177" y="1820"/>
                  </a:moveTo>
                  <a:cubicBezTo>
                    <a:pt x="107043" y="1820"/>
                    <a:pt x="106922" y="1913"/>
                    <a:pt x="106894" y="2050"/>
                  </a:cubicBezTo>
                  <a:cubicBezTo>
                    <a:pt x="106863" y="2206"/>
                    <a:pt x="106962" y="2358"/>
                    <a:pt x="107118" y="2390"/>
                  </a:cubicBezTo>
                  <a:cubicBezTo>
                    <a:pt x="107683" y="2505"/>
                    <a:pt x="108246" y="2627"/>
                    <a:pt x="108807" y="2752"/>
                  </a:cubicBezTo>
                  <a:cubicBezTo>
                    <a:pt x="108828" y="2757"/>
                    <a:pt x="108849" y="2760"/>
                    <a:pt x="108870" y="2760"/>
                  </a:cubicBezTo>
                  <a:lnTo>
                    <a:pt x="108870" y="2761"/>
                  </a:lnTo>
                  <a:cubicBezTo>
                    <a:pt x="109018" y="2761"/>
                    <a:pt x="109143" y="2651"/>
                    <a:pt x="109158" y="2504"/>
                  </a:cubicBezTo>
                  <a:cubicBezTo>
                    <a:pt x="109175" y="2358"/>
                    <a:pt x="109078" y="2222"/>
                    <a:pt x="108934" y="2191"/>
                  </a:cubicBezTo>
                  <a:cubicBezTo>
                    <a:pt x="108368" y="2063"/>
                    <a:pt x="107802" y="1942"/>
                    <a:pt x="107234" y="1825"/>
                  </a:cubicBezTo>
                  <a:cubicBezTo>
                    <a:pt x="107215" y="1821"/>
                    <a:pt x="107196" y="1820"/>
                    <a:pt x="107177" y="1820"/>
                  </a:cubicBezTo>
                  <a:close/>
                  <a:moveTo>
                    <a:pt x="71027" y="1824"/>
                  </a:moveTo>
                  <a:cubicBezTo>
                    <a:pt x="71007" y="1824"/>
                    <a:pt x="70988" y="1826"/>
                    <a:pt x="70968" y="1830"/>
                  </a:cubicBezTo>
                  <a:cubicBezTo>
                    <a:pt x="70401" y="1946"/>
                    <a:pt x="69835" y="2069"/>
                    <a:pt x="69270" y="2196"/>
                  </a:cubicBezTo>
                  <a:cubicBezTo>
                    <a:pt x="69125" y="2227"/>
                    <a:pt x="69027" y="2363"/>
                    <a:pt x="69044" y="2509"/>
                  </a:cubicBezTo>
                  <a:cubicBezTo>
                    <a:pt x="69060" y="2656"/>
                    <a:pt x="69183" y="2766"/>
                    <a:pt x="69330" y="2766"/>
                  </a:cubicBezTo>
                  <a:cubicBezTo>
                    <a:pt x="69330" y="2766"/>
                    <a:pt x="69331" y="2766"/>
                    <a:pt x="69332" y="2766"/>
                  </a:cubicBezTo>
                  <a:cubicBezTo>
                    <a:pt x="69354" y="2766"/>
                    <a:pt x="69375" y="2763"/>
                    <a:pt x="69396" y="2758"/>
                  </a:cubicBezTo>
                  <a:cubicBezTo>
                    <a:pt x="69958" y="2631"/>
                    <a:pt x="70521" y="2510"/>
                    <a:pt x="71084" y="2394"/>
                  </a:cubicBezTo>
                  <a:cubicBezTo>
                    <a:pt x="71240" y="2363"/>
                    <a:pt x="71341" y="2210"/>
                    <a:pt x="71309" y="2054"/>
                  </a:cubicBezTo>
                  <a:cubicBezTo>
                    <a:pt x="71280" y="1918"/>
                    <a:pt x="71161" y="1824"/>
                    <a:pt x="71027" y="1824"/>
                  </a:cubicBezTo>
                  <a:close/>
                  <a:moveTo>
                    <a:pt x="110558" y="2580"/>
                  </a:moveTo>
                  <a:cubicBezTo>
                    <a:pt x="110428" y="2580"/>
                    <a:pt x="110310" y="2667"/>
                    <a:pt x="110277" y="2799"/>
                  </a:cubicBezTo>
                  <a:cubicBezTo>
                    <a:pt x="110240" y="2954"/>
                    <a:pt x="110334" y="3110"/>
                    <a:pt x="110488" y="3148"/>
                  </a:cubicBezTo>
                  <a:cubicBezTo>
                    <a:pt x="111047" y="3285"/>
                    <a:pt x="111605" y="3428"/>
                    <a:pt x="112162" y="3577"/>
                  </a:cubicBezTo>
                  <a:cubicBezTo>
                    <a:pt x="112187" y="3583"/>
                    <a:pt x="112211" y="3586"/>
                    <a:pt x="112236" y="3586"/>
                  </a:cubicBezTo>
                  <a:cubicBezTo>
                    <a:pt x="112380" y="3586"/>
                    <a:pt x="112504" y="3479"/>
                    <a:pt x="112522" y="3335"/>
                  </a:cubicBezTo>
                  <a:cubicBezTo>
                    <a:pt x="112541" y="3193"/>
                    <a:pt x="112451" y="3057"/>
                    <a:pt x="112310" y="3020"/>
                  </a:cubicBezTo>
                  <a:cubicBezTo>
                    <a:pt x="111750" y="2870"/>
                    <a:pt x="111189" y="2726"/>
                    <a:pt x="110626" y="2588"/>
                  </a:cubicBezTo>
                  <a:cubicBezTo>
                    <a:pt x="110603" y="2583"/>
                    <a:pt x="110581" y="2580"/>
                    <a:pt x="110558" y="2580"/>
                  </a:cubicBezTo>
                  <a:close/>
                  <a:moveTo>
                    <a:pt x="67646" y="2588"/>
                  </a:moveTo>
                  <a:cubicBezTo>
                    <a:pt x="67623" y="2588"/>
                    <a:pt x="67599" y="2591"/>
                    <a:pt x="67576" y="2597"/>
                  </a:cubicBezTo>
                  <a:cubicBezTo>
                    <a:pt x="67014" y="2736"/>
                    <a:pt x="66452" y="2880"/>
                    <a:pt x="65892" y="3030"/>
                  </a:cubicBezTo>
                  <a:cubicBezTo>
                    <a:pt x="65753" y="3068"/>
                    <a:pt x="65662" y="3202"/>
                    <a:pt x="65681" y="3346"/>
                  </a:cubicBezTo>
                  <a:cubicBezTo>
                    <a:pt x="65700" y="3489"/>
                    <a:pt x="65822" y="3597"/>
                    <a:pt x="65968" y="3597"/>
                  </a:cubicBezTo>
                  <a:cubicBezTo>
                    <a:pt x="65992" y="3596"/>
                    <a:pt x="66017" y="3593"/>
                    <a:pt x="66041" y="3586"/>
                  </a:cubicBezTo>
                  <a:cubicBezTo>
                    <a:pt x="66597" y="3437"/>
                    <a:pt x="67155" y="3295"/>
                    <a:pt x="67714" y="3157"/>
                  </a:cubicBezTo>
                  <a:cubicBezTo>
                    <a:pt x="67869" y="3118"/>
                    <a:pt x="67963" y="2962"/>
                    <a:pt x="67925" y="2808"/>
                  </a:cubicBezTo>
                  <a:cubicBezTo>
                    <a:pt x="67892" y="2676"/>
                    <a:pt x="67775" y="2588"/>
                    <a:pt x="67646" y="2588"/>
                  </a:cubicBezTo>
                  <a:close/>
                  <a:moveTo>
                    <a:pt x="113911" y="3473"/>
                  </a:moveTo>
                  <a:cubicBezTo>
                    <a:pt x="113785" y="3473"/>
                    <a:pt x="113669" y="3555"/>
                    <a:pt x="113633" y="3681"/>
                  </a:cubicBezTo>
                  <a:cubicBezTo>
                    <a:pt x="113589" y="3833"/>
                    <a:pt x="113675" y="3992"/>
                    <a:pt x="113828" y="4037"/>
                  </a:cubicBezTo>
                  <a:cubicBezTo>
                    <a:pt x="114381" y="4197"/>
                    <a:pt x="114932" y="4361"/>
                    <a:pt x="115483" y="4531"/>
                  </a:cubicBezTo>
                  <a:cubicBezTo>
                    <a:pt x="115511" y="4540"/>
                    <a:pt x="115539" y="4543"/>
                    <a:pt x="115568" y="4543"/>
                  </a:cubicBezTo>
                  <a:cubicBezTo>
                    <a:pt x="115711" y="4543"/>
                    <a:pt x="115832" y="4440"/>
                    <a:pt x="115854" y="4299"/>
                  </a:cubicBezTo>
                  <a:cubicBezTo>
                    <a:pt x="115874" y="4158"/>
                    <a:pt x="115789" y="4023"/>
                    <a:pt x="115653" y="3981"/>
                  </a:cubicBezTo>
                  <a:cubicBezTo>
                    <a:pt x="115099" y="3809"/>
                    <a:pt x="114544" y="3644"/>
                    <a:pt x="113987" y="3483"/>
                  </a:cubicBezTo>
                  <a:cubicBezTo>
                    <a:pt x="113962" y="3476"/>
                    <a:pt x="113936" y="3473"/>
                    <a:pt x="113911" y="3473"/>
                  </a:cubicBezTo>
                  <a:close/>
                  <a:moveTo>
                    <a:pt x="64299" y="3485"/>
                  </a:moveTo>
                  <a:cubicBezTo>
                    <a:pt x="64272" y="3485"/>
                    <a:pt x="64245" y="3488"/>
                    <a:pt x="64218" y="3496"/>
                  </a:cubicBezTo>
                  <a:cubicBezTo>
                    <a:pt x="63661" y="3657"/>
                    <a:pt x="63106" y="3824"/>
                    <a:pt x="62552" y="3995"/>
                  </a:cubicBezTo>
                  <a:cubicBezTo>
                    <a:pt x="62416" y="4038"/>
                    <a:pt x="62331" y="4173"/>
                    <a:pt x="62353" y="4314"/>
                  </a:cubicBezTo>
                  <a:cubicBezTo>
                    <a:pt x="62374" y="4455"/>
                    <a:pt x="62495" y="4559"/>
                    <a:pt x="62638" y="4559"/>
                  </a:cubicBezTo>
                  <a:cubicBezTo>
                    <a:pt x="62667" y="4559"/>
                    <a:pt x="62696" y="4554"/>
                    <a:pt x="62723" y="4546"/>
                  </a:cubicBezTo>
                  <a:cubicBezTo>
                    <a:pt x="63272" y="4375"/>
                    <a:pt x="63824" y="4210"/>
                    <a:pt x="64378" y="4049"/>
                  </a:cubicBezTo>
                  <a:cubicBezTo>
                    <a:pt x="64531" y="4005"/>
                    <a:pt x="64619" y="3845"/>
                    <a:pt x="64575" y="3693"/>
                  </a:cubicBezTo>
                  <a:cubicBezTo>
                    <a:pt x="64538" y="3566"/>
                    <a:pt x="64424" y="3485"/>
                    <a:pt x="64299" y="3485"/>
                  </a:cubicBezTo>
                  <a:close/>
                  <a:moveTo>
                    <a:pt x="117224" y="4497"/>
                  </a:moveTo>
                  <a:cubicBezTo>
                    <a:pt x="117103" y="4497"/>
                    <a:pt x="116990" y="4574"/>
                    <a:pt x="116950" y="4694"/>
                  </a:cubicBezTo>
                  <a:cubicBezTo>
                    <a:pt x="116901" y="4843"/>
                    <a:pt x="116980" y="5005"/>
                    <a:pt x="117127" y="5057"/>
                  </a:cubicBezTo>
                  <a:cubicBezTo>
                    <a:pt x="117410" y="5150"/>
                    <a:pt x="117692" y="5245"/>
                    <a:pt x="117974" y="5342"/>
                  </a:cubicBezTo>
                  <a:cubicBezTo>
                    <a:pt x="118238" y="5432"/>
                    <a:pt x="118501" y="5523"/>
                    <a:pt x="118763" y="5616"/>
                  </a:cubicBezTo>
                  <a:cubicBezTo>
                    <a:pt x="118793" y="5626"/>
                    <a:pt x="118826" y="5632"/>
                    <a:pt x="118859" y="5632"/>
                  </a:cubicBezTo>
                  <a:cubicBezTo>
                    <a:pt x="119000" y="5632"/>
                    <a:pt x="119120" y="5532"/>
                    <a:pt x="119144" y="5392"/>
                  </a:cubicBezTo>
                  <a:cubicBezTo>
                    <a:pt x="119166" y="5255"/>
                    <a:pt x="119087" y="5119"/>
                    <a:pt x="118954" y="5072"/>
                  </a:cubicBezTo>
                  <a:cubicBezTo>
                    <a:pt x="118690" y="4979"/>
                    <a:pt x="118425" y="4888"/>
                    <a:pt x="118160" y="4796"/>
                  </a:cubicBezTo>
                  <a:cubicBezTo>
                    <a:pt x="117877" y="4699"/>
                    <a:pt x="117593" y="4604"/>
                    <a:pt x="117308" y="4510"/>
                  </a:cubicBezTo>
                  <a:cubicBezTo>
                    <a:pt x="117280" y="4501"/>
                    <a:pt x="117252" y="4497"/>
                    <a:pt x="117224" y="4497"/>
                  </a:cubicBezTo>
                  <a:close/>
                  <a:moveTo>
                    <a:pt x="60986" y="4513"/>
                  </a:moveTo>
                  <a:cubicBezTo>
                    <a:pt x="60956" y="4513"/>
                    <a:pt x="60925" y="4518"/>
                    <a:pt x="60895" y="4528"/>
                  </a:cubicBezTo>
                  <a:cubicBezTo>
                    <a:pt x="60346" y="4711"/>
                    <a:pt x="59798" y="4899"/>
                    <a:pt x="59251" y="5094"/>
                  </a:cubicBezTo>
                  <a:cubicBezTo>
                    <a:pt x="59119" y="5141"/>
                    <a:pt x="59038" y="5275"/>
                    <a:pt x="59062" y="5414"/>
                  </a:cubicBezTo>
                  <a:cubicBezTo>
                    <a:pt x="59086" y="5552"/>
                    <a:pt x="59206" y="5653"/>
                    <a:pt x="59347" y="5653"/>
                  </a:cubicBezTo>
                  <a:lnTo>
                    <a:pt x="59348" y="5653"/>
                  </a:lnTo>
                  <a:cubicBezTo>
                    <a:pt x="59380" y="5653"/>
                    <a:pt x="59413" y="5647"/>
                    <a:pt x="59443" y="5636"/>
                  </a:cubicBezTo>
                  <a:cubicBezTo>
                    <a:pt x="59986" y="5444"/>
                    <a:pt x="60531" y="5257"/>
                    <a:pt x="61078" y="5075"/>
                  </a:cubicBezTo>
                  <a:cubicBezTo>
                    <a:pt x="61229" y="5024"/>
                    <a:pt x="61310" y="4861"/>
                    <a:pt x="61260" y="4711"/>
                  </a:cubicBezTo>
                  <a:cubicBezTo>
                    <a:pt x="61219" y="4590"/>
                    <a:pt x="61107" y="4513"/>
                    <a:pt x="60986" y="4513"/>
                  </a:cubicBezTo>
                  <a:close/>
                  <a:moveTo>
                    <a:pt x="120485" y="5651"/>
                  </a:moveTo>
                  <a:cubicBezTo>
                    <a:pt x="120368" y="5651"/>
                    <a:pt x="120259" y="5722"/>
                    <a:pt x="120216" y="5837"/>
                  </a:cubicBezTo>
                  <a:cubicBezTo>
                    <a:pt x="120160" y="5986"/>
                    <a:pt x="120235" y="6153"/>
                    <a:pt x="120384" y="6209"/>
                  </a:cubicBezTo>
                  <a:cubicBezTo>
                    <a:pt x="120924" y="6411"/>
                    <a:pt x="121461" y="6619"/>
                    <a:pt x="121995" y="6832"/>
                  </a:cubicBezTo>
                  <a:cubicBezTo>
                    <a:pt x="122029" y="6845"/>
                    <a:pt x="122065" y="6852"/>
                    <a:pt x="122101" y="6852"/>
                  </a:cubicBezTo>
                  <a:cubicBezTo>
                    <a:pt x="122239" y="6852"/>
                    <a:pt x="122358" y="6754"/>
                    <a:pt x="122385" y="6618"/>
                  </a:cubicBezTo>
                  <a:cubicBezTo>
                    <a:pt x="122410" y="6483"/>
                    <a:pt x="122337" y="6347"/>
                    <a:pt x="122208" y="6297"/>
                  </a:cubicBezTo>
                  <a:cubicBezTo>
                    <a:pt x="121670" y="6082"/>
                    <a:pt x="121130" y="5873"/>
                    <a:pt x="120587" y="5670"/>
                  </a:cubicBezTo>
                  <a:cubicBezTo>
                    <a:pt x="120553" y="5657"/>
                    <a:pt x="120519" y="5651"/>
                    <a:pt x="120485" y="5651"/>
                  </a:cubicBezTo>
                  <a:close/>
                  <a:moveTo>
                    <a:pt x="57719" y="5671"/>
                  </a:moveTo>
                  <a:cubicBezTo>
                    <a:pt x="57685" y="5671"/>
                    <a:pt x="57651" y="5677"/>
                    <a:pt x="57617" y="5690"/>
                  </a:cubicBezTo>
                  <a:cubicBezTo>
                    <a:pt x="57075" y="5895"/>
                    <a:pt x="56534" y="6105"/>
                    <a:pt x="55997" y="6320"/>
                  </a:cubicBezTo>
                  <a:cubicBezTo>
                    <a:pt x="55868" y="6371"/>
                    <a:pt x="55794" y="6506"/>
                    <a:pt x="55820" y="6642"/>
                  </a:cubicBezTo>
                  <a:cubicBezTo>
                    <a:pt x="55847" y="6778"/>
                    <a:pt x="55965" y="6876"/>
                    <a:pt x="56103" y="6876"/>
                  </a:cubicBezTo>
                  <a:lnTo>
                    <a:pt x="56103" y="6875"/>
                  </a:lnTo>
                  <a:cubicBezTo>
                    <a:pt x="56141" y="6875"/>
                    <a:pt x="56177" y="6868"/>
                    <a:pt x="56210" y="6855"/>
                  </a:cubicBezTo>
                  <a:cubicBezTo>
                    <a:pt x="56745" y="6641"/>
                    <a:pt x="57281" y="6432"/>
                    <a:pt x="57821" y="6230"/>
                  </a:cubicBezTo>
                  <a:cubicBezTo>
                    <a:pt x="57970" y="6173"/>
                    <a:pt x="58045" y="6008"/>
                    <a:pt x="57989" y="5858"/>
                  </a:cubicBezTo>
                  <a:cubicBezTo>
                    <a:pt x="57945" y="5743"/>
                    <a:pt x="57836" y="5671"/>
                    <a:pt x="57719" y="5671"/>
                  </a:cubicBezTo>
                  <a:close/>
                  <a:moveTo>
                    <a:pt x="123706" y="6933"/>
                  </a:moveTo>
                  <a:cubicBezTo>
                    <a:pt x="123593" y="6933"/>
                    <a:pt x="123486" y="6999"/>
                    <a:pt x="123440" y="7109"/>
                  </a:cubicBezTo>
                  <a:cubicBezTo>
                    <a:pt x="123378" y="7255"/>
                    <a:pt x="123446" y="7424"/>
                    <a:pt x="123594" y="7487"/>
                  </a:cubicBezTo>
                  <a:cubicBezTo>
                    <a:pt x="124124" y="7710"/>
                    <a:pt x="124653" y="7939"/>
                    <a:pt x="125179" y="8173"/>
                  </a:cubicBezTo>
                  <a:cubicBezTo>
                    <a:pt x="125215" y="8190"/>
                    <a:pt x="125256" y="8198"/>
                    <a:pt x="125296" y="8198"/>
                  </a:cubicBezTo>
                  <a:cubicBezTo>
                    <a:pt x="125432" y="8198"/>
                    <a:pt x="125550" y="8102"/>
                    <a:pt x="125577" y="7969"/>
                  </a:cubicBezTo>
                  <a:cubicBezTo>
                    <a:pt x="125606" y="7836"/>
                    <a:pt x="125538" y="7701"/>
                    <a:pt x="125413" y="7646"/>
                  </a:cubicBezTo>
                  <a:cubicBezTo>
                    <a:pt x="124884" y="7411"/>
                    <a:pt x="124352" y="7181"/>
                    <a:pt x="123818" y="6955"/>
                  </a:cubicBezTo>
                  <a:cubicBezTo>
                    <a:pt x="123781" y="6940"/>
                    <a:pt x="123743" y="6933"/>
                    <a:pt x="123706" y="6933"/>
                  </a:cubicBezTo>
                  <a:close/>
                  <a:moveTo>
                    <a:pt x="54506" y="6955"/>
                  </a:moveTo>
                  <a:cubicBezTo>
                    <a:pt x="54466" y="6955"/>
                    <a:pt x="54426" y="6963"/>
                    <a:pt x="54388" y="6981"/>
                  </a:cubicBezTo>
                  <a:cubicBezTo>
                    <a:pt x="53854" y="7206"/>
                    <a:pt x="53323" y="7436"/>
                    <a:pt x="52793" y="7673"/>
                  </a:cubicBezTo>
                  <a:cubicBezTo>
                    <a:pt x="52669" y="7728"/>
                    <a:pt x="52600" y="7863"/>
                    <a:pt x="52629" y="7996"/>
                  </a:cubicBezTo>
                  <a:cubicBezTo>
                    <a:pt x="52657" y="8130"/>
                    <a:pt x="52775" y="8224"/>
                    <a:pt x="52911" y="8224"/>
                  </a:cubicBezTo>
                  <a:lnTo>
                    <a:pt x="52911" y="8223"/>
                  </a:lnTo>
                  <a:cubicBezTo>
                    <a:pt x="52913" y="8223"/>
                    <a:pt x="52916" y="8223"/>
                    <a:pt x="52918" y="8223"/>
                  </a:cubicBezTo>
                  <a:cubicBezTo>
                    <a:pt x="52956" y="8223"/>
                    <a:pt x="52993" y="8215"/>
                    <a:pt x="53028" y="8199"/>
                  </a:cubicBezTo>
                  <a:cubicBezTo>
                    <a:pt x="53555" y="7965"/>
                    <a:pt x="54082" y="7735"/>
                    <a:pt x="54613" y="7511"/>
                  </a:cubicBezTo>
                  <a:cubicBezTo>
                    <a:pt x="54762" y="7452"/>
                    <a:pt x="54834" y="7280"/>
                    <a:pt x="54772" y="7132"/>
                  </a:cubicBezTo>
                  <a:cubicBezTo>
                    <a:pt x="54726" y="7021"/>
                    <a:pt x="54618" y="6955"/>
                    <a:pt x="54506" y="6955"/>
                  </a:cubicBezTo>
                  <a:close/>
                  <a:moveTo>
                    <a:pt x="126877" y="8342"/>
                  </a:moveTo>
                  <a:cubicBezTo>
                    <a:pt x="126769" y="8342"/>
                    <a:pt x="126666" y="8404"/>
                    <a:pt x="126616" y="8509"/>
                  </a:cubicBezTo>
                  <a:cubicBezTo>
                    <a:pt x="126550" y="8650"/>
                    <a:pt x="126609" y="8819"/>
                    <a:pt x="126750" y="8889"/>
                  </a:cubicBezTo>
                  <a:cubicBezTo>
                    <a:pt x="127272" y="9134"/>
                    <a:pt x="127792" y="9383"/>
                    <a:pt x="128307" y="9637"/>
                  </a:cubicBezTo>
                  <a:cubicBezTo>
                    <a:pt x="128347" y="9656"/>
                    <a:pt x="128390" y="9666"/>
                    <a:pt x="128434" y="9667"/>
                  </a:cubicBezTo>
                  <a:lnTo>
                    <a:pt x="128434" y="9666"/>
                  </a:lnTo>
                  <a:cubicBezTo>
                    <a:pt x="128569" y="9666"/>
                    <a:pt x="128685" y="9574"/>
                    <a:pt x="128715" y="9443"/>
                  </a:cubicBezTo>
                  <a:cubicBezTo>
                    <a:pt x="128745" y="9313"/>
                    <a:pt x="128682" y="9179"/>
                    <a:pt x="128562" y="9119"/>
                  </a:cubicBezTo>
                  <a:cubicBezTo>
                    <a:pt x="128042" y="8864"/>
                    <a:pt x="127519" y="8613"/>
                    <a:pt x="126994" y="8367"/>
                  </a:cubicBezTo>
                  <a:cubicBezTo>
                    <a:pt x="126956" y="8350"/>
                    <a:pt x="126917" y="8342"/>
                    <a:pt x="126877" y="8342"/>
                  </a:cubicBezTo>
                  <a:close/>
                  <a:moveTo>
                    <a:pt x="51329" y="8371"/>
                  </a:moveTo>
                  <a:cubicBezTo>
                    <a:pt x="51290" y="8371"/>
                    <a:pt x="51250" y="8379"/>
                    <a:pt x="51212" y="8396"/>
                  </a:cubicBezTo>
                  <a:cubicBezTo>
                    <a:pt x="50687" y="8642"/>
                    <a:pt x="50165" y="8892"/>
                    <a:pt x="49644" y="9149"/>
                  </a:cubicBezTo>
                  <a:cubicBezTo>
                    <a:pt x="49524" y="9208"/>
                    <a:pt x="49461" y="9342"/>
                    <a:pt x="49491" y="9473"/>
                  </a:cubicBezTo>
                  <a:cubicBezTo>
                    <a:pt x="49522" y="9604"/>
                    <a:pt x="49638" y="9696"/>
                    <a:pt x="49773" y="9696"/>
                  </a:cubicBezTo>
                  <a:cubicBezTo>
                    <a:pt x="49816" y="9695"/>
                    <a:pt x="49859" y="9685"/>
                    <a:pt x="49899" y="9666"/>
                  </a:cubicBezTo>
                  <a:cubicBezTo>
                    <a:pt x="50416" y="9412"/>
                    <a:pt x="50935" y="9161"/>
                    <a:pt x="51457" y="8918"/>
                  </a:cubicBezTo>
                  <a:cubicBezTo>
                    <a:pt x="51597" y="8848"/>
                    <a:pt x="51656" y="8679"/>
                    <a:pt x="51590" y="8536"/>
                  </a:cubicBezTo>
                  <a:cubicBezTo>
                    <a:pt x="51541" y="8432"/>
                    <a:pt x="51437" y="8371"/>
                    <a:pt x="51329" y="8371"/>
                  </a:cubicBezTo>
                  <a:close/>
                  <a:moveTo>
                    <a:pt x="129983" y="9870"/>
                  </a:moveTo>
                  <a:cubicBezTo>
                    <a:pt x="129879" y="9870"/>
                    <a:pt x="129778" y="9927"/>
                    <a:pt x="129727" y="10026"/>
                  </a:cubicBezTo>
                  <a:cubicBezTo>
                    <a:pt x="129654" y="10167"/>
                    <a:pt x="129710" y="10341"/>
                    <a:pt x="129851" y="10415"/>
                  </a:cubicBezTo>
                  <a:cubicBezTo>
                    <a:pt x="130362" y="10680"/>
                    <a:pt x="130871" y="10948"/>
                    <a:pt x="131377" y="11222"/>
                  </a:cubicBezTo>
                  <a:cubicBezTo>
                    <a:pt x="131419" y="11245"/>
                    <a:pt x="131467" y="11257"/>
                    <a:pt x="131515" y="11257"/>
                  </a:cubicBezTo>
                  <a:cubicBezTo>
                    <a:pt x="131647" y="11257"/>
                    <a:pt x="131761" y="11167"/>
                    <a:pt x="131793" y="11039"/>
                  </a:cubicBezTo>
                  <a:cubicBezTo>
                    <a:pt x="131825" y="10911"/>
                    <a:pt x="131768" y="10778"/>
                    <a:pt x="131651" y="10716"/>
                  </a:cubicBezTo>
                  <a:cubicBezTo>
                    <a:pt x="131142" y="10440"/>
                    <a:pt x="130629" y="10169"/>
                    <a:pt x="130115" y="9902"/>
                  </a:cubicBezTo>
                  <a:cubicBezTo>
                    <a:pt x="130073" y="9881"/>
                    <a:pt x="130028" y="9870"/>
                    <a:pt x="129983" y="9870"/>
                  </a:cubicBezTo>
                  <a:close/>
                  <a:moveTo>
                    <a:pt x="48228" y="9898"/>
                  </a:moveTo>
                  <a:cubicBezTo>
                    <a:pt x="48182" y="9898"/>
                    <a:pt x="48136" y="9909"/>
                    <a:pt x="48092" y="9932"/>
                  </a:cubicBezTo>
                  <a:cubicBezTo>
                    <a:pt x="47578" y="10199"/>
                    <a:pt x="47066" y="10470"/>
                    <a:pt x="46556" y="10746"/>
                  </a:cubicBezTo>
                  <a:cubicBezTo>
                    <a:pt x="46440" y="10808"/>
                    <a:pt x="46381" y="10942"/>
                    <a:pt x="46413" y="11069"/>
                  </a:cubicBezTo>
                  <a:cubicBezTo>
                    <a:pt x="46446" y="11198"/>
                    <a:pt x="46561" y="11287"/>
                    <a:pt x="46693" y="11287"/>
                  </a:cubicBezTo>
                  <a:cubicBezTo>
                    <a:pt x="46741" y="11287"/>
                    <a:pt x="46787" y="11275"/>
                    <a:pt x="46829" y="11252"/>
                  </a:cubicBezTo>
                  <a:cubicBezTo>
                    <a:pt x="47337" y="10978"/>
                    <a:pt x="47845" y="10708"/>
                    <a:pt x="48356" y="10445"/>
                  </a:cubicBezTo>
                  <a:cubicBezTo>
                    <a:pt x="48500" y="10373"/>
                    <a:pt x="48558" y="10196"/>
                    <a:pt x="48483" y="10054"/>
                  </a:cubicBezTo>
                  <a:cubicBezTo>
                    <a:pt x="48433" y="9955"/>
                    <a:pt x="48332" y="9898"/>
                    <a:pt x="48228" y="9898"/>
                  </a:cubicBezTo>
                  <a:close/>
                  <a:moveTo>
                    <a:pt x="133027" y="11519"/>
                  </a:moveTo>
                  <a:cubicBezTo>
                    <a:pt x="132927" y="11519"/>
                    <a:pt x="132828" y="11571"/>
                    <a:pt x="132775" y="11666"/>
                  </a:cubicBezTo>
                  <a:cubicBezTo>
                    <a:pt x="132696" y="11805"/>
                    <a:pt x="132746" y="11982"/>
                    <a:pt x="132888" y="12059"/>
                  </a:cubicBezTo>
                  <a:cubicBezTo>
                    <a:pt x="133389" y="12343"/>
                    <a:pt x="133887" y="12632"/>
                    <a:pt x="134383" y="12926"/>
                  </a:cubicBezTo>
                  <a:cubicBezTo>
                    <a:pt x="134427" y="12953"/>
                    <a:pt x="134477" y="12966"/>
                    <a:pt x="134529" y="12966"/>
                  </a:cubicBezTo>
                  <a:cubicBezTo>
                    <a:pt x="134658" y="12966"/>
                    <a:pt x="134772" y="12879"/>
                    <a:pt x="134807" y="12755"/>
                  </a:cubicBezTo>
                  <a:cubicBezTo>
                    <a:pt x="134841" y="12629"/>
                    <a:pt x="134788" y="12497"/>
                    <a:pt x="134676" y="12430"/>
                  </a:cubicBezTo>
                  <a:cubicBezTo>
                    <a:pt x="134177" y="12135"/>
                    <a:pt x="133676" y="11844"/>
                    <a:pt x="133171" y="11558"/>
                  </a:cubicBezTo>
                  <a:cubicBezTo>
                    <a:pt x="133126" y="11531"/>
                    <a:pt x="133076" y="11519"/>
                    <a:pt x="133027" y="11519"/>
                  </a:cubicBezTo>
                  <a:close/>
                  <a:moveTo>
                    <a:pt x="45177" y="11550"/>
                  </a:moveTo>
                  <a:cubicBezTo>
                    <a:pt x="45128" y="11550"/>
                    <a:pt x="45080" y="11562"/>
                    <a:pt x="45035" y="11588"/>
                  </a:cubicBezTo>
                  <a:cubicBezTo>
                    <a:pt x="44531" y="11874"/>
                    <a:pt x="44030" y="12165"/>
                    <a:pt x="43531" y="12460"/>
                  </a:cubicBezTo>
                  <a:cubicBezTo>
                    <a:pt x="43419" y="12527"/>
                    <a:pt x="43365" y="12659"/>
                    <a:pt x="43400" y="12785"/>
                  </a:cubicBezTo>
                  <a:cubicBezTo>
                    <a:pt x="43434" y="12909"/>
                    <a:pt x="43548" y="12996"/>
                    <a:pt x="43677" y="12996"/>
                  </a:cubicBezTo>
                  <a:cubicBezTo>
                    <a:pt x="43730" y="12996"/>
                    <a:pt x="43780" y="12983"/>
                    <a:pt x="43825" y="12956"/>
                  </a:cubicBezTo>
                  <a:cubicBezTo>
                    <a:pt x="44320" y="12662"/>
                    <a:pt x="44819" y="12373"/>
                    <a:pt x="45319" y="12089"/>
                  </a:cubicBezTo>
                  <a:cubicBezTo>
                    <a:pt x="45458" y="12011"/>
                    <a:pt x="45506" y="11835"/>
                    <a:pt x="45428" y="11697"/>
                  </a:cubicBezTo>
                  <a:cubicBezTo>
                    <a:pt x="45375" y="11603"/>
                    <a:pt x="45277" y="11550"/>
                    <a:pt x="45177" y="11550"/>
                  </a:cubicBezTo>
                  <a:close/>
                  <a:moveTo>
                    <a:pt x="136012" y="13287"/>
                  </a:moveTo>
                  <a:cubicBezTo>
                    <a:pt x="135916" y="13287"/>
                    <a:pt x="135821" y="13336"/>
                    <a:pt x="135767" y="13424"/>
                  </a:cubicBezTo>
                  <a:cubicBezTo>
                    <a:pt x="135683" y="13559"/>
                    <a:pt x="135725" y="13737"/>
                    <a:pt x="135860" y="13821"/>
                  </a:cubicBezTo>
                  <a:cubicBezTo>
                    <a:pt x="136350" y="14124"/>
                    <a:pt x="136837" y="14431"/>
                    <a:pt x="137320" y="14743"/>
                  </a:cubicBezTo>
                  <a:cubicBezTo>
                    <a:pt x="137367" y="14775"/>
                    <a:pt x="137421" y="14790"/>
                    <a:pt x="137477" y="14790"/>
                  </a:cubicBezTo>
                  <a:cubicBezTo>
                    <a:pt x="137604" y="14790"/>
                    <a:pt x="137717" y="14706"/>
                    <a:pt x="137753" y="14584"/>
                  </a:cubicBezTo>
                  <a:cubicBezTo>
                    <a:pt x="137789" y="14461"/>
                    <a:pt x="137741" y="14330"/>
                    <a:pt x="137633" y="14260"/>
                  </a:cubicBezTo>
                  <a:cubicBezTo>
                    <a:pt x="137146" y="13946"/>
                    <a:pt x="136657" y="13636"/>
                    <a:pt x="136164" y="13330"/>
                  </a:cubicBezTo>
                  <a:cubicBezTo>
                    <a:pt x="136116" y="13301"/>
                    <a:pt x="136064" y="13287"/>
                    <a:pt x="136012" y="13287"/>
                  </a:cubicBezTo>
                  <a:close/>
                  <a:moveTo>
                    <a:pt x="42195" y="13317"/>
                  </a:moveTo>
                  <a:cubicBezTo>
                    <a:pt x="42143" y="13317"/>
                    <a:pt x="42091" y="13331"/>
                    <a:pt x="42044" y="13360"/>
                  </a:cubicBezTo>
                  <a:cubicBezTo>
                    <a:pt x="41551" y="13665"/>
                    <a:pt x="41061" y="13976"/>
                    <a:pt x="40574" y="14290"/>
                  </a:cubicBezTo>
                  <a:cubicBezTo>
                    <a:pt x="40466" y="14360"/>
                    <a:pt x="40418" y="14491"/>
                    <a:pt x="40454" y="14614"/>
                  </a:cubicBezTo>
                  <a:cubicBezTo>
                    <a:pt x="40490" y="14736"/>
                    <a:pt x="40603" y="14820"/>
                    <a:pt x="40730" y="14820"/>
                  </a:cubicBezTo>
                  <a:cubicBezTo>
                    <a:pt x="40787" y="14820"/>
                    <a:pt x="40841" y="14803"/>
                    <a:pt x="40886" y="14773"/>
                  </a:cubicBezTo>
                  <a:cubicBezTo>
                    <a:pt x="41371" y="14461"/>
                    <a:pt x="41856" y="14153"/>
                    <a:pt x="42347" y="13851"/>
                  </a:cubicBezTo>
                  <a:cubicBezTo>
                    <a:pt x="42483" y="13767"/>
                    <a:pt x="42523" y="13589"/>
                    <a:pt x="42441" y="13454"/>
                  </a:cubicBezTo>
                  <a:cubicBezTo>
                    <a:pt x="42386" y="13366"/>
                    <a:pt x="42292" y="13317"/>
                    <a:pt x="42195" y="13317"/>
                  </a:cubicBezTo>
                  <a:close/>
                  <a:moveTo>
                    <a:pt x="138924" y="15168"/>
                  </a:moveTo>
                  <a:cubicBezTo>
                    <a:pt x="138831" y="15168"/>
                    <a:pt x="138740" y="15213"/>
                    <a:pt x="138685" y="15295"/>
                  </a:cubicBezTo>
                  <a:cubicBezTo>
                    <a:pt x="138596" y="15427"/>
                    <a:pt x="138631" y="15606"/>
                    <a:pt x="138763" y="15694"/>
                  </a:cubicBezTo>
                  <a:cubicBezTo>
                    <a:pt x="139241" y="16017"/>
                    <a:pt x="139715" y="16343"/>
                    <a:pt x="140187" y="16673"/>
                  </a:cubicBezTo>
                  <a:cubicBezTo>
                    <a:pt x="140235" y="16708"/>
                    <a:pt x="140292" y="16726"/>
                    <a:pt x="140351" y="16726"/>
                  </a:cubicBezTo>
                  <a:lnTo>
                    <a:pt x="140352" y="16726"/>
                  </a:lnTo>
                  <a:cubicBezTo>
                    <a:pt x="140478" y="16726"/>
                    <a:pt x="140590" y="16644"/>
                    <a:pt x="140627" y="16525"/>
                  </a:cubicBezTo>
                  <a:cubicBezTo>
                    <a:pt x="140664" y="16405"/>
                    <a:pt x="140620" y="16274"/>
                    <a:pt x="140518" y="16202"/>
                  </a:cubicBezTo>
                  <a:cubicBezTo>
                    <a:pt x="140044" y="15870"/>
                    <a:pt x="139567" y="15541"/>
                    <a:pt x="139084" y="15217"/>
                  </a:cubicBezTo>
                  <a:cubicBezTo>
                    <a:pt x="139035" y="15184"/>
                    <a:pt x="138979" y="15168"/>
                    <a:pt x="138924" y="15168"/>
                  </a:cubicBezTo>
                  <a:close/>
                  <a:moveTo>
                    <a:pt x="39286" y="15197"/>
                  </a:moveTo>
                  <a:cubicBezTo>
                    <a:pt x="39230" y="15197"/>
                    <a:pt x="39173" y="15214"/>
                    <a:pt x="39123" y="15248"/>
                  </a:cubicBezTo>
                  <a:cubicBezTo>
                    <a:pt x="38643" y="15571"/>
                    <a:pt x="38166" y="15900"/>
                    <a:pt x="37691" y="16233"/>
                  </a:cubicBezTo>
                  <a:cubicBezTo>
                    <a:pt x="37461" y="16395"/>
                    <a:pt x="37574" y="16756"/>
                    <a:pt x="37856" y="16757"/>
                  </a:cubicBezTo>
                  <a:lnTo>
                    <a:pt x="37856" y="16756"/>
                  </a:lnTo>
                  <a:cubicBezTo>
                    <a:pt x="37915" y="16756"/>
                    <a:pt x="37973" y="16738"/>
                    <a:pt x="38021" y="16704"/>
                  </a:cubicBezTo>
                  <a:cubicBezTo>
                    <a:pt x="38493" y="16373"/>
                    <a:pt x="38968" y="16047"/>
                    <a:pt x="39446" y="15726"/>
                  </a:cubicBezTo>
                  <a:cubicBezTo>
                    <a:pt x="39579" y="15637"/>
                    <a:pt x="39615" y="15457"/>
                    <a:pt x="39525" y="15324"/>
                  </a:cubicBezTo>
                  <a:cubicBezTo>
                    <a:pt x="39470" y="15242"/>
                    <a:pt x="39379" y="15197"/>
                    <a:pt x="39286" y="15197"/>
                  </a:cubicBezTo>
                  <a:close/>
                  <a:moveTo>
                    <a:pt x="141751" y="17151"/>
                  </a:moveTo>
                  <a:cubicBezTo>
                    <a:pt x="141663" y="17151"/>
                    <a:pt x="141575" y="17192"/>
                    <a:pt x="141518" y="17269"/>
                  </a:cubicBezTo>
                  <a:cubicBezTo>
                    <a:pt x="141421" y="17402"/>
                    <a:pt x="141454" y="17588"/>
                    <a:pt x="141590" y="17680"/>
                  </a:cubicBezTo>
                  <a:cubicBezTo>
                    <a:pt x="142057" y="18019"/>
                    <a:pt x="142518" y="18363"/>
                    <a:pt x="142975" y="18712"/>
                  </a:cubicBezTo>
                  <a:cubicBezTo>
                    <a:pt x="143026" y="18749"/>
                    <a:pt x="143087" y="18771"/>
                    <a:pt x="143150" y="18771"/>
                  </a:cubicBezTo>
                  <a:cubicBezTo>
                    <a:pt x="143274" y="18771"/>
                    <a:pt x="143384" y="18693"/>
                    <a:pt x="143424" y="18576"/>
                  </a:cubicBezTo>
                  <a:cubicBezTo>
                    <a:pt x="143463" y="18458"/>
                    <a:pt x="143423" y="18328"/>
                    <a:pt x="143324" y="18254"/>
                  </a:cubicBezTo>
                  <a:cubicBezTo>
                    <a:pt x="142864" y="17903"/>
                    <a:pt x="142400" y="17557"/>
                    <a:pt x="141931" y="17214"/>
                  </a:cubicBezTo>
                  <a:cubicBezTo>
                    <a:pt x="141877" y="17172"/>
                    <a:pt x="141814" y="17151"/>
                    <a:pt x="141751" y="17151"/>
                  </a:cubicBezTo>
                  <a:close/>
                  <a:moveTo>
                    <a:pt x="36436" y="17196"/>
                  </a:moveTo>
                  <a:cubicBezTo>
                    <a:pt x="36381" y="17196"/>
                    <a:pt x="36326" y="17212"/>
                    <a:pt x="36277" y="17244"/>
                  </a:cubicBezTo>
                  <a:cubicBezTo>
                    <a:pt x="35809" y="17586"/>
                    <a:pt x="35344" y="17933"/>
                    <a:pt x="34883" y="18283"/>
                  </a:cubicBezTo>
                  <a:cubicBezTo>
                    <a:pt x="34663" y="18451"/>
                    <a:pt x="34782" y="18801"/>
                    <a:pt x="35058" y="18801"/>
                  </a:cubicBezTo>
                  <a:cubicBezTo>
                    <a:pt x="35120" y="18801"/>
                    <a:pt x="35182" y="18779"/>
                    <a:pt x="35232" y="18741"/>
                  </a:cubicBezTo>
                  <a:cubicBezTo>
                    <a:pt x="35690" y="18393"/>
                    <a:pt x="36152" y="18049"/>
                    <a:pt x="36617" y="17708"/>
                  </a:cubicBezTo>
                  <a:cubicBezTo>
                    <a:pt x="36737" y="17612"/>
                    <a:pt x="36760" y="17438"/>
                    <a:pt x="36669" y="17314"/>
                  </a:cubicBezTo>
                  <a:cubicBezTo>
                    <a:pt x="36612" y="17237"/>
                    <a:pt x="36525" y="17196"/>
                    <a:pt x="36436" y="17196"/>
                  </a:cubicBezTo>
                  <a:close/>
                  <a:moveTo>
                    <a:pt x="144520" y="19256"/>
                  </a:moveTo>
                  <a:cubicBezTo>
                    <a:pt x="144435" y="19256"/>
                    <a:pt x="144350" y="19294"/>
                    <a:pt x="144294" y="19366"/>
                  </a:cubicBezTo>
                  <a:cubicBezTo>
                    <a:pt x="144195" y="19491"/>
                    <a:pt x="144217" y="19672"/>
                    <a:pt x="144341" y="19770"/>
                  </a:cubicBezTo>
                  <a:cubicBezTo>
                    <a:pt x="144792" y="20128"/>
                    <a:pt x="145241" y="20489"/>
                    <a:pt x="145686" y="20856"/>
                  </a:cubicBezTo>
                  <a:cubicBezTo>
                    <a:pt x="145738" y="20898"/>
                    <a:pt x="145802" y="20920"/>
                    <a:pt x="145870" y="20920"/>
                  </a:cubicBezTo>
                  <a:cubicBezTo>
                    <a:pt x="146139" y="20920"/>
                    <a:pt x="146261" y="20582"/>
                    <a:pt x="146052" y="20411"/>
                  </a:cubicBezTo>
                  <a:cubicBezTo>
                    <a:pt x="145604" y="20042"/>
                    <a:pt x="145153" y="19678"/>
                    <a:pt x="144698" y="19318"/>
                  </a:cubicBezTo>
                  <a:cubicBezTo>
                    <a:pt x="144645" y="19276"/>
                    <a:pt x="144582" y="19256"/>
                    <a:pt x="144520" y="19256"/>
                  </a:cubicBezTo>
                  <a:close/>
                  <a:moveTo>
                    <a:pt x="33689" y="19287"/>
                  </a:moveTo>
                  <a:cubicBezTo>
                    <a:pt x="33626" y="19287"/>
                    <a:pt x="33563" y="19307"/>
                    <a:pt x="33510" y="19349"/>
                  </a:cubicBezTo>
                  <a:cubicBezTo>
                    <a:pt x="33055" y="19709"/>
                    <a:pt x="32604" y="20072"/>
                    <a:pt x="32157" y="20441"/>
                  </a:cubicBezTo>
                  <a:cubicBezTo>
                    <a:pt x="31948" y="20613"/>
                    <a:pt x="32069" y="20952"/>
                    <a:pt x="32340" y="20952"/>
                  </a:cubicBezTo>
                  <a:cubicBezTo>
                    <a:pt x="32406" y="20952"/>
                    <a:pt x="32471" y="20929"/>
                    <a:pt x="32522" y="20886"/>
                  </a:cubicBezTo>
                  <a:cubicBezTo>
                    <a:pt x="32967" y="20520"/>
                    <a:pt x="33416" y="20158"/>
                    <a:pt x="33867" y="19801"/>
                  </a:cubicBezTo>
                  <a:cubicBezTo>
                    <a:pt x="33992" y="19702"/>
                    <a:pt x="34013" y="19521"/>
                    <a:pt x="33915" y="19396"/>
                  </a:cubicBezTo>
                  <a:cubicBezTo>
                    <a:pt x="33858" y="19324"/>
                    <a:pt x="33774" y="19287"/>
                    <a:pt x="33689" y="19287"/>
                  </a:cubicBezTo>
                  <a:close/>
                  <a:moveTo>
                    <a:pt x="147197" y="21459"/>
                  </a:moveTo>
                  <a:cubicBezTo>
                    <a:pt x="147115" y="21459"/>
                    <a:pt x="147034" y="21493"/>
                    <a:pt x="146977" y="21560"/>
                  </a:cubicBezTo>
                  <a:cubicBezTo>
                    <a:pt x="146873" y="21680"/>
                    <a:pt x="146888" y="21862"/>
                    <a:pt x="147009" y="21965"/>
                  </a:cubicBezTo>
                  <a:cubicBezTo>
                    <a:pt x="147447" y="22341"/>
                    <a:pt x="147881" y="22718"/>
                    <a:pt x="148312" y="23101"/>
                  </a:cubicBezTo>
                  <a:cubicBezTo>
                    <a:pt x="148363" y="23148"/>
                    <a:pt x="148432" y="23174"/>
                    <a:pt x="148502" y="23174"/>
                  </a:cubicBezTo>
                  <a:cubicBezTo>
                    <a:pt x="148767" y="23174"/>
                    <a:pt x="148891" y="22847"/>
                    <a:pt x="148694" y="22670"/>
                  </a:cubicBezTo>
                  <a:cubicBezTo>
                    <a:pt x="148261" y="22285"/>
                    <a:pt x="147823" y="21904"/>
                    <a:pt x="147383" y="21527"/>
                  </a:cubicBezTo>
                  <a:cubicBezTo>
                    <a:pt x="147329" y="21481"/>
                    <a:pt x="147263" y="21459"/>
                    <a:pt x="147197" y="21459"/>
                  </a:cubicBezTo>
                  <a:close/>
                  <a:moveTo>
                    <a:pt x="31012" y="21490"/>
                  </a:moveTo>
                  <a:cubicBezTo>
                    <a:pt x="30946" y="21490"/>
                    <a:pt x="30879" y="21512"/>
                    <a:pt x="30825" y="21559"/>
                  </a:cubicBezTo>
                  <a:cubicBezTo>
                    <a:pt x="30385" y="21936"/>
                    <a:pt x="29948" y="22317"/>
                    <a:pt x="29515" y="22703"/>
                  </a:cubicBezTo>
                  <a:cubicBezTo>
                    <a:pt x="29318" y="22879"/>
                    <a:pt x="29442" y="23205"/>
                    <a:pt x="29707" y="23205"/>
                  </a:cubicBezTo>
                  <a:cubicBezTo>
                    <a:pt x="29778" y="23205"/>
                    <a:pt x="29845" y="23180"/>
                    <a:pt x="29898" y="23133"/>
                  </a:cubicBezTo>
                  <a:cubicBezTo>
                    <a:pt x="30329" y="22750"/>
                    <a:pt x="30763" y="22372"/>
                    <a:pt x="31199" y="21996"/>
                  </a:cubicBezTo>
                  <a:cubicBezTo>
                    <a:pt x="31321" y="21893"/>
                    <a:pt x="31335" y="21711"/>
                    <a:pt x="31231" y="21591"/>
                  </a:cubicBezTo>
                  <a:cubicBezTo>
                    <a:pt x="31174" y="21524"/>
                    <a:pt x="31093" y="21490"/>
                    <a:pt x="31012" y="21490"/>
                  </a:cubicBezTo>
                  <a:close/>
                  <a:moveTo>
                    <a:pt x="149788" y="23763"/>
                  </a:moveTo>
                  <a:cubicBezTo>
                    <a:pt x="149710" y="23763"/>
                    <a:pt x="149633" y="23794"/>
                    <a:pt x="149577" y="23856"/>
                  </a:cubicBezTo>
                  <a:cubicBezTo>
                    <a:pt x="149469" y="23972"/>
                    <a:pt x="149475" y="24154"/>
                    <a:pt x="149591" y="24262"/>
                  </a:cubicBezTo>
                  <a:cubicBezTo>
                    <a:pt x="150015" y="24653"/>
                    <a:pt x="150433" y="25048"/>
                    <a:pt x="150848" y="25447"/>
                  </a:cubicBezTo>
                  <a:cubicBezTo>
                    <a:pt x="150902" y="25499"/>
                    <a:pt x="150973" y="25528"/>
                    <a:pt x="151049" y="25528"/>
                  </a:cubicBezTo>
                  <a:cubicBezTo>
                    <a:pt x="151308" y="25528"/>
                    <a:pt x="151435" y="25212"/>
                    <a:pt x="151248" y="25032"/>
                  </a:cubicBezTo>
                  <a:cubicBezTo>
                    <a:pt x="150830" y="24630"/>
                    <a:pt x="150408" y="24233"/>
                    <a:pt x="149982" y="23839"/>
                  </a:cubicBezTo>
                  <a:cubicBezTo>
                    <a:pt x="149927" y="23788"/>
                    <a:pt x="149858" y="23763"/>
                    <a:pt x="149788" y="23763"/>
                  </a:cubicBezTo>
                  <a:close/>
                  <a:moveTo>
                    <a:pt x="28420" y="23798"/>
                  </a:moveTo>
                  <a:cubicBezTo>
                    <a:pt x="28352" y="23798"/>
                    <a:pt x="28284" y="23822"/>
                    <a:pt x="28228" y="23871"/>
                  </a:cubicBezTo>
                  <a:cubicBezTo>
                    <a:pt x="27804" y="24265"/>
                    <a:pt x="27382" y="24662"/>
                    <a:pt x="26964" y="25065"/>
                  </a:cubicBezTo>
                  <a:cubicBezTo>
                    <a:pt x="26777" y="25244"/>
                    <a:pt x="26904" y="25560"/>
                    <a:pt x="27165" y="25560"/>
                  </a:cubicBezTo>
                  <a:cubicBezTo>
                    <a:pt x="27239" y="25560"/>
                    <a:pt x="27310" y="25531"/>
                    <a:pt x="27364" y="25480"/>
                  </a:cubicBezTo>
                  <a:cubicBezTo>
                    <a:pt x="27779" y="25080"/>
                    <a:pt x="28197" y="24684"/>
                    <a:pt x="28619" y="24294"/>
                  </a:cubicBezTo>
                  <a:cubicBezTo>
                    <a:pt x="28733" y="24185"/>
                    <a:pt x="28738" y="24005"/>
                    <a:pt x="28631" y="23890"/>
                  </a:cubicBezTo>
                  <a:cubicBezTo>
                    <a:pt x="28575" y="23829"/>
                    <a:pt x="28498" y="23798"/>
                    <a:pt x="28420" y="23798"/>
                  </a:cubicBezTo>
                  <a:close/>
                  <a:moveTo>
                    <a:pt x="152285" y="26163"/>
                  </a:moveTo>
                  <a:cubicBezTo>
                    <a:pt x="152212" y="26163"/>
                    <a:pt x="152139" y="26191"/>
                    <a:pt x="152083" y="26247"/>
                  </a:cubicBezTo>
                  <a:cubicBezTo>
                    <a:pt x="151970" y="26360"/>
                    <a:pt x="151970" y="26543"/>
                    <a:pt x="152083" y="26656"/>
                  </a:cubicBezTo>
                  <a:cubicBezTo>
                    <a:pt x="152489" y="27063"/>
                    <a:pt x="152893" y="27473"/>
                    <a:pt x="153293" y="27888"/>
                  </a:cubicBezTo>
                  <a:cubicBezTo>
                    <a:pt x="153347" y="27944"/>
                    <a:pt x="153422" y="27977"/>
                    <a:pt x="153500" y="27977"/>
                  </a:cubicBezTo>
                  <a:lnTo>
                    <a:pt x="153502" y="27977"/>
                  </a:lnTo>
                  <a:cubicBezTo>
                    <a:pt x="153755" y="27977"/>
                    <a:pt x="153885" y="27671"/>
                    <a:pt x="153709" y="27489"/>
                  </a:cubicBezTo>
                  <a:cubicBezTo>
                    <a:pt x="153306" y="27071"/>
                    <a:pt x="152901" y="26657"/>
                    <a:pt x="152490" y="26248"/>
                  </a:cubicBezTo>
                  <a:cubicBezTo>
                    <a:pt x="152434" y="26192"/>
                    <a:pt x="152360" y="26163"/>
                    <a:pt x="152285" y="26163"/>
                  </a:cubicBezTo>
                  <a:close/>
                  <a:moveTo>
                    <a:pt x="25927" y="26197"/>
                  </a:moveTo>
                  <a:cubicBezTo>
                    <a:pt x="25853" y="26197"/>
                    <a:pt x="25779" y="26226"/>
                    <a:pt x="25723" y="26282"/>
                  </a:cubicBezTo>
                  <a:cubicBezTo>
                    <a:pt x="25314" y="26691"/>
                    <a:pt x="24907" y="27105"/>
                    <a:pt x="24505" y="27523"/>
                  </a:cubicBezTo>
                  <a:cubicBezTo>
                    <a:pt x="24329" y="27706"/>
                    <a:pt x="24459" y="28010"/>
                    <a:pt x="24713" y="28010"/>
                  </a:cubicBezTo>
                  <a:cubicBezTo>
                    <a:pt x="24791" y="28010"/>
                    <a:pt x="24866" y="27979"/>
                    <a:pt x="24920" y="27923"/>
                  </a:cubicBezTo>
                  <a:cubicBezTo>
                    <a:pt x="25320" y="27507"/>
                    <a:pt x="25723" y="27096"/>
                    <a:pt x="26129" y="26689"/>
                  </a:cubicBezTo>
                  <a:cubicBezTo>
                    <a:pt x="26242" y="26576"/>
                    <a:pt x="26242" y="26394"/>
                    <a:pt x="26129" y="26282"/>
                  </a:cubicBezTo>
                  <a:cubicBezTo>
                    <a:pt x="26074" y="26226"/>
                    <a:pt x="26000" y="26197"/>
                    <a:pt x="25927" y="26197"/>
                  </a:cubicBezTo>
                  <a:close/>
                  <a:moveTo>
                    <a:pt x="154687" y="28655"/>
                  </a:moveTo>
                  <a:cubicBezTo>
                    <a:pt x="154617" y="28655"/>
                    <a:pt x="154547" y="28681"/>
                    <a:pt x="154491" y="28732"/>
                  </a:cubicBezTo>
                  <a:cubicBezTo>
                    <a:pt x="154372" y="28843"/>
                    <a:pt x="154368" y="29028"/>
                    <a:pt x="154480" y="29144"/>
                  </a:cubicBezTo>
                  <a:cubicBezTo>
                    <a:pt x="154871" y="29567"/>
                    <a:pt x="155259" y="29993"/>
                    <a:pt x="155641" y="30422"/>
                  </a:cubicBezTo>
                  <a:cubicBezTo>
                    <a:pt x="155697" y="30484"/>
                    <a:pt x="155775" y="30520"/>
                    <a:pt x="155857" y="30520"/>
                  </a:cubicBezTo>
                  <a:cubicBezTo>
                    <a:pt x="156106" y="30520"/>
                    <a:pt x="156238" y="30225"/>
                    <a:pt x="156072" y="30040"/>
                  </a:cubicBezTo>
                  <a:cubicBezTo>
                    <a:pt x="155686" y="29607"/>
                    <a:pt x="155296" y="29177"/>
                    <a:pt x="154903" y="28753"/>
                  </a:cubicBezTo>
                  <a:cubicBezTo>
                    <a:pt x="154846" y="28688"/>
                    <a:pt x="154766" y="28655"/>
                    <a:pt x="154687" y="28655"/>
                  </a:cubicBezTo>
                  <a:close/>
                  <a:moveTo>
                    <a:pt x="23524" y="28695"/>
                  </a:moveTo>
                  <a:cubicBezTo>
                    <a:pt x="23447" y="28695"/>
                    <a:pt x="23370" y="28726"/>
                    <a:pt x="23313" y="28788"/>
                  </a:cubicBezTo>
                  <a:cubicBezTo>
                    <a:pt x="22946" y="29185"/>
                    <a:pt x="22581" y="29585"/>
                    <a:pt x="22222" y="29989"/>
                  </a:cubicBezTo>
                  <a:lnTo>
                    <a:pt x="22145" y="30075"/>
                  </a:lnTo>
                  <a:cubicBezTo>
                    <a:pt x="21979" y="30261"/>
                    <a:pt x="22111" y="30554"/>
                    <a:pt x="22361" y="30554"/>
                  </a:cubicBezTo>
                  <a:cubicBezTo>
                    <a:pt x="22442" y="30554"/>
                    <a:pt x="22520" y="30520"/>
                    <a:pt x="22575" y="30458"/>
                  </a:cubicBezTo>
                  <a:lnTo>
                    <a:pt x="22651" y="30373"/>
                  </a:lnTo>
                  <a:cubicBezTo>
                    <a:pt x="23010" y="29971"/>
                    <a:pt x="23371" y="29573"/>
                    <a:pt x="23735" y="29179"/>
                  </a:cubicBezTo>
                  <a:cubicBezTo>
                    <a:pt x="23844" y="29062"/>
                    <a:pt x="23837" y="28880"/>
                    <a:pt x="23720" y="28772"/>
                  </a:cubicBezTo>
                  <a:cubicBezTo>
                    <a:pt x="23665" y="28721"/>
                    <a:pt x="23594" y="28695"/>
                    <a:pt x="23524" y="28695"/>
                  </a:cubicBezTo>
                  <a:close/>
                  <a:moveTo>
                    <a:pt x="156997" y="31247"/>
                  </a:moveTo>
                  <a:cubicBezTo>
                    <a:pt x="156931" y="31247"/>
                    <a:pt x="156864" y="31270"/>
                    <a:pt x="156810" y="31317"/>
                  </a:cubicBezTo>
                  <a:cubicBezTo>
                    <a:pt x="156689" y="31420"/>
                    <a:pt x="156674" y="31603"/>
                    <a:pt x="156778" y="31723"/>
                  </a:cubicBezTo>
                  <a:cubicBezTo>
                    <a:pt x="157153" y="32160"/>
                    <a:pt x="157523" y="32602"/>
                    <a:pt x="157890" y="33046"/>
                  </a:cubicBezTo>
                  <a:cubicBezTo>
                    <a:pt x="157944" y="33113"/>
                    <a:pt x="158026" y="33151"/>
                    <a:pt x="158112" y="33151"/>
                  </a:cubicBezTo>
                  <a:cubicBezTo>
                    <a:pt x="158356" y="33151"/>
                    <a:pt x="158490" y="32867"/>
                    <a:pt x="158334" y="32680"/>
                  </a:cubicBezTo>
                  <a:cubicBezTo>
                    <a:pt x="157966" y="32232"/>
                    <a:pt x="157593" y="31789"/>
                    <a:pt x="157216" y="31348"/>
                  </a:cubicBezTo>
                  <a:cubicBezTo>
                    <a:pt x="157159" y="31282"/>
                    <a:pt x="157078" y="31247"/>
                    <a:pt x="156997" y="31247"/>
                  </a:cubicBezTo>
                  <a:close/>
                  <a:moveTo>
                    <a:pt x="21221" y="31286"/>
                  </a:moveTo>
                  <a:cubicBezTo>
                    <a:pt x="21140" y="31286"/>
                    <a:pt x="21060" y="31320"/>
                    <a:pt x="21003" y="31387"/>
                  </a:cubicBezTo>
                  <a:cubicBezTo>
                    <a:pt x="20625" y="31827"/>
                    <a:pt x="20253" y="32272"/>
                    <a:pt x="19885" y="32719"/>
                  </a:cubicBezTo>
                  <a:cubicBezTo>
                    <a:pt x="19732" y="32908"/>
                    <a:pt x="19865" y="33190"/>
                    <a:pt x="20108" y="33191"/>
                  </a:cubicBezTo>
                  <a:cubicBezTo>
                    <a:pt x="20193" y="33191"/>
                    <a:pt x="20276" y="33152"/>
                    <a:pt x="20331" y="33086"/>
                  </a:cubicBezTo>
                  <a:cubicBezTo>
                    <a:pt x="20696" y="32641"/>
                    <a:pt x="21067" y="32199"/>
                    <a:pt x="21441" y="31761"/>
                  </a:cubicBezTo>
                  <a:cubicBezTo>
                    <a:pt x="21544" y="31640"/>
                    <a:pt x="21530" y="31459"/>
                    <a:pt x="21408" y="31356"/>
                  </a:cubicBezTo>
                  <a:cubicBezTo>
                    <a:pt x="21354" y="31309"/>
                    <a:pt x="21287" y="31286"/>
                    <a:pt x="21221" y="31286"/>
                  </a:cubicBezTo>
                  <a:close/>
                  <a:moveTo>
                    <a:pt x="159203" y="33927"/>
                  </a:moveTo>
                  <a:cubicBezTo>
                    <a:pt x="159140" y="33927"/>
                    <a:pt x="159077" y="33948"/>
                    <a:pt x="159025" y="33990"/>
                  </a:cubicBezTo>
                  <a:cubicBezTo>
                    <a:pt x="158901" y="34088"/>
                    <a:pt x="158879" y="34267"/>
                    <a:pt x="158976" y="34391"/>
                  </a:cubicBezTo>
                  <a:lnTo>
                    <a:pt x="159259" y="34750"/>
                  </a:lnTo>
                  <a:cubicBezTo>
                    <a:pt x="159519" y="35083"/>
                    <a:pt x="159778" y="35419"/>
                    <a:pt x="160034" y="35756"/>
                  </a:cubicBezTo>
                  <a:cubicBezTo>
                    <a:pt x="160088" y="35828"/>
                    <a:pt x="160173" y="35870"/>
                    <a:pt x="160263" y="35870"/>
                  </a:cubicBezTo>
                  <a:cubicBezTo>
                    <a:pt x="160502" y="35869"/>
                    <a:pt x="160636" y="35597"/>
                    <a:pt x="160492" y="35407"/>
                  </a:cubicBezTo>
                  <a:cubicBezTo>
                    <a:pt x="160234" y="35068"/>
                    <a:pt x="159974" y="34731"/>
                    <a:pt x="159711" y="34395"/>
                  </a:cubicBezTo>
                  <a:lnTo>
                    <a:pt x="159427" y="34033"/>
                  </a:lnTo>
                  <a:cubicBezTo>
                    <a:pt x="159370" y="33963"/>
                    <a:pt x="159287" y="33927"/>
                    <a:pt x="159203" y="33927"/>
                  </a:cubicBezTo>
                  <a:close/>
                  <a:moveTo>
                    <a:pt x="19021" y="33965"/>
                  </a:moveTo>
                  <a:cubicBezTo>
                    <a:pt x="18936" y="33965"/>
                    <a:pt x="18851" y="34002"/>
                    <a:pt x="18795" y="34075"/>
                  </a:cubicBezTo>
                  <a:cubicBezTo>
                    <a:pt x="18436" y="34529"/>
                    <a:pt x="18081" y="34988"/>
                    <a:pt x="17731" y="35449"/>
                  </a:cubicBezTo>
                  <a:cubicBezTo>
                    <a:pt x="17587" y="35639"/>
                    <a:pt x="17723" y="35911"/>
                    <a:pt x="17960" y="35912"/>
                  </a:cubicBezTo>
                  <a:cubicBezTo>
                    <a:pt x="18051" y="35912"/>
                    <a:pt x="18136" y="35870"/>
                    <a:pt x="18190" y="35798"/>
                  </a:cubicBezTo>
                  <a:cubicBezTo>
                    <a:pt x="18538" y="35339"/>
                    <a:pt x="18891" y="34883"/>
                    <a:pt x="19247" y="34431"/>
                  </a:cubicBezTo>
                  <a:cubicBezTo>
                    <a:pt x="19345" y="34306"/>
                    <a:pt x="19325" y="34125"/>
                    <a:pt x="19199" y="34027"/>
                  </a:cubicBezTo>
                  <a:cubicBezTo>
                    <a:pt x="19146" y="33985"/>
                    <a:pt x="19083" y="33965"/>
                    <a:pt x="19021" y="33965"/>
                  </a:cubicBezTo>
                  <a:close/>
                  <a:moveTo>
                    <a:pt x="161297" y="36683"/>
                  </a:moveTo>
                  <a:cubicBezTo>
                    <a:pt x="161238" y="36683"/>
                    <a:pt x="161179" y="36701"/>
                    <a:pt x="161128" y="36739"/>
                  </a:cubicBezTo>
                  <a:cubicBezTo>
                    <a:pt x="160999" y="36832"/>
                    <a:pt x="160971" y="37012"/>
                    <a:pt x="161064" y="37141"/>
                  </a:cubicBezTo>
                  <a:cubicBezTo>
                    <a:pt x="161405" y="37606"/>
                    <a:pt x="161739" y="38075"/>
                    <a:pt x="162069" y="38546"/>
                  </a:cubicBezTo>
                  <a:cubicBezTo>
                    <a:pt x="162123" y="38624"/>
                    <a:pt x="162211" y="38670"/>
                    <a:pt x="162306" y="38670"/>
                  </a:cubicBezTo>
                  <a:cubicBezTo>
                    <a:pt x="162364" y="38670"/>
                    <a:pt x="162422" y="38652"/>
                    <a:pt x="162470" y="38617"/>
                  </a:cubicBezTo>
                  <a:cubicBezTo>
                    <a:pt x="162601" y="38527"/>
                    <a:pt x="162632" y="38347"/>
                    <a:pt x="162541" y="38216"/>
                  </a:cubicBezTo>
                  <a:cubicBezTo>
                    <a:pt x="162208" y="37741"/>
                    <a:pt x="161871" y="37270"/>
                    <a:pt x="161531" y="36802"/>
                  </a:cubicBezTo>
                  <a:cubicBezTo>
                    <a:pt x="161474" y="36724"/>
                    <a:pt x="161387" y="36683"/>
                    <a:pt x="161297" y="36683"/>
                  </a:cubicBezTo>
                  <a:close/>
                  <a:moveTo>
                    <a:pt x="16925" y="36729"/>
                  </a:moveTo>
                  <a:cubicBezTo>
                    <a:pt x="16837" y="36729"/>
                    <a:pt x="16750" y="36769"/>
                    <a:pt x="16693" y="36845"/>
                  </a:cubicBezTo>
                  <a:cubicBezTo>
                    <a:pt x="16353" y="37314"/>
                    <a:pt x="16016" y="37786"/>
                    <a:pt x="15685" y="38261"/>
                  </a:cubicBezTo>
                  <a:cubicBezTo>
                    <a:pt x="15552" y="38452"/>
                    <a:pt x="15687" y="38714"/>
                    <a:pt x="15920" y="38714"/>
                  </a:cubicBezTo>
                  <a:cubicBezTo>
                    <a:pt x="16015" y="38714"/>
                    <a:pt x="16102" y="38669"/>
                    <a:pt x="16156" y="38592"/>
                  </a:cubicBezTo>
                  <a:cubicBezTo>
                    <a:pt x="16486" y="38119"/>
                    <a:pt x="16821" y="37650"/>
                    <a:pt x="17160" y="37185"/>
                  </a:cubicBezTo>
                  <a:cubicBezTo>
                    <a:pt x="17251" y="37057"/>
                    <a:pt x="17222" y="36878"/>
                    <a:pt x="17094" y="36784"/>
                  </a:cubicBezTo>
                  <a:cubicBezTo>
                    <a:pt x="17043" y="36747"/>
                    <a:pt x="16984" y="36729"/>
                    <a:pt x="16925" y="36729"/>
                  </a:cubicBezTo>
                  <a:close/>
                  <a:moveTo>
                    <a:pt x="163285" y="39523"/>
                  </a:moveTo>
                  <a:cubicBezTo>
                    <a:pt x="163230" y="39523"/>
                    <a:pt x="163173" y="39539"/>
                    <a:pt x="163124" y="39572"/>
                  </a:cubicBezTo>
                  <a:cubicBezTo>
                    <a:pt x="162992" y="39661"/>
                    <a:pt x="162957" y="39839"/>
                    <a:pt x="163046" y="39971"/>
                  </a:cubicBezTo>
                  <a:cubicBezTo>
                    <a:pt x="163366" y="40450"/>
                    <a:pt x="163682" y="40931"/>
                    <a:pt x="163993" y="41415"/>
                  </a:cubicBezTo>
                  <a:cubicBezTo>
                    <a:pt x="164046" y="41497"/>
                    <a:pt x="164138" y="41547"/>
                    <a:pt x="164235" y="41547"/>
                  </a:cubicBezTo>
                  <a:cubicBezTo>
                    <a:pt x="164463" y="41547"/>
                    <a:pt x="164601" y="41295"/>
                    <a:pt x="164479" y="41104"/>
                  </a:cubicBezTo>
                  <a:cubicBezTo>
                    <a:pt x="164165" y="40617"/>
                    <a:pt x="163847" y="40132"/>
                    <a:pt x="163524" y="39650"/>
                  </a:cubicBezTo>
                  <a:cubicBezTo>
                    <a:pt x="163469" y="39567"/>
                    <a:pt x="163378" y="39523"/>
                    <a:pt x="163285" y="39523"/>
                  </a:cubicBezTo>
                  <a:close/>
                  <a:moveTo>
                    <a:pt x="14941" y="39570"/>
                  </a:moveTo>
                  <a:cubicBezTo>
                    <a:pt x="14849" y="39570"/>
                    <a:pt x="14758" y="39614"/>
                    <a:pt x="14702" y="39698"/>
                  </a:cubicBezTo>
                  <a:cubicBezTo>
                    <a:pt x="14380" y="40179"/>
                    <a:pt x="14062" y="40663"/>
                    <a:pt x="13749" y="41151"/>
                  </a:cubicBezTo>
                  <a:cubicBezTo>
                    <a:pt x="13625" y="41343"/>
                    <a:pt x="13763" y="41595"/>
                    <a:pt x="13991" y="41595"/>
                  </a:cubicBezTo>
                  <a:cubicBezTo>
                    <a:pt x="14089" y="41595"/>
                    <a:pt x="14181" y="41545"/>
                    <a:pt x="14233" y="41462"/>
                  </a:cubicBezTo>
                  <a:cubicBezTo>
                    <a:pt x="14545" y="40978"/>
                    <a:pt x="14861" y="40497"/>
                    <a:pt x="15181" y="40018"/>
                  </a:cubicBezTo>
                  <a:cubicBezTo>
                    <a:pt x="15270" y="39886"/>
                    <a:pt x="15235" y="39706"/>
                    <a:pt x="15102" y="39619"/>
                  </a:cubicBezTo>
                  <a:cubicBezTo>
                    <a:pt x="15052" y="39585"/>
                    <a:pt x="14997" y="39570"/>
                    <a:pt x="14941" y="39570"/>
                  </a:cubicBezTo>
                  <a:close/>
                  <a:moveTo>
                    <a:pt x="165160" y="42437"/>
                  </a:moveTo>
                  <a:cubicBezTo>
                    <a:pt x="165109" y="42437"/>
                    <a:pt x="165056" y="42451"/>
                    <a:pt x="165009" y="42480"/>
                  </a:cubicBezTo>
                  <a:cubicBezTo>
                    <a:pt x="164874" y="42563"/>
                    <a:pt x="164832" y="42741"/>
                    <a:pt x="164914" y="42876"/>
                  </a:cubicBezTo>
                  <a:cubicBezTo>
                    <a:pt x="165217" y="43367"/>
                    <a:pt x="165514" y="43860"/>
                    <a:pt x="165805" y="44356"/>
                  </a:cubicBezTo>
                  <a:cubicBezTo>
                    <a:pt x="165857" y="44444"/>
                    <a:pt x="165952" y="44498"/>
                    <a:pt x="166054" y="44498"/>
                  </a:cubicBezTo>
                  <a:lnTo>
                    <a:pt x="166054" y="44499"/>
                  </a:lnTo>
                  <a:cubicBezTo>
                    <a:pt x="166277" y="44499"/>
                    <a:pt x="166416" y="44256"/>
                    <a:pt x="166302" y="44064"/>
                  </a:cubicBezTo>
                  <a:cubicBezTo>
                    <a:pt x="166008" y="43565"/>
                    <a:pt x="165710" y="43068"/>
                    <a:pt x="165405" y="42574"/>
                  </a:cubicBezTo>
                  <a:cubicBezTo>
                    <a:pt x="165351" y="42486"/>
                    <a:pt x="165257" y="42437"/>
                    <a:pt x="165160" y="42437"/>
                  </a:cubicBezTo>
                  <a:close/>
                  <a:moveTo>
                    <a:pt x="13072" y="42480"/>
                  </a:moveTo>
                  <a:cubicBezTo>
                    <a:pt x="12973" y="42480"/>
                    <a:pt x="12877" y="42531"/>
                    <a:pt x="12824" y="42622"/>
                  </a:cubicBezTo>
                  <a:cubicBezTo>
                    <a:pt x="12519" y="43116"/>
                    <a:pt x="12221" y="43613"/>
                    <a:pt x="11927" y="44112"/>
                  </a:cubicBezTo>
                  <a:cubicBezTo>
                    <a:pt x="11813" y="44304"/>
                    <a:pt x="11951" y="44547"/>
                    <a:pt x="12174" y="44547"/>
                  </a:cubicBezTo>
                  <a:cubicBezTo>
                    <a:pt x="12277" y="44547"/>
                    <a:pt x="12371" y="44493"/>
                    <a:pt x="12422" y="44404"/>
                  </a:cubicBezTo>
                  <a:cubicBezTo>
                    <a:pt x="12716" y="43908"/>
                    <a:pt x="13012" y="43415"/>
                    <a:pt x="13313" y="42924"/>
                  </a:cubicBezTo>
                  <a:cubicBezTo>
                    <a:pt x="13401" y="42789"/>
                    <a:pt x="13360" y="42608"/>
                    <a:pt x="13223" y="42524"/>
                  </a:cubicBezTo>
                  <a:cubicBezTo>
                    <a:pt x="13176" y="42494"/>
                    <a:pt x="13123" y="42480"/>
                    <a:pt x="13072" y="42480"/>
                  </a:cubicBezTo>
                  <a:close/>
                  <a:moveTo>
                    <a:pt x="166919" y="45423"/>
                  </a:moveTo>
                  <a:cubicBezTo>
                    <a:pt x="166871" y="45423"/>
                    <a:pt x="166823" y="45435"/>
                    <a:pt x="166778" y="45460"/>
                  </a:cubicBezTo>
                  <a:cubicBezTo>
                    <a:pt x="166639" y="45539"/>
                    <a:pt x="166590" y="45714"/>
                    <a:pt x="166669" y="45853"/>
                  </a:cubicBezTo>
                  <a:cubicBezTo>
                    <a:pt x="166951" y="46355"/>
                    <a:pt x="167229" y="46858"/>
                    <a:pt x="167501" y="47366"/>
                  </a:cubicBezTo>
                  <a:cubicBezTo>
                    <a:pt x="167552" y="47459"/>
                    <a:pt x="167649" y="47517"/>
                    <a:pt x="167755" y="47517"/>
                  </a:cubicBezTo>
                  <a:cubicBezTo>
                    <a:pt x="167973" y="47517"/>
                    <a:pt x="168112" y="47284"/>
                    <a:pt x="168009" y="47092"/>
                  </a:cubicBezTo>
                  <a:cubicBezTo>
                    <a:pt x="167734" y="46583"/>
                    <a:pt x="167455" y="46074"/>
                    <a:pt x="167170" y="45570"/>
                  </a:cubicBezTo>
                  <a:cubicBezTo>
                    <a:pt x="167118" y="45476"/>
                    <a:pt x="167019" y="45423"/>
                    <a:pt x="166919" y="45423"/>
                  </a:cubicBezTo>
                  <a:close/>
                  <a:moveTo>
                    <a:pt x="11312" y="45469"/>
                  </a:moveTo>
                  <a:cubicBezTo>
                    <a:pt x="11210" y="45469"/>
                    <a:pt x="11112" y="45523"/>
                    <a:pt x="11060" y="45619"/>
                  </a:cubicBezTo>
                  <a:cubicBezTo>
                    <a:pt x="10774" y="46124"/>
                    <a:pt x="10495" y="46632"/>
                    <a:pt x="10220" y="47143"/>
                  </a:cubicBezTo>
                  <a:cubicBezTo>
                    <a:pt x="10117" y="47335"/>
                    <a:pt x="10256" y="47567"/>
                    <a:pt x="10473" y="47567"/>
                  </a:cubicBezTo>
                  <a:cubicBezTo>
                    <a:pt x="10580" y="47567"/>
                    <a:pt x="10677" y="47509"/>
                    <a:pt x="10727" y="47415"/>
                  </a:cubicBezTo>
                  <a:cubicBezTo>
                    <a:pt x="11001" y="46908"/>
                    <a:pt x="11278" y="46404"/>
                    <a:pt x="11561" y="45902"/>
                  </a:cubicBezTo>
                  <a:cubicBezTo>
                    <a:pt x="11643" y="45763"/>
                    <a:pt x="11593" y="45585"/>
                    <a:pt x="11454" y="45507"/>
                  </a:cubicBezTo>
                  <a:cubicBezTo>
                    <a:pt x="11409" y="45481"/>
                    <a:pt x="11360" y="45469"/>
                    <a:pt x="11312" y="45469"/>
                  </a:cubicBezTo>
                  <a:close/>
                  <a:moveTo>
                    <a:pt x="168562" y="48476"/>
                  </a:moveTo>
                  <a:cubicBezTo>
                    <a:pt x="168518" y="48476"/>
                    <a:pt x="168473" y="48486"/>
                    <a:pt x="168431" y="48508"/>
                  </a:cubicBezTo>
                  <a:cubicBezTo>
                    <a:pt x="168288" y="48580"/>
                    <a:pt x="168233" y="48754"/>
                    <a:pt x="168305" y="48895"/>
                  </a:cubicBezTo>
                  <a:cubicBezTo>
                    <a:pt x="168568" y="49407"/>
                    <a:pt x="168827" y="49922"/>
                    <a:pt x="169079" y="50439"/>
                  </a:cubicBezTo>
                  <a:cubicBezTo>
                    <a:pt x="169128" y="50538"/>
                    <a:pt x="169227" y="50601"/>
                    <a:pt x="169338" y="50601"/>
                  </a:cubicBezTo>
                  <a:cubicBezTo>
                    <a:pt x="169382" y="50601"/>
                    <a:pt x="169425" y="50591"/>
                    <a:pt x="169465" y="50572"/>
                  </a:cubicBezTo>
                  <a:cubicBezTo>
                    <a:pt x="169608" y="50502"/>
                    <a:pt x="169668" y="50330"/>
                    <a:pt x="169598" y="50187"/>
                  </a:cubicBezTo>
                  <a:cubicBezTo>
                    <a:pt x="169343" y="49666"/>
                    <a:pt x="169084" y="49148"/>
                    <a:pt x="168818" y="48632"/>
                  </a:cubicBezTo>
                  <a:cubicBezTo>
                    <a:pt x="168767" y="48533"/>
                    <a:pt x="168667" y="48476"/>
                    <a:pt x="168562" y="48476"/>
                  </a:cubicBezTo>
                  <a:close/>
                  <a:moveTo>
                    <a:pt x="9667" y="48525"/>
                  </a:moveTo>
                  <a:cubicBezTo>
                    <a:pt x="9562" y="48525"/>
                    <a:pt x="9462" y="48581"/>
                    <a:pt x="9412" y="48680"/>
                  </a:cubicBezTo>
                  <a:cubicBezTo>
                    <a:pt x="9145" y="49196"/>
                    <a:pt x="8886" y="49714"/>
                    <a:pt x="8632" y="50235"/>
                  </a:cubicBezTo>
                  <a:cubicBezTo>
                    <a:pt x="8537" y="50427"/>
                    <a:pt x="8676" y="50650"/>
                    <a:pt x="8890" y="50650"/>
                  </a:cubicBezTo>
                  <a:cubicBezTo>
                    <a:pt x="9000" y="50650"/>
                    <a:pt x="9101" y="50588"/>
                    <a:pt x="9149" y="50488"/>
                  </a:cubicBezTo>
                  <a:cubicBezTo>
                    <a:pt x="9402" y="49971"/>
                    <a:pt x="9660" y="49456"/>
                    <a:pt x="9924" y="48944"/>
                  </a:cubicBezTo>
                  <a:cubicBezTo>
                    <a:pt x="9997" y="48803"/>
                    <a:pt x="9941" y="48629"/>
                    <a:pt x="9799" y="48557"/>
                  </a:cubicBezTo>
                  <a:cubicBezTo>
                    <a:pt x="9757" y="48535"/>
                    <a:pt x="9711" y="48525"/>
                    <a:pt x="9667" y="48525"/>
                  </a:cubicBezTo>
                  <a:close/>
                  <a:moveTo>
                    <a:pt x="170086" y="51593"/>
                  </a:moveTo>
                  <a:cubicBezTo>
                    <a:pt x="170045" y="51593"/>
                    <a:pt x="170004" y="51602"/>
                    <a:pt x="169964" y="51620"/>
                  </a:cubicBezTo>
                  <a:cubicBezTo>
                    <a:pt x="169821" y="51686"/>
                    <a:pt x="169759" y="51854"/>
                    <a:pt x="169822" y="51998"/>
                  </a:cubicBezTo>
                  <a:cubicBezTo>
                    <a:pt x="170066" y="52520"/>
                    <a:pt x="170305" y="53044"/>
                    <a:pt x="170537" y="53571"/>
                  </a:cubicBezTo>
                  <a:cubicBezTo>
                    <a:pt x="170583" y="53675"/>
                    <a:pt x="170686" y="53742"/>
                    <a:pt x="170800" y="53742"/>
                  </a:cubicBezTo>
                  <a:lnTo>
                    <a:pt x="170800" y="53743"/>
                  </a:lnTo>
                  <a:cubicBezTo>
                    <a:pt x="171009" y="53743"/>
                    <a:pt x="171149" y="53529"/>
                    <a:pt x="171064" y="53338"/>
                  </a:cubicBezTo>
                  <a:cubicBezTo>
                    <a:pt x="170829" y="52808"/>
                    <a:pt x="170590" y="52280"/>
                    <a:pt x="170345" y="51755"/>
                  </a:cubicBezTo>
                  <a:cubicBezTo>
                    <a:pt x="170295" y="51652"/>
                    <a:pt x="170193" y="51593"/>
                    <a:pt x="170086" y="51593"/>
                  </a:cubicBezTo>
                  <a:close/>
                  <a:moveTo>
                    <a:pt x="8144" y="51638"/>
                  </a:moveTo>
                  <a:cubicBezTo>
                    <a:pt x="8035" y="51638"/>
                    <a:pt x="7931" y="51699"/>
                    <a:pt x="7884" y="51804"/>
                  </a:cubicBezTo>
                  <a:cubicBezTo>
                    <a:pt x="7638" y="52330"/>
                    <a:pt x="7398" y="52858"/>
                    <a:pt x="7164" y="53387"/>
                  </a:cubicBezTo>
                  <a:cubicBezTo>
                    <a:pt x="7079" y="53578"/>
                    <a:pt x="7218" y="53791"/>
                    <a:pt x="7427" y="53792"/>
                  </a:cubicBezTo>
                  <a:cubicBezTo>
                    <a:pt x="7540" y="53792"/>
                    <a:pt x="7645" y="53725"/>
                    <a:pt x="7690" y="53621"/>
                  </a:cubicBezTo>
                  <a:cubicBezTo>
                    <a:pt x="7924" y="53093"/>
                    <a:pt x="8162" y="52569"/>
                    <a:pt x="8405" y="52047"/>
                  </a:cubicBezTo>
                  <a:cubicBezTo>
                    <a:pt x="8472" y="51903"/>
                    <a:pt x="8410" y="51732"/>
                    <a:pt x="8265" y="51665"/>
                  </a:cubicBezTo>
                  <a:cubicBezTo>
                    <a:pt x="8226" y="51646"/>
                    <a:pt x="8184" y="51638"/>
                    <a:pt x="8144" y="51638"/>
                  </a:cubicBezTo>
                  <a:close/>
                  <a:moveTo>
                    <a:pt x="171485" y="54757"/>
                  </a:moveTo>
                  <a:cubicBezTo>
                    <a:pt x="171448" y="54757"/>
                    <a:pt x="171411" y="54764"/>
                    <a:pt x="171374" y="54780"/>
                  </a:cubicBezTo>
                  <a:cubicBezTo>
                    <a:pt x="171228" y="54842"/>
                    <a:pt x="171159" y="55010"/>
                    <a:pt x="171220" y="55157"/>
                  </a:cubicBezTo>
                  <a:cubicBezTo>
                    <a:pt x="171443" y="55689"/>
                    <a:pt x="171660" y="56221"/>
                    <a:pt x="171872" y="56757"/>
                  </a:cubicBezTo>
                  <a:cubicBezTo>
                    <a:pt x="171917" y="56867"/>
                    <a:pt x="172022" y="56939"/>
                    <a:pt x="172141" y="56939"/>
                  </a:cubicBezTo>
                  <a:cubicBezTo>
                    <a:pt x="172344" y="56939"/>
                    <a:pt x="172484" y="56733"/>
                    <a:pt x="172408" y="56544"/>
                  </a:cubicBezTo>
                  <a:cubicBezTo>
                    <a:pt x="172194" y="56005"/>
                    <a:pt x="171975" y="55469"/>
                    <a:pt x="171751" y="54934"/>
                  </a:cubicBezTo>
                  <a:cubicBezTo>
                    <a:pt x="171705" y="54824"/>
                    <a:pt x="171598" y="54757"/>
                    <a:pt x="171485" y="54757"/>
                  </a:cubicBezTo>
                  <a:close/>
                  <a:moveTo>
                    <a:pt x="6741" y="54808"/>
                  </a:moveTo>
                  <a:cubicBezTo>
                    <a:pt x="6628" y="54808"/>
                    <a:pt x="6521" y="54874"/>
                    <a:pt x="6475" y="54985"/>
                  </a:cubicBezTo>
                  <a:cubicBezTo>
                    <a:pt x="6251" y="55518"/>
                    <a:pt x="6033" y="56055"/>
                    <a:pt x="5818" y="56594"/>
                  </a:cubicBezTo>
                  <a:cubicBezTo>
                    <a:pt x="5743" y="56782"/>
                    <a:pt x="5882" y="56988"/>
                    <a:pt x="6084" y="56988"/>
                  </a:cubicBezTo>
                  <a:cubicBezTo>
                    <a:pt x="6084" y="56988"/>
                    <a:pt x="6085" y="56988"/>
                    <a:pt x="6086" y="56988"/>
                  </a:cubicBezTo>
                  <a:cubicBezTo>
                    <a:pt x="6204" y="56988"/>
                    <a:pt x="6310" y="56916"/>
                    <a:pt x="6354" y="56807"/>
                  </a:cubicBezTo>
                  <a:cubicBezTo>
                    <a:pt x="6567" y="56270"/>
                    <a:pt x="6784" y="55738"/>
                    <a:pt x="7007" y="55207"/>
                  </a:cubicBezTo>
                  <a:cubicBezTo>
                    <a:pt x="7068" y="55060"/>
                    <a:pt x="7000" y="54891"/>
                    <a:pt x="6852" y="54830"/>
                  </a:cubicBezTo>
                  <a:cubicBezTo>
                    <a:pt x="6816" y="54815"/>
                    <a:pt x="6778" y="54808"/>
                    <a:pt x="6741" y="54808"/>
                  </a:cubicBezTo>
                  <a:close/>
                  <a:moveTo>
                    <a:pt x="172761" y="57973"/>
                  </a:moveTo>
                  <a:cubicBezTo>
                    <a:pt x="172727" y="57973"/>
                    <a:pt x="172693" y="57979"/>
                    <a:pt x="172660" y="57992"/>
                  </a:cubicBezTo>
                  <a:cubicBezTo>
                    <a:pt x="172509" y="58049"/>
                    <a:pt x="172434" y="58218"/>
                    <a:pt x="172495" y="58368"/>
                  </a:cubicBezTo>
                  <a:cubicBezTo>
                    <a:pt x="172696" y="58908"/>
                    <a:pt x="172893" y="59449"/>
                    <a:pt x="173085" y="59992"/>
                  </a:cubicBezTo>
                  <a:cubicBezTo>
                    <a:pt x="173126" y="60107"/>
                    <a:pt x="173234" y="60184"/>
                    <a:pt x="173356" y="60184"/>
                  </a:cubicBezTo>
                  <a:lnTo>
                    <a:pt x="173356" y="60185"/>
                  </a:lnTo>
                  <a:cubicBezTo>
                    <a:pt x="173555" y="60185"/>
                    <a:pt x="173694" y="59989"/>
                    <a:pt x="173628" y="59802"/>
                  </a:cubicBezTo>
                  <a:cubicBezTo>
                    <a:pt x="173435" y="59255"/>
                    <a:pt x="173237" y="58709"/>
                    <a:pt x="173033" y="58167"/>
                  </a:cubicBezTo>
                  <a:cubicBezTo>
                    <a:pt x="172991" y="58048"/>
                    <a:pt x="172879" y="57973"/>
                    <a:pt x="172761" y="57973"/>
                  </a:cubicBezTo>
                  <a:close/>
                  <a:moveTo>
                    <a:pt x="5461" y="58028"/>
                  </a:moveTo>
                  <a:cubicBezTo>
                    <a:pt x="5345" y="58028"/>
                    <a:pt x="5236" y="58099"/>
                    <a:pt x="5192" y="58215"/>
                  </a:cubicBezTo>
                  <a:cubicBezTo>
                    <a:pt x="4989" y="58758"/>
                    <a:pt x="4790" y="59303"/>
                    <a:pt x="4597" y="59850"/>
                  </a:cubicBezTo>
                  <a:cubicBezTo>
                    <a:pt x="4544" y="60000"/>
                    <a:pt x="4623" y="60164"/>
                    <a:pt x="4773" y="60218"/>
                  </a:cubicBezTo>
                  <a:cubicBezTo>
                    <a:pt x="4805" y="60227"/>
                    <a:pt x="4837" y="60233"/>
                    <a:pt x="4869" y="60233"/>
                  </a:cubicBezTo>
                  <a:cubicBezTo>
                    <a:pt x="4992" y="60233"/>
                    <a:pt x="5101" y="60157"/>
                    <a:pt x="5142" y="60042"/>
                  </a:cubicBezTo>
                  <a:cubicBezTo>
                    <a:pt x="5332" y="59498"/>
                    <a:pt x="5529" y="58957"/>
                    <a:pt x="5732" y="58417"/>
                  </a:cubicBezTo>
                  <a:cubicBezTo>
                    <a:pt x="5788" y="58269"/>
                    <a:pt x="5713" y="58102"/>
                    <a:pt x="5563" y="58047"/>
                  </a:cubicBezTo>
                  <a:cubicBezTo>
                    <a:pt x="5529" y="58034"/>
                    <a:pt x="5495" y="58028"/>
                    <a:pt x="5461" y="58028"/>
                  </a:cubicBezTo>
                  <a:close/>
                  <a:moveTo>
                    <a:pt x="173919" y="61254"/>
                  </a:moveTo>
                  <a:cubicBezTo>
                    <a:pt x="173889" y="61254"/>
                    <a:pt x="173858" y="61259"/>
                    <a:pt x="173829" y="61269"/>
                  </a:cubicBezTo>
                  <a:cubicBezTo>
                    <a:pt x="173680" y="61318"/>
                    <a:pt x="173598" y="61477"/>
                    <a:pt x="173644" y="61627"/>
                  </a:cubicBezTo>
                  <a:cubicBezTo>
                    <a:pt x="173825" y="62174"/>
                    <a:pt x="174001" y="62722"/>
                    <a:pt x="174172" y="63273"/>
                  </a:cubicBezTo>
                  <a:cubicBezTo>
                    <a:pt x="174209" y="63393"/>
                    <a:pt x="174320" y="63476"/>
                    <a:pt x="174446" y="63476"/>
                  </a:cubicBezTo>
                  <a:cubicBezTo>
                    <a:pt x="174641" y="63476"/>
                    <a:pt x="174778" y="63287"/>
                    <a:pt x="174722" y="63103"/>
                  </a:cubicBezTo>
                  <a:cubicBezTo>
                    <a:pt x="174551" y="62548"/>
                    <a:pt x="174373" y="61995"/>
                    <a:pt x="174191" y="61446"/>
                  </a:cubicBezTo>
                  <a:cubicBezTo>
                    <a:pt x="174149" y="61328"/>
                    <a:pt x="174038" y="61254"/>
                    <a:pt x="173919" y="61254"/>
                  </a:cubicBezTo>
                  <a:close/>
                  <a:moveTo>
                    <a:pt x="4309" y="61297"/>
                  </a:moveTo>
                  <a:cubicBezTo>
                    <a:pt x="4188" y="61297"/>
                    <a:pt x="4075" y="61374"/>
                    <a:pt x="4036" y="61495"/>
                  </a:cubicBezTo>
                  <a:cubicBezTo>
                    <a:pt x="3853" y="62045"/>
                    <a:pt x="3676" y="62598"/>
                    <a:pt x="3504" y="63150"/>
                  </a:cubicBezTo>
                  <a:cubicBezTo>
                    <a:pt x="3459" y="63303"/>
                    <a:pt x="3543" y="63464"/>
                    <a:pt x="3695" y="63510"/>
                  </a:cubicBezTo>
                  <a:cubicBezTo>
                    <a:pt x="3723" y="63519"/>
                    <a:pt x="3751" y="63524"/>
                    <a:pt x="3780" y="63524"/>
                  </a:cubicBezTo>
                  <a:cubicBezTo>
                    <a:pt x="3906" y="63524"/>
                    <a:pt x="4018" y="63442"/>
                    <a:pt x="4055" y="63321"/>
                  </a:cubicBezTo>
                  <a:cubicBezTo>
                    <a:pt x="4225" y="62771"/>
                    <a:pt x="4402" y="62223"/>
                    <a:pt x="4583" y="61676"/>
                  </a:cubicBezTo>
                  <a:cubicBezTo>
                    <a:pt x="4632" y="61525"/>
                    <a:pt x="4550" y="61362"/>
                    <a:pt x="4399" y="61312"/>
                  </a:cubicBezTo>
                  <a:cubicBezTo>
                    <a:pt x="4369" y="61302"/>
                    <a:pt x="4339" y="61297"/>
                    <a:pt x="4309" y="61297"/>
                  </a:cubicBezTo>
                  <a:close/>
                  <a:moveTo>
                    <a:pt x="174942" y="64555"/>
                  </a:moveTo>
                  <a:cubicBezTo>
                    <a:pt x="174916" y="64555"/>
                    <a:pt x="174889" y="64558"/>
                    <a:pt x="174862" y="64566"/>
                  </a:cubicBezTo>
                  <a:cubicBezTo>
                    <a:pt x="174708" y="64610"/>
                    <a:pt x="174620" y="64773"/>
                    <a:pt x="174667" y="64927"/>
                  </a:cubicBezTo>
                  <a:cubicBezTo>
                    <a:pt x="174826" y="65481"/>
                    <a:pt x="174981" y="66035"/>
                    <a:pt x="175130" y="66592"/>
                  </a:cubicBezTo>
                  <a:cubicBezTo>
                    <a:pt x="175165" y="66718"/>
                    <a:pt x="175279" y="66805"/>
                    <a:pt x="175408" y="66805"/>
                  </a:cubicBezTo>
                  <a:cubicBezTo>
                    <a:pt x="175598" y="66805"/>
                    <a:pt x="175736" y="66625"/>
                    <a:pt x="175688" y="66443"/>
                  </a:cubicBezTo>
                  <a:cubicBezTo>
                    <a:pt x="175538" y="65883"/>
                    <a:pt x="175382" y="65324"/>
                    <a:pt x="175221" y="64767"/>
                  </a:cubicBezTo>
                  <a:cubicBezTo>
                    <a:pt x="175186" y="64639"/>
                    <a:pt x="175069" y="64555"/>
                    <a:pt x="174942" y="64555"/>
                  </a:cubicBezTo>
                  <a:close/>
                  <a:moveTo>
                    <a:pt x="3281" y="64611"/>
                  </a:moveTo>
                  <a:cubicBezTo>
                    <a:pt x="3157" y="64611"/>
                    <a:pt x="3043" y="64691"/>
                    <a:pt x="3005" y="64815"/>
                  </a:cubicBezTo>
                  <a:cubicBezTo>
                    <a:pt x="2845" y="65373"/>
                    <a:pt x="2690" y="65931"/>
                    <a:pt x="2541" y="66491"/>
                  </a:cubicBezTo>
                  <a:cubicBezTo>
                    <a:pt x="2500" y="66644"/>
                    <a:pt x="2592" y="66803"/>
                    <a:pt x="2745" y="66844"/>
                  </a:cubicBezTo>
                  <a:cubicBezTo>
                    <a:pt x="2769" y="66850"/>
                    <a:pt x="2794" y="66853"/>
                    <a:pt x="2819" y="66853"/>
                  </a:cubicBezTo>
                  <a:cubicBezTo>
                    <a:pt x="2950" y="66853"/>
                    <a:pt x="3063" y="66766"/>
                    <a:pt x="3097" y="66640"/>
                  </a:cubicBezTo>
                  <a:cubicBezTo>
                    <a:pt x="3245" y="66083"/>
                    <a:pt x="3400" y="65528"/>
                    <a:pt x="3560" y="64976"/>
                  </a:cubicBezTo>
                  <a:cubicBezTo>
                    <a:pt x="3602" y="64824"/>
                    <a:pt x="3513" y="64665"/>
                    <a:pt x="3362" y="64622"/>
                  </a:cubicBezTo>
                  <a:cubicBezTo>
                    <a:pt x="3335" y="64614"/>
                    <a:pt x="3307" y="64611"/>
                    <a:pt x="3281" y="64611"/>
                  </a:cubicBezTo>
                  <a:close/>
                  <a:moveTo>
                    <a:pt x="175845" y="67906"/>
                  </a:moveTo>
                  <a:cubicBezTo>
                    <a:pt x="175821" y="67906"/>
                    <a:pt x="175796" y="67909"/>
                    <a:pt x="175772" y="67916"/>
                  </a:cubicBezTo>
                  <a:cubicBezTo>
                    <a:pt x="175618" y="67953"/>
                    <a:pt x="175523" y="68110"/>
                    <a:pt x="175562" y="68264"/>
                  </a:cubicBezTo>
                  <a:cubicBezTo>
                    <a:pt x="175700" y="68823"/>
                    <a:pt x="175833" y="69384"/>
                    <a:pt x="175960" y="69945"/>
                  </a:cubicBezTo>
                  <a:cubicBezTo>
                    <a:pt x="175990" y="70076"/>
                    <a:pt x="176106" y="70170"/>
                    <a:pt x="176241" y="70170"/>
                  </a:cubicBezTo>
                  <a:cubicBezTo>
                    <a:pt x="176425" y="70170"/>
                    <a:pt x="176562" y="69998"/>
                    <a:pt x="176521" y="69818"/>
                  </a:cubicBezTo>
                  <a:cubicBezTo>
                    <a:pt x="176393" y="69252"/>
                    <a:pt x="176260" y="68688"/>
                    <a:pt x="176121" y="68126"/>
                  </a:cubicBezTo>
                  <a:cubicBezTo>
                    <a:pt x="176090" y="67995"/>
                    <a:pt x="175974" y="67906"/>
                    <a:pt x="175845" y="67906"/>
                  </a:cubicBezTo>
                  <a:close/>
                  <a:moveTo>
                    <a:pt x="2390" y="67951"/>
                  </a:moveTo>
                  <a:cubicBezTo>
                    <a:pt x="2259" y="67951"/>
                    <a:pt x="2140" y="68041"/>
                    <a:pt x="2109" y="68175"/>
                  </a:cubicBezTo>
                  <a:cubicBezTo>
                    <a:pt x="1970" y="68737"/>
                    <a:pt x="1837" y="69301"/>
                    <a:pt x="1709" y="69866"/>
                  </a:cubicBezTo>
                  <a:cubicBezTo>
                    <a:pt x="1668" y="70047"/>
                    <a:pt x="1806" y="70219"/>
                    <a:pt x="1991" y="70219"/>
                  </a:cubicBezTo>
                  <a:cubicBezTo>
                    <a:pt x="2125" y="70218"/>
                    <a:pt x="2241" y="70125"/>
                    <a:pt x="2271" y="69993"/>
                  </a:cubicBezTo>
                  <a:cubicBezTo>
                    <a:pt x="2398" y="69432"/>
                    <a:pt x="2530" y="68872"/>
                    <a:pt x="2668" y="68313"/>
                  </a:cubicBezTo>
                  <a:cubicBezTo>
                    <a:pt x="2709" y="68157"/>
                    <a:pt x="2614" y="67997"/>
                    <a:pt x="2458" y="67959"/>
                  </a:cubicBezTo>
                  <a:cubicBezTo>
                    <a:pt x="2435" y="67953"/>
                    <a:pt x="2412" y="67951"/>
                    <a:pt x="2390" y="67951"/>
                  </a:cubicBezTo>
                  <a:close/>
                  <a:moveTo>
                    <a:pt x="176608" y="71289"/>
                  </a:moveTo>
                  <a:cubicBezTo>
                    <a:pt x="176588" y="71289"/>
                    <a:pt x="176569" y="71291"/>
                    <a:pt x="176549" y="71295"/>
                  </a:cubicBezTo>
                  <a:cubicBezTo>
                    <a:pt x="176393" y="71326"/>
                    <a:pt x="176292" y="71478"/>
                    <a:pt x="176325" y="71634"/>
                  </a:cubicBezTo>
                  <a:cubicBezTo>
                    <a:pt x="176441" y="72199"/>
                    <a:pt x="176551" y="72764"/>
                    <a:pt x="176657" y="73330"/>
                  </a:cubicBezTo>
                  <a:cubicBezTo>
                    <a:pt x="176683" y="73467"/>
                    <a:pt x="176801" y="73565"/>
                    <a:pt x="176940" y="73566"/>
                  </a:cubicBezTo>
                  <a:cubicBezTo>
                    <a:pt x="176958" y="73565"/>
                    <a:pt x="176976" y="73564"/>
                    <a:pt x="176994" y="73562"/>
                  </a:cubicBezTo>
                  <a:cubicBezTo>
                    <a:pt x="177150" y="73532"/>
                    <a:pt x="177253" y="73382"/>
                    <a:pt x="177223" y="73225"/>
                  </a:cubicBezTo>
                  <a:cubicBezTo>
                    <a:pt x="177117" y="72655"/>
                    <a:pt x="177006" y="72086"/>
                    <a:pt x="176888" y="71519"/>
                  </a:cubicBezTo>
                  <a:cubicBezTo>
                    <a:pt x="176861" y="71383"/>
                    <a:pt x="176741" y="71289"/>
                    <a:pt x="176608" y="71289"/>
                  </a:cubicBezTo>
                  <a:close/>
                  <a:moveTo>
                    <a:pt x="1625" y="71335"/>
                  </a:moveTo>
                  <a:cubicBezTo>
                    <a:pt x="1492" y="71335"/>
                    <a:pt x="1371" y="71428"/>
                    <a:pt x="1343" y="71565"/>
                  </a:cubicBezTo>
                  <a:cubicBezTo>
                    <a:pt x="1227" y="72132"/>
                    <a:pt x="1115" y="72702"/>
                    <a:pt x="1011" y="73271"/>
                  </a:cubicBezTo>
                  <a:cubicBezTo>
                    <a:pt x="981" y="73427"/>
                    <a:pt x="1085" y="73578"/>
                    <a:pt x="1241" y="73607"/>
                  </a:cubicBezTo>
                  <a:cubicBezTo>
                    <a:pt x="1259" y="73610"/>
                    <a:pt x="1276" y="73612"/>
                    <a:pt x="1294" y="73612"/>
                  </a:cubicBezTo>
                  <a:cubicBezTo>
                    <a:pt x="1433" y="73612"/>
                    <a:pt x="1552" y="73512"/>
                    <a:pt x="1577" y="73376"/>
                  </a:cubicBezTo>
                  <a:cubicBezTo>
                    <a:pt x="1682" y="72810"/>
                    <a:pt x="1792" y="72245"/>
                    <a:pt x="1907" y="71681"/>
                  </a:cubicBezTo>
                  <a:cubicBezTo>
                    <a:pt x="1939" y="71525"/>
                    <a:pt x="1838" y="71373"/>
                    <a:pt x="1682" y="71340"/>
                  </a:cubicBezTo>
                  <a:cubicBezTo>
                    <a:pt x="1663" y="71336"/>
                    <a:pt x="1644" y="71335"/>
                    <a:pt x="1625" y="71335"/>
                  </a:cubicBezTo>
                  <a:close/>
                  <a:moveTo>
                    <a:pt x="177241" y="74696"/>
                  </a:moveTo>
                  <a:cubicBezTo>
                    <a:pt x="177225" y="74696"/>
                    <a:pt x="177209" y="74697"/>
                    <a:pt x="177193" y="74700"/>
                  </a:cubicBezTo>
                  <a:cubicBezTo>
                    <a:pt x="177036" y="74726"/>
                    <a:pt x="176930" y="74875"/>
                    <a:pt x="176957" y="75032"/>
                  </a:cubicBezTo>
                  <a:cubicBezTo>
                    <a:pt x="177051" y="75600"/>
                    <a:pt x="177140" y="76169"/>
                    <a:pt x="177223" y="76739"/>
                  </a:cubicBezTo>
                  <a:cubicBezTo>
                    <a:pt x="177243" y="76881"/>
                    <a:pt x="177364" y="76985"/>
                    <a:pt x="177507" y="76985"/>
                  </a:cubicBezTo>
                  <a:cubicBezTo>
                    <a:pt x="177522" y="76985"/>
                    <a:pt x="177536" y="76984"/>
                    <a:pt x="177549" y="76982"/>
                  </a:cubicBezTo>
                  <a:cubicBezTo>
                    <a:pt x="177708" y="76958"/>
                    <a:pt x="177815" y="76813"/>
                    <a:pt x="177794" y="76655"/>
                  </a:cubicBezTo>
                  <a:cubicBezTo>
                    <a:pt x="177710" y="76082"/>
                    <a:pt x="177620" y="75508"/>
                    <a:pt x="177525" y="74936"/>
                  </a:cubicBezTo>
                  <a:cubicBezTo>
                    <a:pt x="177502" y="74796"/>
                    <a:pt x="177379" y="74696"/>
                    <a:pt x="177241" y="74696"/>
                  </a:cubicBezTo>
                  <a:close/>
                  <a:moveTo>
                    <a:pt x="997" y="74743"/>
                  </a:moveTo>
                  <a:cubicBezTo>
                    <a:pt x="858" y="74743"/>
                    <a:pt x="736" y="74843"/>
                    <a:pt x="712" y="74984"/>
                  </a:cubicBezTo>
                  <a:cubicBezTo>
                    <a:pt x="650" y="75363"/>
                    <a:pt x="590" y="75742"/>
                    <a:pt x="532" y="76122"/>
                  </a:cubicBezTo>
                  <a:lnTo>
                    <a:pt x="447" y="76703"/>
                  </a:lnTo>
                  <a:cubicBezTo>
                    <a:pt x="424" y="76861"/>
                    <a:pt x="533" y="77006"/>
                    <a:pt x="690" y="77029"/>
                  </a:cubicBezTo>
                  <a:cubicBezTo>
                    <a:pt x="705" y="77032"/>
                    <a:pt x="718" y="77033"/>
                    <a:pt x="732" y="77033"/>
                  </a:cubicBezTo>
                  <a:cubicBezTo>
                    <a:pt x="875" y="77033"/>
                    <a:pt x="998" y="76927"/>
                    <a:pt x="1018" y="76786"/>
                  </a:cubicBezTo>
                  <a:lnTo>
                    <a:pt x="1103" y="76209"/>
                  </a:lnTo>
                  <a:cubicBezTo>
                    <a:pt x="1159" y="75831"/>
                    <a:pt x="1219" y="75454"/>
                    <a:pt x="1281" y="75078"/>
                  </a:cubicBezTo>
                  <a:cubicBezTo>
                    <a:pt x="1307" y="74921"/>
                    <a:pt x="1200" y="74773"/>
                    <a:pt x="1043" y="74747"/>
                  </a:cubicBezTo>
                  <a:cubicBezTo>
                    <a:pt x="1027" y="74744"/>
                    <a:pt x="1012" y="74743"/>
                    <a:pt x="997" y="74743"/>
                  </a:cubicBezTo>
                  <a:close/>
                  <a:moveTo>
                    <a:pt x="177742" y="78132"/>
                  </a:moveTo>
                  <a:cubicBezTo>
                    <a:pt x="177730" y="78132"/>
                    <a:pt x="177718" y="78132"/>
                    <a:pt x="177706" y="78134"/>
                  </a:cubicBezTo>
                  <a:cubicBezTo>
                    <a:pt x="177550" y="78154"/>
                    <a:pt x="177439" y="78295"/>
                    <a:pt x="177456" y="78451"/>
                  </a:cubicBezTo>
                  <a:cubicBezTo>
                    <a:pt x="177528" y="79022"/>
                    <a:pt x="177594" y="79594"/>
                    <a:pt x="177655" y="80167"/>
                  </a:cubicBezTo>
                  <a:cubicBezTo>
                    <a:pt x="177670" y="80313"/>
                    <a:pt x="177793" y="80424"/>
                    <a:pt x="177940" y="80425"/>
                  </a:cubicBezTo>
                  <a:cubicBezTo>
                    <a:pt x="177951" y="80425"/>
                    <a:pt x="177961" y="80424"/>
                    <a:pt x="177971" y="80422"/>
                  </a:cubicBezTo>
                  <a:cubicBezTo>
                    <a:pt x="178130" y="80406"/>
                    <a:pt x="178244" y="80264"/>
                    <a:pt x="178227" y="80106"/>
                  </a:cubicBezTo>
                  <a:cubicBezTo>
                    <a:pt x="178166" y="79530"/>
                    <a:pt x="178100" y="78954"/>
                    <a:pt x="178028" y="78379"/>
                  </a:cubicBezTo>
                  <a:cubicBezTo>
                    <a:pt x="178007" y="78235"/>
                    <a:pt x="177884" y="78132"/>
                    <a:pt x="177742" y="78132"/>
                  </a:cubicBezTo>
                  <a:close/>
                  <a:moveTo>
                    <a:pt x="501" y="78180"/>
                  </a:moveTo>
                  <a:cubicBezTo>
                    <a:pt x="360" y="78180"/>
                    <a:pt x="237" y="78283"/>
                    <a:pt x="215" y="78427"/>
                  </a:cubicBezTo>
                  <a:cubicBezTo>
                    <a:pt x="145" y="79001"/>
                    <a:pt x="79" y="79577"/>
                    <a:pt x="19" y="80154"/>
                  </a:cubicBezTo>
                  <a:cubicBezTo>
                    <a:pt x="1" y="80312"/>
                    <a:pt x="116" y="80455"/>
                    <a:pt x="274" y="80470"/>
                  </a:cubicBezTo>
                  <a:cubicBezTo>
                    <a:pt x="285" y="80472"/>
                    <a:pt x="295" y="80473"/>
                    <a:pt x="304" y="80473"/>
                  </a:cubicBezTo>
                  <a:cubicBezTo>
                    <a:pt x="452" y="80473"/>
                    <a:pt x="575" y="80361"/>
                    <a:pt x="591" y="80215"/>
                  </a:cubicBezTo>
                  <a:cubicBezTo>
                    <a:pt x="651" y="79642"/>
                    <a:pt x="717" y="79069"/>
                    <a:pt x="788" y="78497"/>
                  </a:cubicBezTo>
                  <a:cubicBezTo>
                    <a:pt x="804" y="78341"/>
                    <a:pt x="693" y="78201"/>
                    <a:pt x="537" y="78182"/>
                  </a:cubicBezTo>
                  <a:cubicBezTo>
                    <a:pt x="525" y="78180"/>
                    <a:pt x="513" y="78180"/>
                    <a:pt x="501" y="781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3887;p64">
              <a:extLst>
                <a:ext uri="{FF2B5EF4-FFF2-40B4-BE49-F238E27FC236}">
                  <a16:creationId xmlns:a16="http://schemas.microsoft.com/office/drawing/2014/main" id="{2A81C114-E43B-F65E-E69D-EDF0C762D3C4}"/>
                </a:ext>
              </a:extLst>
            </p:cNvPr>
            <p:cNvSpPr/>
            <p:nvPr/>
          </p:nvSpPr>
          <p:spPr>
            <a:xfrm>
              <a:off x="1526800" y="2928150"/>
              <a:ext cx="16750" cy="35925"/>
            </a:xfrm>
            <a:custGeom>
              <a:avLst/>
              <a:gdLst/>
              <a:ahLst/>
              <a:cxnLst/>
              <a:rect l="l" t="t" r="r" b="b"/>
              <a:pathLst>
                <a:path w="670" h="1437" extrusionOk="0">
                  <a:moveTo>
                    <a:pt x="370" y="0"/>
                  </a:moveTo>
                  <a:cubicBezTo>
                    <a:pt x="215" y="0"/>
                    <a:pt x="94" y="113"/>
                    <a:pt x="82" y="264"/>
                  </a:cubicBezTo>
                  <a:cubicBezTo>
                    <a:pt x="58" y="552"/>
                    <a:pt x="34" y="840"/>
                    <a:pt x="12" y="1127"/>
                  </a:cubicBezTo>
                  <a:cubicBezTo>
                    <a:pt x="0" y="1287"/>
                    <a:pt x="119" y="1425"/>
                    <a:pt x="279" y="1437"/>
                  </a:cubicBezTo>
                  <a:lnTo>
                    <a:pt x="300" y="1437"/>
                  </a:lnTo>
                  <a:cubicBezTo>
                    <a:pt x="450" y="1437"/>
                    <a:pt x="575" y="1322"/>
                    <a:pt x="587" y="1172"/>
                  </a:cubicBezTo>
                  <a:cubicBezTo>
                    <a:pt x="608" y="885"/>
                    <a:pt x="631" y="598"/>
                    <a:pt x="655" y="313"/>
                  </a:cubicBezTo>
                  <a:cubicBezTo>
                    <a:pt x="670" y="155"/>
                    <a:pt x="552" y="14"/>
                    <a:pt x="394" y="1"/>
                  </a:cubicBezTo>
                  <a:cubicBezTo>
                    <a:pt x="386" y="1"/>
                    <a:pt x="378" y="0"/>
                    <a:pt x="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3888;p64">
              <a:extLst>
                <a:ext uri="{FF2B5EF4-FFF2-40B4-BE49-F238E27FC236}">
                  <a16:creationId xmlns:a16="http://schemas.microsoft.com/office/drawing/2014/main" id="{55718CA7-BB1B-6DBB-29B0-69A661C351D1}"/>
                </a:ext>
              </a:extLst>
            </p:cNvPr>
            <p:cNvSpPr/>
            <p:nvPr/>
          </p:nvSpPr>
          <p:spPr>
            <a:xfrm>
              <a:off x="1772350" y="2060100"/>
              <a:ext cx="387300" cy="519325"/>
            </a:xfrm>
            <a:custGeom>
              <a:avLst/>
              <a:gdLst/>
              <a:ahLst/>
              <a:cxnLst/>
              <a:rect l="l" t="t" r="r" b="b"/>
              <a:pathLst>
                <a:path w="15492" h="20773" extrusionOk="0">
                  <a:moveTo>
                    <a:pt x="1" y="0"/>
                  </a:moveTo>
                  <a:lnTo>
                    <a:pt x="10386" y="20772"/>
                  </a:lnTo>
                  <a:lnTo>
                    <a:pt x="154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3889;p64">
              <a:extLst>
                <a:ext uri="{FF2B5EF4-FFF2-40B4-BE49-F238E27FC236}">
                  <a16:creationId xmlns:a16="http://schemas.microsoft.com/office/drawing/2014/main" id="{7EF8D562-2D5E-7FD5-719F-1E00A8D63580}"/>
                </a:ext>
              </a:extLst>
            </p:cNvPr>
            <p:cNvSpPr/>
            <p:nvPr/>
          </p:nvSpPr>
          <p:spPr>
            <a:xfrm>
              <a:off x="1763500" y="2052900"/>
              <a:ext cx="404250" cy="533725"/>
            </a:xfrm>
            <a:custGeom>
              <a:avLst/>
              <a:gdLst/>
              <a:ahLst/>
              <a:cxnLst/>
              <a:rect l="l" t="t" r="r" b="b"/>
              <a:pathLst>
                <a:path w="16170" h="21349" extrusionOk="0">
                  <a:moveTo>
                    <a:pt x="15478" y="576"/>
                  </a:moveTo>
                  <a:lnTo>
                    <a:pt x="10647" y="20232"/>
                  </a:lnTo>
                  <a:lnTo>
                    <a:pt x="820" y="576"/>
                  </a:lnTo>
                  <a:close/>
                  <a:moveTo>
                    <a:pt x="355" y="1"/>
                  </a:moveTo>
                  <a:cubicBezTo>
                    <a:pt x="140" y="1"/>
                    <a:pt x="1" y="226"/>
                    <a:pt x="97" y="417"/>
                  </a:cubicBezTo>
                  <a:lnTo>
                    <a:pt x="10483" y="21190"/>
                  </a:lnTo>
                  <a:cubicBezTo>
                    <a:pt x="10532" y="21287"/>
                    <a:pt x="10631" y="21348"/>
                    <a:pt x="10740" y="21348"/>
                  </a:cubicBezTo>
                  <a:cubicBezTo>
                    <a:pt x="10750" y="21348"/>
                    <a:pt x="10762" y="21348"/>
                    <a:pt x="10773" y="21347"/>
                  </a:cubicBezTo>
                  <a:cubicBezTo>
                    <a:pt x="10893" y="21334"/>
                    <a:pt x="10991" y="21246"/>
                    <a:pt x="11020" y="21129"/>
                  </a:cubicBezTo>
                  <a:lnTo>
                    <a:pt x="16125" y="357"/>
                  </a:lnTo>
                  <a:cubicBezTo>
                    <a:pt x="16169" y="176"/>
                    <a:pt x="16032" y="1"/>
                    <a:pt x="15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3890;p64">
              <a:extLst>
                <a:ext uri="{FF2B5EF4-FFF2-40B4-BE49-F238E27FC236}">
                  <a16:creationId xmlns:a16="http://schemas.microsoft.com/office/drawing/2014/main" id="{D7A79AD4-44FC-313A-302F-850CE3440454}"/>
                </a:ext>
              </a:extLst>
            </p:cNvPr>
            <p:cNvSpPr/>
            <p:nvPr/>
          </p:nvSpPr>
          <p:spPr>
            <a:xfrm>
              <a:off x="1813950" y="2079800"/>
              <a:ext cx="246475" cy="499625"/>
            </a:xfrm>
            <a:custGeom>
              <a:avLst/>
              <a:gdLst/>
              <a:ahLst/>
              <a:cxnLst/>
              <a:rect l="l" t="t" r="r" b="b"/>
              <a:pathLst>
                <a:path w="9859" h="19985" extrusionOk="0">
                  <a:moveTo>
                    <a:pt x="0" y="0"/>
                  </a:moveTo>
                  <a:lnTo>
                    <a:pt x="8722" y="19984"/>
                  </a:lnTo>
                  <a:lnTo>
                    <a:pt x="98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3891;p64">
              <a:extLst>
                <a:ext uri="{FF2B5EF4-FFF2-40B4-BE49-F238E27FC236}">
                  <a16:creationId xmlns:a16="http://schemas.microsoft.com/office/drawing/2014/main" id="{E07CA823-1EEE-D96A-2C59-BFDB27A29048}"/>
                </a:ext>
              </a:extLst>
            </p:cNvPr>
            <p:cNvSpPr/>
            <p:nvPr/>
          </p:nvSpPr>
          <p:spPr>
            <a:xfrm>
              <a:off x="1805275" y="2072600"/>
              <a:ext cx="262550" cy="514025"/>
            </a:xfrm>
            <a:custGeom>
              <a:avLst/>
              <a:gdLst/>
              <a:ahLst/>
              <a:cxnLst/>
              <a:rect l="l" t="t" r="r" b="b"/>
              <a:pathLst>
                <a:path w="10502" h="20561" extrusionOk="0">
                  <a:moveTo>
                    <a:pt x="9899" y="576"/>
                  </a:moveTo>
                  <a:lnTo>
                    <a:pt x="8850" y="19050"/>
                  </a:lnTo>
                  <a:lnTo>
                    <a:pt x="787" y="576"/>
                  </a:lnTo>
                  <a:close/>
                  <a:moveTo>
                    <a:pt x="345" y="1"/>
                  </a:moveTo>
                  <a:cubicBezTo>
                    <a:pt x="139" y="1"/>
                    <a:pt x="1" y="213"/>
                    <a:pt x="83" y="404"/>
                  </a:cubicBezTo>
                  <a:lnTo>
                    <a:pt x="8804" y="20388"/>
                  </a:lnTo>
                  <a:cubicBezTo>
                    <a:pt x="8850" y="20492"/>
                    <a:pt x="8953" y="20560"/>
                    <a:pt x="9066" y="20560"/>
                  </a:cubicBezTo>
                  <a:cubicBezTo>
                    <a:pt x="9067" y="20560"/>
                    <a:pt x="9068" y="20560"/>
                    <a:pt x="9069" y="20560"/>
                  </a:cubicBezTo>
                  <a:cubicBezTo>
                    <a:pt x="9086" y="20560"/>
                    <a:pt x="9103" y="20559"/>
                    <a:pt x="9120" y="20557"/>
                  </a:cubicBezTo>
                  <a:cubicBezTo>
                    <a:pt x="9252" y="20533"/>
                    <a:pt x="9349" y="20422"/>
                    <a:pt x="9357" y="20289"/>
                  </a:cubicBezTo>
                  <a:lnTo>
                    <a:pt x="10493" y="304"/>
                  </a:lnTo>
                  <a:cubicBezTo>
                    <a:pt x="10502" y="140"/>
                    <a:pt x="10371" y="1"/>
                    <a:pt x="10205" y="1"/>
                  </a:cubicBezTo>
                  <a:lnTo>
                    <a:pt x="347" y="1"/>
                  </a:lnTo>
                  <a:cubicBezTo>
                    <a:pt x="347" y="1"/>
                    <a:pt x="346" y="1"/>
                    <a:pt x="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3892;p64">
              <a:extLst>
                <a:ext uri="{FF2B5EF4-FFF2-40B4-BE49-F238E27FC236}">
                  <a16:creationId xmlns:a16="http://schemas.microsoft.com/office/drawing/2014/main" id="{B7D6E226-F850-3B17-6BDF-FA45831F017E}"/>
                </a:ext>
              </a:extLst>
            </p:cNvPr>
            <p:cNvSpPr/>
            <p:nvPr/>
          </p:nvSpPr>
          <p:spPr>
            <a:xfrm>
              <a:off x="1759225" y="2040900"/>
              <a:ext cx="272800" cy="538525"/>
            </a:xfrm>
            <a:custGeom>
              <a:avLst/>
              <a:gdLst/>
              <a:ahLst/>
              <a:cxnLst/>
              <a:rect l="l" t="t" r="r" b="b"/>
              <a:pathLst>
                <a:path w="10912" h="21541" extrusionOk="0">
                  <a:moveTo>
                    <a:pt x="0" y="1"/>
                  </a:moveTo>
                  <a:lnTo>
                    <a:pt x="10911" y="21540"/>
                  </a:lnTo>
                  <a:lnTo>
                    <a:pt x="9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3893;p64">
              <a:extLst>
                <a:ext uri="{FF2B5EF4-FFF2-40B4-BE49-F238E27FC236}">
                  <a16:creationId xmlns:a16="http://schemas.microsoft.com/office/drawing/2014/main" id="{DEDCCBE1-1E86-5FD6-3061-896B4867D1FE}"/>
                </a:ext>
              </a:extLst>
            </p:cNvPr>
            <p:cNvSpPr/>
            <p:nvPr/>
          </p:nvSpPr>
          <p:spPr>
            <a:xfrm>
              <a:off x="1750375" y="2033700"/>
              <a:ext cx="289025" cy="552925"/>
            </a:xfrm>
            <a:custGeom>
              <a:avLst/>
              <a:gdLst/>
              <a:ahLst/>
              <a:cxnLst/>
              <a:rect l="l" t="t" r="r" b="b"/>
              <a:pathLst>
                <a:path w="11561" h="22117" extrusionOk="0">
                  <a:moveTo>
                    <a:pt x="9936" y="578"/>
                  </a:moveTo>
                  <a:lnTo>
                    <a:pt x="10912" y="20493"/>
                  </a:lnTo>
                  <a:lnTo>
                    <a:pt x="823" y="578"/>
                  </a:lnTo>
                  <a:close/>
                  <a:moveTo>
                    <a:pt x="354" y="1"/>
                  </a:moveTo>
                  <a:cubicBezTo>
                    <a:pt x="139" y="1"/>
                    <a:pt x="0" y="228"/>
                    <a:pt x="97" y="419"/>
                  </a:cubicBezTo>
                  <a:lnTo>
                    <a:pt x="11009" y="21959"/>
                  </a:lnTo>
                  <a:cubicBezTo>
                    <a:pt x="11057" y="22055"/>
                    <a:pt x="11156" y="22116"/>
                    <a:pt x="11265" y="22116"/>
                  </a:cubicBezTo>
                  <a:cubicBezTo>
                    <a:pt x="11430" y="22116"/>
                    <a:pt x="11561" y="21979"/>
                    <a:pt x="11553" y="21815"/>
                  </a:cubicBezTo>
                  <a:lnTo>
                    <a:pt x="10500" y="276"/>
                  </a:lnTo>
                  <a:cubicBezTo>
                    <a:pt x="10492" y="122"/>
                    <a:pt x="10366" y="1"/>
                    <a:pt x="10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3894;p64">
              <a:extLst>
                <a:ext uri="{FF2B5EF4-FFF2-40B4-BE49-F238E27FC236}">
                  <a16:creationId xmlns:a16="http://schemas.microsoft.com/office/drawing/2014/main" id="{36A4031D-97C0-F601-D32D-7E1AF4ED3BF1}"/>
                </a:ext>
              </a:extLst>
            </p:cNvPr>
            <p:cNvSpPr/>
            <p:nvPr/>
          </p:nvSpPr>
          <p:spPr>
            <a:xfrm>
              <a:off x="1173825" y="1944100"/>
              <a:ext cx="858200" cy="635325"/>
            </a:xfrm>
            <a:custGeom>
              <a:avLst/>
              <a:gdLst/>
              <a:ahLst/>
              <a:cxnLst/>
              <a:rect l="l" t="t" r="r" b="b"/>
              <a:pathLst>
                <a:path w="34328" h="25413" extrusionOk="0">
                  <a:moveTo>
                    <a:pt x="1" y="1"/>
                  </a:moveTo>
                  <a:lnTo>
                    <a:pt x="6279" y="25412"/>
                  </a:lnTo>
                  <a:lnTo>
                    <a:pt x="34327" y="25412"/>
                  </a:lnTo>
                  <a:lnTo>
                    <a:pt x="29880" y="2880"/>
                  </a:lnTo>
                  <a:lnTo>
                    <a:pt x="15923" y="2880"/>
                  </a:lnTo>
                  <a:lnTo>
                    <a:pt x="133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3895;p64">
              <a:extLst>
                <a:ext uri="{FF2B5EF4-FFF2-40B4-BE49-F238E27FC236}">
                  <a16:creationId xmlns:a16="http://schemas.microsoft.com/office/drawing/2014/main" id="{744DB781-8DF4-A579-33D1-4A866C5C8782}"/>
                </a:ext>
              </a:extLst>
            </p:cNvPr>
            <p:cNvSpPr/>
            <p:nvPr/>
          </p:nvSpPr>
          <p:spPr>
            <a:xfrm>
              <a:off x="1165700" y="1936875"/>
              <a:ext cx="874250" cy="649750"/>
            </a:xfrm>
            <a:custGeom>
              <a:avLst/>
              <a:gdLst/>
              <a:ahLst/>
              <a:cxnLst/>
              <a:rect l="l" t="t" r="r" b="b"/>
              <a:pathLst>
                <a:path w="34970" h="25990" extrusionOk="0">
                  <a:moveTo>
                    <a:pt x="13573" y="578"/>
                  </a:moveTo>
                  <a:lnTo>
                    <a:pt x="16032" y="3361"/>
                  </a:lnTo>
                  <a:cubicBezTo>
                    <a:pt x="16088" y="3422"/>
                    <a:pt x="16165" y="3458"/>
                    <a:pt x="16248" y="3458"/>
                  </a:cubicBezTo>
                  <a:lnTo>
                    <a:pt x="29969" y="3458"/>
                  </a:lnTo>
                  <a:lnTo>
                    <a:pt x="34302" y="25413"/>
                  </a:lnTo>
                  <a:lnTo>
                    <a:pt x="6829" y="25413"/>
                  </a:lnTo>
                  <a:lnTo>
                    <a:pt x="694" y="578"/>
                  </a:lnTo>
                  <a:close/>
                  <a:moveTo>
                    <a:pt x="326" y="1"/>
                  </a:moveTo>
                  <a:cubicBezTo>
                    <a:pt x="139" y="1"/>
                    <a:pt x="1" y="177"/>
                    <a:pt x="46" y="358"/>
                  </a:cubicBezTo>
                  <a:lnTo>
                    <a:pt x="6324" y="25772"/>
                  </a:lnTo>
                  <a:cubicBezTo>
                    <a:pt x="6355" y="25899"/>
                    <a:pt x="6470" y="25989"/>
                    <a:pt x="6604" y="25989"/>
                  </a:cubicBezTo>
                  <a:lnTo>
                    <a:pt x="34651" y="25989"/>
                  </a:lnTo>
                  <a:cubicBezTo>
                    <a:pt x="34832" y="25989"/>
                    <a:pt x="34969" y="25824"/>
                    <a:pt x="34934" y="25645"/>
                  </a:cubicBezTo>
                  <a:lnTo>
                    <a:pt x="30487" y="3113"/>
                  </a:lnTo>
                  <a:cubicBezTo>
                    <a:pt x="30460" y="2978"/>
                    <a:pt x="30342" y="2881"/>
                    <a:pt x="30205" y="2881"/>
                  </a:cubicBezTo>
                  <a:lnTo>
                    <a:pt x="16379" y="2881"/>
                  </a:lnTo>
                  <a:lnTo>
                    <a:pt x="13920" y="98"/>
                  </a:lnTo>
                  <a:cubicBezTo>
                    <a:pt x="13865" y="37"/>
                    <a:pt x="13787" y="1"/>
                    <a:pt x="137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3896;p64">
              <a:extLst>
                <a:ext uri="{FF2B5EF4-FFF2-40B4-BE49-F238E27FC236}">
                  <a16:creationId xmlns:a16="http://schemas.microsoft.com/office/drawing/2014/main" id="{C8EFE995-EA30-7DCF-48BA-7F956219F24C}"/>
                </a:ext>
              </a:extLst>
            </p:cNvPr>
            <p:cNvSpPr/>
            <p:nvPr/>
          </p:nvSpPr>
          <p:spPr>
            <a:xfrm>
              <a:off x="1888075" y="1032825"/>
              <a:ext cx="941125" cy="557025"/>
            </a:xfrm>
            <a:custGeom>
              <a:avLst/>
              <a:gdLst/>
              <a:ahLst/>
              <a:cxnLst/>
              <a:rect l="l" t="t" r="r" b="b"/>
              <a:pathLst>
                <a:path w="37645" h="22281" extrusionOk="0">
                  <a:moveTo>
                    <a:pt x="55" y="1"/>
                  </a:moveTo>
                  <a:cubicBezTo>
                    <a:pt x="25" y="1"/>
                    <a:pt x="0" y="26"/>
                    <a:pt x="0" y="56"/>
                  </a:cubicBezTo>
                  <a:lnTo>
                    <a:pt x="0" y="22225"/>
                  </a:lnTo>
                  <a:cubicBezTo>
                    <a:pt x="0" y="22257"/>
                    <a:pt x="25" y="22281"/>
                    <a:pt x="55" y="22281"/>
                  </a:cubicBezTo>
                  <a:lnTo>
                    <a:pt x="37591" y="22281"/>
                  </a:lnTo>
                  <a:cubicBezTo>
                    <a:pt x="37621" y="22281"/>
                    <a:pt x="37645" y="22257"/>
                    <a:pt x="37645" y="22225"/>
                  </a:cubicBezTo>
                  <a:lnTo>
                    <a:pt x="37645" y="56"/>
                  </a:lnTo>
                  <a:cubicBezTo>
                    <a:pt x="37645" y="26"/>
                    <a:pt x="37621" y="1"/>
                    <a:pt x="37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3897;p64">
              <a:extLst>
                <a:ext uri="{FF2B5EF4-FFF2-40B4-BE49-F238E27FC236}">
                  <a16:creationId xmlns:a16="http://schemas.microsoft.com/office/drawing/2014/main" id="{BE44BB37-6E88-8743-4B6F-E18EF0553F99}"/>
                </a:ext>
              </a:extLst>
            </p:cNvPr>
            <p:cNvSpPr/>
            <p:nvPr/>
          </p:nvSpPr>
          <p:spPr>
            <a:xfrm>
              <a:off x="1880875" y="1025625"/>
              <a:ext cx="955550" cy="571450"/>
            </a:xfrm>
            <a:custGeom>
              <a:avLst/>
              <a:gdLst/>
              <a:ahLst/>
              <a:cxnLst/>
              <a:rect l="l" t="t" r="r" b="b"/>
              <a:pathLst>
                <a:path w="38222" h="22858" extrusionOk="0">
                  <a:moveTo>
                    <a:pt x="35820" y="578"/>
                  </a:moveTo>
                  <a:cubicBezTo>
                    <a:pt x="36828" y="579"/>
                    <a:pt x="37644" y="1395"/>
                    <a:pt x="37645" y="2402"/>
                  </a:cubicBezTo>
                  <a:lnTo>
                    <a:pt x="37645" y="20456"/>
                  </a:lnTo>
                  <a:cubicBezTo>
                    <a:pt x="37644" y="21464"/>
                    <a:pt x="36828" y="22279"/>
                    <a:pt x="35820" y="22281"/>
                  </a:cubicBezTo>
                  <a:lnTo>
                    <a:pt x="2400" y="22281"/>
                  </a:lnTo>
                  <a:cubicBezTo>
                    <a:pt x="1394" y="22279"/>
                    <a:pt x="577" y="21464"/>
                    <a:pt x="576" y="20456"/>
                  </a:cubicBezTo>
                  <a:lnTo>
                    <a:pt x="576" y="2402"/>
                  </a:lnTo>
                  <a:cubicBezTo>
                    <a:pt x="577" y="1395"/>
                    <a:pt x="1394" y="579"/>
                    <a:pt x="2400" y="578"/>
                  </a:cubicBezTo>
                  <a:close/>
                  <a:moveTo>
                    <a:pt x="2400" y="1"/>
                  </a:moveTo>
                  <a:cubicBezTo>
                    <a:pt x="1077" y="1"/>
                    <a:pt x="0" y="1078"/>
                    <a:pt x="0" y="2402"/>
                  </a:cubicBezTo>
                  <a:lnTo>
                    <a:pt x="0" y="20456"/>
                  </a:lnTo>
                  <a:cubicBezTo>
                    <a:pt x="0" y="21780"/>
                    <a:pt x="1077" y="22858"/>
                    <a:pt x="2400" y="22858"/>
                  </a:cubicBezTo>
                  <a:lnTo>
                    <a:pt x="35820" y="22858"/>
                  </a:lnTo>
                  <a:cubicBezTo>
                    <a:pt x="37145" y="22858"/>
                    <a:pt x="38222" y="21780"/>
                    <a:pt x="38222" y="20456"/>
                  </a:cubicBezTo>
                  <a:lnTo>
                    <a:pt x="38222" y="2402"/>
                  </a:lnTo>
                  <a:cubicBezTo>
                    <a:pt x="38222" y="1078"/>
                    <a:pt x="37145" y="1"/>
                    <a:pt x="35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3898;p64">
              <a:extLst>
                <a:ext uri="{FF2B5EF4-FFF2-40B4-BE49-F238E27FC236}">
                  <a16:creationId xmlns:a16="http://schemas.microsoft.com/office/drawing/2014/main" id="{08BB5948-8CD0-09D7-9C83-2D027CDB387C}"/>
                </a:ext>
              </a:extLst>
            </p:cNvPr>
            <p:cNvSpPr/>
            <p:nvPr/>
          </p:nvSpPr>
          <p:spPr>
            <a:xfrm>
              <a:off x="1888075" y="1138475"/>
              <a:ext cx="941125" cy="201700"/>
            </a:xfrm>
            <a:custGeom>
              <a:avLst/>
              <a:gdLst/>
              <a:ahLst/>
              <a:cxnLst/>
              <a:rect l="l" t="t" r="r" b="b"/>
              <a:pathLst>
                <a:path w="37645" h="8068" extrusionOk="0">
                  <a:moveTo>
                    <a:pt x="0" y="0"/>
                  </a:moveTo>
                  <a:lnTo>
                    <a:pt x="0" y="8068"/>
                  </a:lnTo>
                  <a:lnTo>
                    <a:pt x="37645" y="8068"/>
                  </a:lnTo>
                  <a:lnTo>
                    <a:pt x="376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3899;p64">
              <a:extLst>
                <a:ext uri="{FF2B5EF4-FFF2-40B4-BE49-F238E27FC236}">
                  <a16:creationId xmlns:a16="http://schemas.microsoft.com/office/drawing/2014/main" id="{21DA4FF8-3F8E-38D4-E6DE-CCEED294FE9E}"/>
                </a:ext>
              </a:extLst>
            </p:cNvPr>
            <p:cNvSpPr/>
            <p:nvPr/>
          </p:nvSpPr>
          <p:spPr>
            <a:xfrm>
              <a:off x="1880875" y="1131300"/>
              <a:ext cx="955550" cy="216075"/>
            </a:xfrm>
            <a:custGeom>
              <a:avLst/>
              <a:gdLst/>
              <a:ahLst/>
              <a:cxnLst/>
              <a:rect l="l" t="t" r="r" b="b"/>
              <a:pathLst>
                <a:path w="38222" h="8643" extrusionOk="0">
                  <a:moveTo>
                    <a:pt x="37645" y="575"/>
                  </a:moveTo>
                  <a:lnTo>
                    <a:pt x="37645" y="8066"/>
                  </a:lnTo>
                  <a:lnTo>
                    <a:pt x="576" y="8066"/>
                  </a:lnTo>
                  <a:lnTo>
                    <a:pt x="576" y="575"/>
                  </a:lnTo>
                  <a:close/>
                  <a:moveTo>
                    <a:pt x="286" y="1"/>
                  </a:moveTo>
                  <a:cubicBezTo>
                    <a:pt x="127" y="1"/>
                    <a:pt x="0" y="130"/>
                    <a:pt x="0" y="289"/>
                  </a:cubicBezTo>
                  <a:lnTo>
                    <a:pt x="0" y="8355"/>
                  </a:lnTo>
                  <a:cubicBezTo>
                    <a:pt x="0" y="8513"/>
                    <a:pt x="129" y="8643"/>
                    <a:pt x="288" y="8643"/>
                  </a:cubicBezTo>
                  <a:lnTo>
                    <a:pt x="37933" y="8643"/>
                  </a:lnTo>
                  <a:cubicBezTo>
                    <a:pt x="38092" y="8643"/>
                    <a:pt x="38222" y="8513"/>
                    <a:pt x="38222" y="8355"/>
                  </a:cubicBezTo>
                  <a:lnTo>
                    <a:pt x="38222" y="289"/>
                  </a:lnTo>
                  <a:cubicBezTo>
                    <a:pt x="38222" y="130"/>
                    <a:pt x="38093" y="1"/>
                    <a:pt x="37935" y="1"/>
                  </a:cubicBezTo>
                  <a:cubicBezTo>
                    <a:pt x="37934" y="1"/>
                    <a:pt x="37933" y="1"/>
                    <a:pt x="37933" y="1"/>
                  </a:cubicBezTo>
                  <a:lnTo>
                    <a:pt x="288" y="1"/>
                  </a:lnTo>
                  <a:cubicBezTo>
                    <a:pt x="287" y="1"/>
                    <a:pt x="287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3900;p64">
              <a:extLst>
                <a:ext uri="{FF2B5EF4-FFF2-40B4-BE49-F238E27FC236}">
                  <a16:creationId xmlns:a16="http://schemas.microsoft.com/office/drawing/2014/main" id="{C6B83E30-C791-88CE-BCED-11858CB8D799}"/>
                </a:ext>
              </a:extLst>
            </p:cNvPr>
            <p:cNvSpPr/>
            <p:nvPr/>
          </p:nvSpPr>
          <p:spPr>
            <a:xfrm>
              <a:off x="2548725" y="1461550"/>
              <a:ext cx="81825" cy="78725"/>
            </a:xfrm>
            <a:custGeom>
              <a:avLst/>
              <a:gdLst/>
              <a:ahLst/>
              <a:cxnLst/>
              <a:rect l="l" t="t" r="r" b="b"/>
              <a:pathLst>
                <a:path w="3273" h="3149" extrusionOk="0">
                  <a:moveTo>
                    <a:pt x="1698" y="0"/>
                  </a:moveTo>
                  <a:cubicBezTo>
                    <a:pt x="1288" y="0"/>
                    <a:pt x="886" y="160"/>
                    <a:pt x="586" y="461"/>
                  </a:cubicBezTo>
                  <a:cubicBezTo>
                    <a:pt x="135" y="912"/>
                    <a:pt x="0" y="1588"/>
                    <a:pt x="244" y="2177"/>
                  </a:cubicBezTo>
                  <a:cubicBezTo>
                    <a:pt x="487" y="2765"/>
                    <a:pt x="1062" y="3149"/>
                    <a:pt x="1699" y="3149"/>
                  </a:cubicBezTo>
                  <a:cubicBezTo>
                    <a:pt x="2567" y="3149"/>
                    <a:pt x="3272" y="2444"/>
                    <a:pt x="3272" y="1575"/>
                  </a:cubicBezTo>
                  <a:cubicBezTo>
                    <a:pt x="3272" y="938"/>
                    <a:pt x="2888" y="364"/>
                    <a:pt x="2301" y="120"/>
                  </a:cubicBezTo>
                  <a:cubicBezTo>
                    <a:pt x="2106" y="40"/>
                    <a:pt x="1901" y="0"/>
                    <a:pt x="1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3901;p64">
              <a:extLst>
                <a:ext uri="{FF2B5EF4-FFF2-40B4-BE49-F238E27FC236}">
                  <a16:creationId xmlns:a16="http://schemas.microsoft.com/office/drawing/2014/main" id="{2DC3F05B-5D49-B3BB-A492-B802D766A4CC}"/>
                </a:ext>
              </a:extLst>
            </p:cNvPr>
            <p:cNvSpPr/>
            <p:nvPr/>
          </p:nvSpPr>
          <p:spPr>
            <a:xfrm>
              <a:off x="2540950" y="1454350"/>
              <a:ext cx="96800" cy="93150"/>
            </a:xfrm>
            <a:custGeom>
              <a:avLst/>
              <a:gdLst/>
              <a:ahLst/>
              <a:cxnLst/>
              <a:rect l="l" t="t" r="r" b="b"/>
              <a:pathLst>
                <a:path w="3872" h="3726" extrusionOk="0">
                  <a:moveTo>
                    <a:pt x="2008" y="577"/>
                  </a:moveTo>
                  <a:cubicBezTo>
                    <a:pt x="2719" y="577"/>
                    <a:pt x="3294" y="1153"/>
                    <a:pt x="3295" y="1863"/>
                  </a:cubicBezTo>
                  <a:cubicBezTo>
                    <a:pt x="3295" y="2384"/>
                    <a:pt x="2982" y="2853"/>
                    <a:pt x="2501" y="3052"/>
                  </a:cubicBezTo>
                  <a:cubicBezTo>
                    <a:pt x="2342" y="3118"/>
                    <a:pt x="2174" y="3150"/>
                    <a:pt x="2008" y="3150"/>
                  </a:cubicBezTo>
                  <a:cubicBezTo>
                    <a:pt x="1674" y="3150"/>
                    <a:pt x="1345" y="3020"/>
                    <a:pt x="1099" y="2774"/>
                  </a:cubicBezTo>
                  <a:cubicBezTo>
                    <a:pt x="732" y="2405"/>
                    <a:pt x="622" y="1852"/>
                    <a:pt x="821" y="1371"/>
                  </a:cubicBezTo>
                  <a:cubicBezTo>
                    <a:pt x="1019" y="890"/>
                    <a:pt x="1488" y="577"/>
                    <a:pt x="2008" y="577"/>
                  </a:cubicBezTo>
                  <a:close/>
                  <a:moveTo>
                    <a:pt x="2009" y="0"/>
                  </a:moveTo>
                  <a:cubicBezTo>
                    <a:pt x="1525" y="0"/>
                    <a:pt x="1048" y="190"/>
                    <a:pt x="691" y="546"/>
                  </a:cubicBezTo>
                  <a:cubicBezTo>
                    <a:pt x="159" y="1079"/>
                    <a:pt x="1" y="1880"/>
                    <a:pt x="288" y="2576"/>
                  </a:cubicBezTo>
                  <a:cubicBezTo>
                    <a:pt x="576" y="3271"/>
                    <a:pt x="1255" y="3726"/>
                    <a:pt x="2008" y="3726"/>
                  </a:cubicBezTo>
                  <a:cubicBezTo>
                    <a:pt x="3038" y="3725"/>
                    <a:pt x="3871" y="2891"/>
                    <a:pt x="3871" y="1863"/>
                  </a:cubicBezTo>
                  <a:cubicBezTo>
                    <a:pt x="3871" y="1109"/>
                    <a:pt x="3418" y="430"/>
                    <a:pt x="2721" y="142"/>
                  </a:cubicBezTo>
                  <a:cubicBezTo>
                    <a:pt x="2491" y="47"/>
                    <a:pt x="2249" y="0"/>
                    <a:pt x="2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3902;p64">
              <a:extLst>
                <a:ext uri="{FF2B5EF4-FFF2-40B4-BE49-F238E27FC236}">
                  <a16:creationId xmlns:a16="http://schemas.microsoft.com/office/drawing/2014/main" id="{54314E2A-D9BE-36A4-5328-4EE9C53146C6}"/>
                </a:ext>
              </a:extLst>
            </p:cNvPr>
            <p:cNvSpPr/>
            <p:nvPr/>
          </p:nvSpPr>
          <p:spPr>
            <a:xfrm>
              <a:off x="2658050" y="1461550"/>
              <a:ext cx="81850" cy="78725"/>
            </a:xfrm>
            <a:custGeom>
              <a:avLst/>
              <a:gdLst/>
              <a:ahLst/>
              <a:cxnLst/>
              <a:rect l="l" t="t" r="r" b="b"/>
              <a:pathLst>
                <a:path w="3274" h="3149" extrusionOk="0">
                  <a:moveTo>
                    <a:pt x="1699" y="0"/>
                  </a:moveTo>
                  <a:cubicBezTo>
                    <a:pt x="1289" y="0"/>
                    <a:pt x="887" y="160"/>
                    <a:pt x="586" y="461"/>
                  </a:cubicBezTo>
                  <a:cubicBezTo>
                    <a:pt x="136" y="912"/>
                    <a:pt x="0" y="1588"/>
                    <a:pt x="244" y="2177"/>
                  </a:cubicBezTo>
                  <a:cubicBezTo>
                    <a:pt x="489" y="2765"/>
                    <a:pt x="1062" y="3149"/>
                    <a:pt x="1699" y="3149"/>
                  </a:cubicBezTo>
                  <a:cubicBezTo>
                    <a:pt x="2568" y="3149"/>
                    <a:pt x="3274" y="2444"/>
                    <a:pt x="3274" y="1575"/>
                  </a:cubicBezTo>
                  <a:cubicBezTo>
                    <a:pt x="3274" y="938"/>
                    <a:pt x="2890" y="364"/>
                    <a:pt x="2301" y="120"/>
                  </a:cubicBezTo>
                  <a:cubicBezTo>
                    <a:pt x="2106" y="40"/>
                    <a:pt x="1902" y="0"/>
                    <a:pt x="1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3903;p64">
              <a:extLst>
                <a:ext uri="{FF2B5EF4-FFF2-40B4-BE49-F238E27FC236}">
                  <a16:creationId xmlns:a16="http://schemas.microsoft.com/office/drawing/2014/main" id="{70EEC9CC-9AD2-6CC9-2A61-AC1B406487E9}"/>
                </a:ext>
              </a:extLst>
            </p:cNvPr>
            <p:cNvSpPr/>
            <p:nvPr/>
          </p:nvSpPr>
          <p:spPr>
            <a:xfrm>
              <a:off x="2650275" y="1454350"/>
              <a:ext cx="96825" cy="93150"/>
            </a:xfrm>
            <a:custGeom>
              <a:avLst/>
              <a:gdLst/>
              <a:ahLst/>
              <a:cxnLst/>
              <a:rect l="l" t="t" r="r" b="b"/>
              <a:pathLst>
                <a:path w="3873" h="3726" extrusionOk="0">
                  <a:moveTo>
                    <a:pt x="2010" y="577"/>
                  </a:moveTo>
                  <a:cubicBezTo>
                    <a:pt x="2720" y="577"/>
                    <a:pt x="3294" y="1153"/>
                    <a:pt x="3297" y="1863"/>
                  </a:cubicBezTo>
                  <a:cubicBezTo>
                    <a:pt x="3297" y="2383"/>
                    <a:pt x="2984" y="2853"/>
                    <a:pt x="2503" y="3052"/>
                  </a:cubicBezTo>
                  <a:cubicBezTo>
                    <a:pt x="2343" y="3118"/>
                    <a:pt x="2176" y="3150"/>
                    <a:pt x="2010" y="3150"/>
                  </a:cubicBezTo>
                  <a:cubicBezTo>
                    <a:pt x="1675" y="3150"/>
                    <a:pt x="1347" y="3020"/>
                    <a:pt x="1101" y="2774"/>
                  </a:cubicBezTo>
                  <a:cubicBezTo>
                    <a:pt x="732" y="2405"/>
                    <a:pt x="622" y="1852"/>
                    <a:pt x="821" y="1371"/>
                  </a:cubicBezTo>
                  <a:cubicBezTo>
                    <a:pt x="1020" y="890"/>
                    <a:pt x="1489" y="577"/>
                    <a:pt x="2010" y="577"/>
                  </a:cubicBezTo>
                  <a:close/>
                  <a:moveTo>
                    <a:pt x="2010" y="0"/>
                  </a:moveTo>
                  <a:cubicBezTo>
                    <a:pt x="1525" y="0"/>
                    <a:pt x="1049" y="190"/>
                    <a:pt x="693" y="546"/>
                  </a:cubicBezTo>
                  <a:cubicBezTo>
                    <a:pt x="160" y="1079"/>
                    <a:pt x="1" y="1880"/>
                    <a:pt x="289" y="2576"/>
                  </a:cubicBezTo>
                  <a:cubicBezTo>
                    <a:pt x="578" y="3273"/>
                    <a:pt x="1257" y="3726"/>
                    <a:pt x="2010" y="3726"/>
                  </a:cubicBezTo>
                  <a:cubicBezTo>
                    <a:pt x="3038" y="3725"/>
                    <a:pt x="3871" y="2891"/>
                    <a:pt x="3873" y="1863"/>
                  </a:cubicBezTo>
                  <a:cubicBezTo>
                    <a:pt x="3871" y="1109"/>
                    <a:pt x="3418" y="430"/>
                    <a:pt x="2722" y="142"/>
                  </a:cubicBezTo>
                  <a:cubicBezTo>
                    <a:pt x="2492" y="47"/>
                    <a:pt x="2250" y="0"/>
                    <a:pt x="2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3904;p64">
              <a:extLst>
                <a:ext uri="{FF2B5EF4-FFF2-40B4-BE49-F238E27FC236}">
                  <a16:creationId xmlns:a16="http://schemas.microsoft.com/office/drawing/2014/main" id="{DC79F4B8-36C9-BAAF-B7F4-65008352E3BA}"/>
                </a:ext>
              </a:extLst>
            </p:cNvPr>
            <p:cNvSpPr/>
            <p:nvPr/>
          </p:nvSpPr>
          <p:spPr>
            <a:xfrm>
              <a:off x="3330175" y="659725"/>
              <a:ext cx="1007825" cy="653450"/>
            </a:xfrm>
            <a:custGeom>
              <a:avLst/>
              <a:gdLst/>
              <a:ahLst/>
              <a:cxnLst/>
              <a:rect l="l" t="t" r="r" b="b"/>
              <a:pathLst>
                <a:path w="40313" h="26138" extrusionOk="0">
                  <a:moveTo>
                    <a:pt x="1" y="0"/>
                  </a:moveTo>
                  <a:lnTo>
                    <a:pt x="1" y="26137"/>
                  </a:lnTo>
                  <a:lnTo>
                    <a:pt x="40313" y="26137"/>
                  </a:lnTo>
                  <a:lnTo>
                    <a:pt x="403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3905;p64">
              <a:extLst>
                <a:ext uri="{FF2B5EF4-FFF2-40B4-BE49-F238E27FC236}">
                  <a16:creationId xmlns:a16="http://schemas.microsoft.com/office/drawing/2014/main" id="{8BED1540-709A-77B2-B59C-BC8EBA7EE57D}"/>
                </a:ext>
              </a:extLst>
            </p:cNvPr>
            <p:cNvSpPr/>
            <p:nvPr/>
          </p:nvSpPr>
          <p:spPr>
            <a:xfrm>
              <a:off x="3322950" y="652525"/>
              <a:ext cx="1022250" cy="667850"/>
            </a:xfrm>
            <a:custGeom>
              <a:avLst/>
              <a:gdLst/>
              <a:ahLst/>
              <a:cxnLst/>
              <a:rect l="l" t="t" r="r" b="b"/>
              <a:pathLst>
                <a:path w="40890" h="26714" extrusionOk="0">
                  <a:moveTo>
                    <a:pt x="40313" y="576"/>
                  </a:moveTo>
                  <a:lnTo>
                    <a:pt x="40313" y="26137"/>
                  </a:lnTo>
                  <a:lnTo>
                    <a:pt x="578" y="26137"/>
                  </a:lnTo>
                  <a:lnTo>
                    <a:pt x="578" y="576"/>
                  </a:lnTo>
                  <a:close/>
                  <a:moveTo>
                    <a:pt x="290" y="0"/>
                  </a:moveTo>
                  <a:cubicBezTo>
                    <a:pt x="130" y="0"/>
                    <a:pt x="1" y="130"/>
                    <a:pt x="1" y="288"/>
                  </a:cubicBezTo>
                  <a:lnTo>
                    <a:pt x="1" y="26425"/>
                  </a:lnTo>
                  <a:cubicBezTo>
                    <a:pt x="1" y="26584"/>
                    <a:pt x="130" y="26713"/>
                    <a:pt x="290" y="26713"/>
                  </a:cubicBezTo>
                  <a:lnTo>
                    <a:pt x="40601" y="26713"/>
                  </a:lnTo>
                  <a:cubicBezTo>
                    <a:pt x="40760" y="26713"/>
                    <a:pt x="40890" y="26584"/>
                    <a:pt x="40890" y="26425"/>
                  </a:cubicBezTo>
                  <a:lnTo>
                    <a:pt x="40890" y="288"/>
                  </a:lnTo>
                  <a:cubicBezTo>
                    <a:pt x="40890" y="130"/>
                    <a:pt x="40760" y="0"/>
                    <a:pt x="40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3906;p64">
              <a:extLst>
                <a:ext uri="{FF2B5EF4-FFF2-40B4-BE49-F238E27FC236}">
                  <a16:creationId xmlns:a16="http://schemas.microsoft.com/office/drawing/2014/main" id="{CEE84138-98C0-FFDC-FCB3-9D6BC3D6A1DC}"/>
                </a:ext>
              </a:extLst>
            </p:cNvPr>
            <p:cNvSpPr/>
            <p:nvPr/>
          </p:nvSpPr>
          <p:spPr>
            <a:xfrm>
              <a:off x="3379200" y="701150"/>
              <a:ext cx="912950" cy="565175"/>
            </a:xfrm>
            <a:custGeom>
              <a:avLst/>
              <a:gdLst/>
              <a:ahLst/>
              <a:cxnLst/>
              <a:rect l="l" t="t" r="r" b="b"/>
              <a:pathLst>
                <a:path w="36518" h="22607" extrusionOk="0">
                  <a:moveTo>
                    <a:pt x="1" y="1"/>
                  </a:moveTo>
                  <a:lnTo>
                    <a:pt x="1" y="22607"/>
                  </a:lnTo>
                  <a:lnTo>
                    <a:pt x="36518" y="22607"/>
                  </a:lnTo>
                  <a:lnTo>
                    <a:pt x="36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3907;p64">
              <a:extLst>
                <a:ext uri="{FF2B5EF4-FFF2-40B4-BE49-F238E27FC236}">
                  <a16:creationId xmlns:a16="http://schemas.microsoft.com/office/drawing/2014/main" id="{1A3007CC-98CF-3828-B513-6550B5E8EC3D}"/>
                </a:ext>
              </a:extLst>
            </p:cNvPr>
            <p:cNvSpPr/>
            <p:nvPr/>
          </p:nvSpPr>
          <p:spPr>
            <a:xfrm>
              <a:off x="3372050" y="693950"/>
              <a:ext cx="927300" cy="579575"/>
            </a:xfrm>
            <a:custGeom>
              <a:avLst/>
              <a:gdLst/>
              <a:ahLst/>
              <a:cxnLst/>
              <a:rect l="l" t="t" r="r" b="b"/>
              <a:pathLst>
                <a:path w="37092" h="23183" extrusionOk="0">
                  <a:moveTo>
                    <a:pt x="36516" y="577"/>
                  </a:moveTo>
                  <a:lnTo>
                    <a:pt x="36516" y="22607"/>
                  </a:lnTo>
                  <a:lnTo>
                    <a:pt x="576" y="22607"/>
                  </a:lnTo>
                  <a:lnTo>
                    <a:pt x="576" y="577"/>
                  </a:lnTo>
                  <a:close/>
                  <a:moveTo>
                    <a:pt x="288" y="1"/>
                  </a:moveTo>
                  <a:cubicBezTo>
                    <a:pt x="129" y="1"/>
                    <a:pt x="0" y="129"/>
                    <a:pt x="0" y="289"/>
                  </a:cubicBezTo>
                  <a:lnTo>
                    <a:pt x="0" y="22895"/>
                  </a:lnTo>
                  <a:cubicBezTo>
                    <a:pt x="0" y="23053"/>
                    <a:pt x="129" y="23183"/>
                    <a:pt x="288" y="23183"/>
                  </a:cubicBezTo>
                  <a:lnTo>
                    <a:pt x="36804" y="23183"/>
                  </a:lnTo>
                  <a:cubicBezTo>
                    <a:pt x="36963" y="23183"/>
                    <a:pt x="37092" y="23053"/>
                    <a:pt x="37092" y="22895"/>
                  </a:cubicBezTo>
                  <a:lnTo>
                    <a:pt x="37092" y="289"/>
                  </a:lnTo>
                  <a:cubicBezTo>
                    <a:pt x="37092" y="129"/>
                    <a:pt x="36963" y="1"/>
                    <a:pt x="368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3908;p64">
              <a:extLst>
                <a:ext uri="{FF2B5EF4-FFF2-40B4-BE49-F238E27FC236}">
                  <a16:creationId xmlns:a16="http://schemas.microsoft.com/office/drawing/2014/main" id="{D397B45D-E26F-827B-1ACB-A73D85FF9EA3}"/>
                </a:ext>
              </a:extLst>
            </p:cNvPr>
            <p:cNvSpPr/>
            <p:nvPr/>
          </p:nvSpPr>
          <p:spPr>
            <a:xfrm>
              <a:off x="3422700" y="927050"/>
              <a:ext cx="223600" cy="244550"/>
            </a:xfrm>
            <a:custGeom>
              <a:avLst/>
              <a:gdLst/>
              <a:ahLst/>
              <a:cxnLst/>
              <a:rect l="l" t="t" r="r" b="b"/>
              <a:pathLst>
                <a:path w="8944" h="9782" extrusionOk="0">
                  <a:moveTo>
                    <a:pt x="4472" y="0"/>
                  </a:moveTo>
                  <a:cubicBezTo>
                    <a:pt x="2002" y="0"/>
                    <a:pt x="0" y="4238"/>
                    <a:pt x="0" y="6708"/>
                  </a:cubicBezTo>
                  <a:cubicBezTo>
                    <a:pt x="0" y="9177"/>
                    <a:pt x="2002" y="9782"/>
                    <a:pt x="4472" y="9782"/>
                  </a:cubicBezTo>
                  <a:cubicBezTo>
                    <a:pt x="6941" y="9782"/>
                    <a:pt x="8943" y="9177"/>
                    <a:pt x="8943" y="6708"/>
                  </a:cubicBezTo>
                  <a:cubicBezTo>
                    <a:pt x="8943" y="4238"/>
                    <a:pt x="6941" y="0"/>
                    <a:pt x="4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3909;p64">
              <a:extLst>
                <a:ext uri="{FF2B5EF4-FFF2-40B4-BE49-F238E27FC236}">
                  <a16:creationId xmlns:a16="http://schemas.microsoft.com/office/drawing/2014/main" id="{E030B24C-31C5-4307-A86E-1068C8BB9C40}"/>
                </a:ext>
              </a:extLst>
            </p:cNvPr>
            <p:cNvSpPr/>
            <p:nvPr/>
          </p:nvSpPr>
          <p:spPr>
            <a:xfrm>
              <a:off x="3415500" y="919850"/>
              <a:ext cx="238000" cy="258975"/>
            </a:xfrm>
            <a:custGeom>
              <a:avLst/>
              <a:gdLst/>
              <a:ahLst/>
              <a:cxnLst/>
              <a:rect l="l" t="t" r="r" b="b"/>
              <a:pathLst>
                <a:path w="9520" h="10359" extrusionOk="0">
                  <a:moveTo>
                    <a:pt x="4760" y="577"/>
                  </a:moveTo>
                  <a:cubicBezTo>
                    <a:pt x="6988" y="577"/>
                    <a:pt x="8943" y="4577"/>
                    <a:pt x="8943" y="6996"/>
                  </a:cubicBezTo>
                  <a:cubicBezTo>
                    <a:pt x="8943" y="8923"/>
                    <a:pt x="7653" y="9782"/>
                    <a:pt x="4760" y="9782"/>
                  </a:cubicBezTo>
                  <a:cubicBezTo>
                    <a:pt x="1867" y="9782"/>
                    <a:pt x="577" y="8923"/>
                    <a:pt x="577" y="6996"/>
                  </a:cubicBezTo>
                  <a:cubicBezTo>
                    <a:pt x="577" y="4577"/>
                    <a:pt x="2531" y="577"/>
                    <a:pt x="4760" y="577"/>
                  </a:cubicBezTo>
                  <a:close/>
                  <a:moveTo>
                    <a:pt x="4760" y="0"/>
                  </a:moveTo>
                  <a:cubicBezTo>
                    <a:pt x="2178" y="0"/>
                    <a:pt x="0" y="4297"/>
                    <a:pt x="0" y="6996"/>
                  </a:cubicBezTo>
                  <a:cubicBezTo>
                    <a:pt x="0" y="10359"/>
                    <a:pt x="3583" y="10359"/>
                    <a:pt x="4760" y="10359"/>
                  </a:cubicBezTo>
                  <a:cubicBezTo>
                    <a:pt x="5937" y="10359"/>
                    <a:pt x="9519" y="10359"/>
                    <a:pt x="9519" y="6996"/>
                  </a:cubicBezTo>
                  <a:cubicBezTo>
                    <a:pt x="9519" y="4298"/>
                    <a:pt x="7341" y="0"/>
                    <a:pt x="47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3910;p64">
              <a:extLst>
                <a:ext uri="{FF2B5EF4-FFF2-40B4-BE49-F238E27FC236}">
                  <a16:creationId xmlns:a16="http://schemas.microsoft.com/office/drawing/2014/main" id="{CB8BAEFD-D250-9513-74F3-4B896ADBC660}"/>
                </a:ext>
              </a:extLst>
            </p:cNvPr>
            <p:cNvSpPr/>
            <p:nvPr/>
          </p:nvSpPr>
          <p:spPr>
            <a:xfrm>
              <a:off x="3457625" y="794325"/>
              <a:ext cx="153725" cy="153725"/>
            </a:xfrm>
            <a:custGeom>
              <a:avLst/>
              <a:gdLst/>
              <a:ahLst/>
              <a:cxnLst/>
              <a:rect l="l" t="t" r="r" b="b"/>
              <a:pathLst>
                <a:path w="6149" h="6149" extrusionOk="0">
                  <a:moveTo>
                    <a:pt x="3075" y="0"/>
                  </a:moveTo>
                  <a:cubicBezTo>
                    <a:pt x="1376" y="0"/>
                    <a:pt x="0" y="1376"/>
                    <a:pt x="0" y="3075"/>
                  </a:cubicBezTo>
                  <a:cubicBezTo>
                    <a:pt x="0" y="4772"/>
                    <a:pt x="1376" y="6149"/>
                    <a:pt x="3075" y="6149"/>
                  </a:cubicBezTo>
                  <a:cubicBezTo>
                    <a:pt x="4773" y="6149"/>
                    <a:pt x="6149" y="4772"/>
                    <a:pt x="6149" y="3075"/>
                  </a:cubicBezTo>
                  <a:cubicBezTo>
                    <a:pt x="6149" y="1376"/>
                    <a:pt x="4773" y="0"/>
                    <a:pt x="3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3911;p64">
              <a:extLst>
                <a:ext uri="{FF2B5EF4-FFF2-40B4-BE49-F238E27FC236}">
                  <a16:creationId xmlns:a16="http://schemas.microsoft.com/office/drawing/2014/main" id="{1CC3ADD3-8B13-8FC2-918A-FDF4301320B6}"/>
                </a:ext>
              </a:extLst>
            </p:cNvPr>
            <p:cNvSpPr/>
            <p:nvPr/>
          </p:nvSpPr>
          <p:spPr>
            <a:xfrm>
              <a:off x="3450425" y="787100"/>
              <a:ext cx="168125" cy="168150"/>
            </a:xfrm>
            <a:custGeom>
              <a:avLst/>
              <a:gdLst/>
              <a:ahLst/>
              <a:cxnLst/>
              <a:rect l="l" t="t" r="r" b="b"/>
              <a:pathLst>
                <a:path w="6725" h="6726" extrusionOk="0">
                  <a:moveTo>
                    <a:pt x="3363" y="577"/>
                  </a:moveTo>
                  <a:cubicBezTo>
                    <a:pt x="4899" y="577"/>
                    <a:pt x="6149" y="1827"/>
                    <a:pt x="6149" y="3362"/>
                  </a:cubicBezTo>
                  <a:cubicBezTo>
                    <a:pt x="6149" y="4899"/>
                    <a:pt x="4899" y="6149"/>
                    <a:pt x="3363" y="6149"/>
                  </a:cubicBezTo>
                  <a:cubicBezTo>
                    <a:pt x="1826" y="6149"/>
                    <a:pt x="576" y="4899"/>
                    <a:pt x="576" y="3362"/>
                  </a:cubicBezTo>
                  <a:cubicBezTo>
                    <a:pt x="576" y="1827"/>
                    <a:pt x="1826" y="577"/>
                    <a:pt x="3363" y="577"/>
                  </a:cubicBezTo>
                  <a:close/>
                  <a:moveTo>
                    <a:pt x="3363" y="0"/>
                  </a:moveTo>
                  <a:cubicBezTo>
                    <a:pt x="1508" y="0"/>
                    <a:pt x="1" y="1509"/>
                    <a:pt x="1" y="3362"/>
                  </a:cubicBezTo>
                  <a:cubicBezTo>
                    <a:pt x="1" y="5217"/>
                    <a:pt x="1508" y="6726"/>
                    <a:pt x="3363" y="6726"/>
                  </a:cubicBezTo>
                  <a:cubicBezTo>
                    <a:pt x="5217" y="6726"/>
                    <a:pt x="6725" y="5217"/>
                    <a:pt x="6725" y="3362"/>
                  </a:cubicBezTo>
                  <a:cubicBezTo>
                    <a:pt x="6725" y="1509"/>
                    <a:pt x="5217" y="0"/>
                    <a:pt x="3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3912;p64">
              <a:extLst>
                <a:ext uri="{FF2B5EF4-FFF2-40B4-BE49-F238E27FC236}">
                  <a16:creationId xmlns:a16="http://schemas.microsoft.com/office/drawing/2014/main" id="{1600393C-9BDA-E957-4207-01F5DCB95D95}"/>
                </a:ext>
              </a:extLst>
            </p:cNvPr>
            <p:cNvSpPr/>
            <p:nvPr/>
          </p:nvSpPr>
          <p:spPr>
            <a:xfrm>
              <a:off x="3743650" y="794325"/>
              <a:ext cx="215150" cy="28800"/>
            </a:xfrm>
            <a:custGeom>
              <a:avLst/>
              <a:gdLst/>
              <a:ahLst/>
              <a:cxnLst/>
              <a:rect l="l" t="t" r="r" b="b"/>
              <a:pathLst>
                <a:path w="8606" h="1152" extrusionOk="0">
                  <a:moveTo>
                    <a:pt x="8031" y="0"/>
                  </a:moveTo>
                  <a:cubicBezTo>
                    <a:pt x="8030" y="0"/>
                    <a:pt x="8030" y="0"/>
                    <a:pt x="8029" y="0"/>
                  </a:cubicBezTo>
                  <a:lnTo>
                    <a:pt x="577" y="0"/>
                  </a:lnTo>
                  <a:cubicBezTo>
                    <a:pt x="259" y="0"/>
                    <a:pt x="1" y="258"/>
                    <a:pt x="1" y="576"/>
                  </a:cubicBezTo>
                  <a:cubicBezTo>
                    <a:pt x="1" y="894"/>
                    <a:pt x="259" y="1152"/>
                    <a:pt x="577" y="1152"/>
                  </a:cubicBezTo>
                  <a:lnTo>
                    <a:pt x="8029" y="1152"/>
                  </a:lnTo>
                  <a:cubicBezTo>
                    <a:pt x="8348" y="1152"/>
                    <a:pt x="8606" y="894"/>
                    <a:pt x="8606" y="576"/>
                  </a:cubicBezTo>
                  <a:cubicBezTo>
                    <a:pt x="8606" y="259"/>
                    <a:pt x="8349" y="0"/>
                    <a:pt x="8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3913;p64">
              <a:extLst>
                <a:ext uri="{FF2B5EF4-FFF2-40B4-BE49-F238E27FC236}">
                  <a16:creationId xmlns:a16="http://schemas.microsoft.com/office/drawing/2014/main" id="{C8E0485C-1CEE-7450-C668-69F6EAD34659}"/>
                </a:ext>
              </a:extLst>
            </p:cNvPr>
            <p:cNvSpPr/>
            <p:nvPr/>
          </p:nvSpPr>
          <p:spPr>
            <a:xfrm>
              <a:off x="3743650" y="875050"/>
              <a:ext cx="215150" cy="28850"/>
            </a:xfrm>
            <a:custGeom>
              <a:avLst/>
              <a:gdLst/>
              <a:ahLst/>
              <a:cxnLst/>
              <a:rect l="l" t="t" r="r" b="b"/>
              <a:pathLst>
                <a:path w="8606" h="1154" extrusionOk="0">
                  <a:moveTo>
                    <a:pt x="577" y="0"/>
                  </a:moveTo>
                  <a:cubicBezTo>
                    <a:pt x="259" y="0"/>
                    <a:pt x="1" y="258"/>
                    <a:pt x="1" y="576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8029" y="1153"/>
                  </a:lnTo>
                  <a:cubicBezTo>
                    <a:pt x="8348" y="1153"/>
                    <a:pt x="8606" y="895"/>
                    <a:pt x="8606" y="576"/>
                  </a:cubicBezTo>
                  <a:cubicBezTo>
                    <a:pt x="8606" y="258"/>
                    <a:pt x="8348" y="0"/>
                    <a:pt x="80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3914;p64">
              <a:extLst>
                <a:ext uri="{FF2B5EF4-FFF2-40B4-BE49-F238E27FC236}">
                  <a16:creationId xmlns:a16="http://schemas.microsoft.com/office/drawing/2014/main" id="{B9F880B7-4B7F-7DB6-1BD5-DD91FB098EB9}"/>
                </a:ext>
              </a:extLst>
            </p:cNvPr>
            <p:cNvSpPr/>
            <p:nvPr/>
          </p:nvSpPr>
          <p:spPr>
            <a:xfrm>
              <a:off x="3743650" y="1017875"/>
              <a:ext cx="463550" cy="28825"/>
            </a:xfrm>
            <a:custGeom>
              <a:avLst/>
              <a:gdLst/>
              <a:ahLst/>
              <a:cxnLst/>
              <a:rect l="l" t="t" r="r" b="b"/>
              <a:pathLst>
                <a:path w="18542" h="1153" extrusionOk="0">
                  <a:moveTo>
                    <a:pt x="577" y="0"/>
                  </a:moveTo>
                  <a:cubicBezTo>
                    <a:pt x="259" y="0"/>
                    <a:pt x="1" y="258"/>
                    <a:pt x="1" y="577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17966" y="1153"/>
                  </a:lnTo>
                  <a:cubicBezTo>
                    <a:pt x="18284" y="1153"/>
                    <a:pt x="18542" y="895"/>
                    <a:pt x="18542" y="577"/>
                  </a:cubicBezTo>
                  <a:cubicBezTo>
                    <a:pt x="18542" y="258"/>
                    <a:pt x="18284" y="0"/>
                    <a:pt x="179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3915;p64">
              <a:extLst>
                <a:ext uri="{FF2B5EF4-FFF2-40B4-BE49-F238E27FC236}">
                  <a16:creationId xmlns:a16="http://schemas.microsoft.com/office/drawing/2014/main" id="{2A1E52AA-E743-FF4C-D85E-E15ADCACDECB}"/>
                </a:ext>
              </a:extLst>
            </p:cNvPr>
            <p:cNvSpPr/>
            <p:nvPr/>
          </p:nvSpPr>
          <p:spPr>
            <a:xfrm>
              <a:off x="3743650" y="1123450"/>
              <a:ext cx="463550" cy="28850"/>
            </a:xfrm>
            <a:custGeom>
              <a:avLst/>
              <a:gdLst/>
              <a:ahLst/>
              <a:cxnLst/>
              <a:rect l="l" t="t" r="r" b="b"/>
              <a:pathLst>
                <a:path w="18542" h="1154" extrusionOk="0">
                  <a:moveTo>
                    <a:pt x="577" y="1"/>
                  </a:moveTo>
                  <a:cubicBezTo>
                    <a:pt x="259" y="1"/>
                    <a:pt x="1" y="258"/>
                    <a:pt x="1" y="576"/>
                  </a:cubicBezTo>
                  <a:cubicBezTo>
                    <a:pt x="1" y="895"/>
                    <a:pt x="259" y="1153"/>
                    <a:pt x="577" y="1153"/>
                  </a:cubicBezTo>
                  <a:lnTo>
                    <a:pt x="17966" y="1153"/>
                  </a:lnTo>
                  <a:cubicBezTo>
                    <a:pt x="18284" y="1153"/>
                    <a:pt x="18542" y="895"/>
                    <a:pt x="18542" y="576"/>
                  </a:cubicBezTo>
                  <a:cubicBezTo>
                    <a:pt x="18542" y="258"/>
                    <a:pt x="18284" y="1"/>
                    <a:pt x="179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3916;p64">
              <a:extLst>
                <a:ext uri="{FF2B5EF4-FFF2-40B4-BE49-F238E27FC236}">
                  <a16:creationId xmlns:a16="http://schemas.microsoft.com/office/drawing/2014/main" id="{2F499EF4-87EB-9322-2927-80F0528E7586}"/>
                </a:ext>
              </a:extLst>
            </p:cNvPr>
            <p:cNvSpPr/>
            <p:nvPr/>
          </p:nvSpPr>
          <p:spPr>
            <a:xfrm>
              <a:off x="4883650" y="1032825"/>
              <a:ext cx="917400" cy="558175"/>
            </a:xfrm>
            <a:custGeom>
              <a:avLst/>
              <a:gdLst/>
              <a:ahLst/>
              <a:cxnLst/>
              <a:rect l="l" t="t" r="r" b="b"/>
              <a:pathLst>
                <a:path w="36696" h="22327" extrusionOk="0">
                  <a:moveTo>
                    <a:pt x="88" y="1"/>
                  </a:moveTo>
                  <a:cubicBezTo>
                    <a:pt x="38" y="1"/>
                    <a:pt x="0" y="40"/>
                    <a:pt x="0" y="88"/>
                  </a:cubicBezTo>
                  <a:lnTo>
                    <a:pt x="0" y="22239"/>
                  </a:lnTo>
                  <a:cubicBezTo>
                    <a:pt x="0" y="22287"/>
                    <a:pt x="38" y="22326"/>
                    <a:pt x="88" y="22326"/>
                  </a:cubicBezTo>
                  <a:lnTo>
                    <a:pt x="36608" y="22326"/>
                  </a:lnTo>
                  <a:cubicBezTo>
                    <a:pt x="36656" y="22326"/>
                    <a:pt x="36696" y="22287"/>
                    <a:pt x="36696" y="22239"/>
                  </a:cubicBezTo>
                  <a:lnTo>
                    <a:pt x="36696" y="88"/>
                  </a:lnTo>
                  <a:cubicBezTo>
                    <a:pt x="36696" y="40"/>
                    <a:pt x="36656" y="1"/>
                    <a:pt x="36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3917;p64">
              <a:extLst>
                <a:ext uri="{FF2B5EF4-FFF2-40B4-BE49-F238E27FC236}">
                  <a16:creationId xmlns:a16="http://schemas.microsoft.com/office/drawing/2014/main" id="{AE7C3C06-40B1-A9D2-BB4A-F41633725A4C}"/>
                </a:ext>
              </a:extLst>
            </p:cNvPr>
            <p:cNvSpPr/>
            <p:nvPr/>
          </p:nvSpPr>
          <p:spPr>
            <a:xfrm>
              <a:off x="4869250" y="1018450"/>
              <a:ext cx="946225" cy="586925"/>
            </a:xfrm>
            <a:custGeom>
              <a:avLst/>
              <a:gdLst/>
              <a:ahLst/>
              <a:cxnLst/>
              <a:rect l="l" t="t" r="r" b="b"/>
              <a:pathLst>
                <a:path w="37849" h="23477" extrusionOk="0">
                  <a:moveTo>
                    <a:pt x="33913" y="1153"/>
                  </a:moveTo>
                  <a:cubicBezTo>
                    <a:pt x="35447" y="1153"/>
                    <a:pt x="36696" y="2400"/>
                    <a:pt x="36696" y="3934"/>
                  </a:cubicBezTo>
                  <a:lnTo>
                    <a:pt x="36696" y="19543"/>
                  </a:lnTo>
                  <a:cubicBezTo>
                    <a:pt x="36696" y="21077"/>
                    <a:pt x="35447" y="22325"/>
                    <a:pt x="33913" y="22325"/>
                  </a:cubicBezTo>
                  <a:lnTo>
                    <a:pt x="3933" y="22325"/>
                  </a:lnTo>
                  <a:cubicBezTo>
                    <a:pt x="2399" y="22325"/>
                    <a:pt x="1152" y="21077"/>
                    <a:pt x="1152" y="19543"/>
                  </a:cubicBezTo>
                  <a:lnTo>
                    <a:pt x="1152" y="3934"/>
                  </a:lnTo>
                  <a:cubicBezTo>
                    <a:pt x="1152" y="2400"/>
                    <a:pt x="2399" y="1153"/>
                    <a:pt x="3933" y="1153"/>
                  </a:cubicBezTo>
                  <a:close/>
                  <a:moveTo>
                    <a:pt x="3933" y="0"/>
                  </a:moveTo>
                  <a:cubicBezTo>
                    <a:pt x="1765" y="0"/>
                    <a:pt x="0" y="1765"/>
                    <a:pt x="0" y="3934"/>
                  </a:cubicBezTo>
                  <a:lnTo>
                    <a:pt x="0" y="19543"/>
                  </a:lnTo>
                  <a:cubicBezTo>
                    <a:pt x="0" y="21712"/>
                    <a:pt x="1765" y="23477"/>
                    <a:pt x="3933" y="23477"/>
                  </a:cubicBezTo>
                  <a:lnTo>
                    <a:pt x="33913" y="23477"/>
                  </a:lnTo>
                  <a:cubicBezTo>
                    <a:pt x="36083" y="23477"/>
                    <a:pt x="37849" y="21712"/>
                    <a:pt x="37849" y="19543"/>
                  </a:cubicBezTo>
                  <a:lnTo>
                    <a:pt x="37849" y="3934"/>
                  </a:lnTo>
                  <a:cubicBezTo>
                    <a:pt x="37849" y="1765"/>
                    <a:pt x="36083" y="0"/>
                    <a:pt x="33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3918;p64">
              <a:extLst>
                <a:ext uri="{FF2B5EF4-FFF2-40B4-BE49-F238E27FC236}">
                  <a16:creationId xmlns:a16="http://schemas.microsoft.com/office/drawing/2014/main" id="{D1A3509E-F7D2-D704-52C9-81B06ECD0710}"/>
                </a:ext>
              </a:extLst>
            </p:cNvPr>
            <p:cNvSpPr/>
            <p:nvPr/>
          </p:nvSpPr>
          <p:spPr>
            <a:xfrm>
              <a:off x="4883650" y="1032825"/>
              <a:ext cx="917400" cy="275225"/>
            </a:xfrm>
            <a:custGeom>
              <a:avLst/>
              <a:gdLst/>
              <a:ahLst/>
              <a:cxnLst/>
              <a:rect l="l" t="t" r="r" b="b"/>
              <a:pathLst>
                <a:path w="36696" h="11009" extrusionOk="0">
                  <a:moveTo>
                    <a:pt x="1674" y="1"/>
                  </a:moveTo>
                  <a:cubicBezTo>
                    <a:pt x="750" y="1"/>
                    <a:pt x="0" y="751"/>
                    <a:pt x="0" y="1675"/>
                  </a:cubicBezTo>
                  <a:lnTo>
                    <a:pt x="0" y="2139"/>
                  </a:lnTo>
                  <a:lnTo>
                    <a:pt x="16574" y="10645"/>
                  </a:lnTo>
                  <a:cubicBezTo>
                    <a:pt x="17073" y="10888"/>
                    <a:pt x="17613" y="11009"/>
                    <a:pt x="18154" y="11009"/>
                  </a:cubicBezTo>
                  <a:cubicBezTo>
                    <a:pt x="18724" y="11009"/>
                    <a:pt x="19293" y="10874"/>
                    <a:pt x="19812" y="10605"/>
                  </a:cubicBezTo>
                  <a:lnTo>
                    <a:pt x="36696" y="2065"/>
                  </a:lnTo>
                  <a:lnTo>
                    <a:pt x="36696" y="1675"/>
                  </a:lnTo>
                  <a:cubicBezTo>
                    <a:pt x="36696" y="751"/>
                    <a:pt x="35946" y="1"/>
                    <a:pt x="350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3919;p64">
              <a:extLst>
                <a:ext uri="{FF2B5EF4-FFF2-40B4-BE49-F238E27FC236}">
                  <a16:creationId xmlns:a16="http://schemas.microsoft.com/office/drawing/2014/main" id="{775A337A-DB48-073F-E780-31B26BAA8DA1}"/>
                </a:ext>
              </a:extLst>
            </p:cNvPr>
            <p:cNvSpPr/>
            <p:nvPr/>
          </p:nvSpPr>
          <p:spPr>
            <a:xfrm>
              <a:off x="4869225" y="1018400"/>
              <a:ext cx="946225" cy="304000"/>
            </a:xfrm>
            <a:custGeom>
              <a:avLst/>
              <a:gdLst/>
              <a:ahLst/>
              <a:cxnLst/>
              <a:rect l="l" t="t" r="r" b="b"/>
              <a:pathLst>
                <a:path w="37849" h="12160" extrusionOk="0">
                  <a:moveTo>
                    <a:pt x="35598" y="1155"/>
                  </a:moveTo>
                  <a:cubicBezTo>
                    <a:pt x="36205" y="1155"/>
                    <a:pt x="36696" y="1647"/>
                    <a:pt x="36697" y="2252"/>
                  </a:cubicBezTo>
                  <a:lnTo>
                    <a:pt x="36697" y="2288"/>
                  </a:lnTo>
                  <a:lnTo>
                    <a:pt x="20130" y="10669"/>
                  </a:lnTo>
                  <a:cubicBezTo>
                    <a:pt x="20128" y="10669"/>
                    <a:pt x="20127" y="10670"/>
                    <a:pt x="20126" y="10671"/>
                  </a:cubicBezTo>
                  <a:cubicBezTo>
                    <a:pt x="19689" y="10897"/>
                    <a:pt x="19207" y="11010"/>
                    <a:pt x="18727" y="11010"/>
                  </a:cubicBezTo>
                  <a:cubicBezTo>
                    <a:pt x="18275" y="11010"/>
                    <a:pt x="17824" y="10910"/>
                    <a:pt x="17414" y="10710"/>
                  </a:cubicBezTo>
                  <a:lnTo>
                    <a:pt x="1153" y="2365"/>
                  </a:lnTo>
                  <a:lnTo>
                    <a:pt x="1153" y="2252"/>
                  </a:lnTo>
                  <a:cubicBezTo>
                    <a:pt x="1154" y="1647"/>
                    <a:pt x="1645" y="1155"/>
                    <a:pt x="2251" y="1155"/>
                  </a:cubicBezTo>
                  <a:close/>
                  <a:moveTo>
                    <a:pt x="2250" y="1"/>
                  </a:moveTo>
                  <a:cubicBezTo>
                    <a:pt x="1010" y="1"/>
                    <a:pt x="0" y="1011"/>
                    <a:pt x="0" y="2252"/>
                  </a:cubicBezTo>
                  <a:lnTo>
                    <a:pt x="0" y="2716"/>
                  </a:lnTo>
                  <a:cubicBezTo>
                    <a:pt x="0" y="2932"/>
                    <a:pt x="121" y="3130"/>
                    <a:pt x="313" y="3229"/>
                  </a:cubicBezTo>
                  <a:lnTo>
                    <a:pt x="16899" y="11740"/>
                  </a:lnTo>
                  <a:cubicBezTo>
                    <a:pt x="17466" y="12016"/>
                    <a:pt x="18091" y="12160"/>
                    <a:pt x="18723" y="12160"/>
                  </a:cubicBezTo>
                  <a:cubicBezTo>
                    <a:pt x="18725" y="12160"/>
                    <a:pt x="18728" y="12160"/>
                    <a:pt x="18731" y="12160"/>
                  </a:cubicBezTo>
                  <a:cubicBezTo>
                    <a:pt x="18733" y="12160"/>
                    <a:pt x="18736" y="12160"/>
                    <a:pt x="18738" y="12160"/>
                  </a:cubicBezTo>
                  <a:cubicBezTo>
                    <a:pt x="19404" y="12160"/>
                    <a:pt x="20059" y="12000"/>
                    <a:pt x="20652" y="11694"/>
                  </a:cubicBezTo>
                  <a:lnTo>
                    <a:pt x="37533" y="3155"/>
                  </a:lnTo>
                  <a:cubicBezTo>
                    <a:pt x="37726" y="3057"/>
                    <a:pt x="37849" y="2859"/>
                    <a:pt x="37849" y="2642"/>
                  </a:cubicBezTo>
                  <a:lnTo>
                    <a:pt x="37849" y="2252"/>
                  </a:lnTo>
                  <a:cubicBezTo>
                    <a:pt x="37849" y="1011"/>
                    <a:pt x="36840" y="1"/>
                    <a:pt x="35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3920;p64">
              <a:extLst>
                <a:ext uri="{FF2B5EF4-FFF2-40B4-BE49-F238E27FC236}">
                  <a16:creationId xmlns:a16="http://schemas.microsoft.com/office/drawing/2014/main" id="{AC90B509-08E8-6D64-3996-E8DB9A2605D5}"/>
                </a:ext>
              </a:extLst>
            </p:cNvPr>
            <p:cNvSpPr/>
            <p:nvPr/>
          </p:nvSpPr>
          <p:spPr>
            <a:xfrm>
              <a:off x="5394725" y="2005800"/>
              <a:ext cx="927275" cy="468050"/>
            </a:xfrm>
            <a:custGeom>
              <a:avLst/>
              <a:gdLst/>
              <a:ahLst/>
              <a:cxnLst/>
              <a:rect l="l" t="t" r="r" b="b"/>
              <a:pathLst>
                <a:path w="37091" h="18722" extrusionOk="0">
                  <a:moveTo>
                    <a:pt x="62" y="0"/>
                  </a:moveTo>
                  <a:cubicBezTo>
                    <a:pt x="28" y="0"/>
                    <a:pt x="0" y="28"/>
                    <a:pt x="0" y="61"/>
                  </a:cubicBezTo>
                  <a:lnTo>
                    <a:pt x="0" y="18661"/>
                  </a:lnTo>
                  <a:cubicBezTo>
                    <a:pt x="0" y="18695"/>
                    <a:pt x="28" y="18721"/>
                    <a:pt x="62" y="18721"/>
                  </a:cubicBezTo>
                  <a:lnTo>
                    <a:pt x="37031" y="18721"/>
                  </a:lnTo>
                  <a:cubicBezTo>
                    <a:pt x="37064" y="18721"/>
                    <a:pt x="37091" y="18695"/>
                    <a:pt x="37091" y="18661"/>
                  </a:cubicBezTo>
                  <a:lnTo>
                    <a:pt x="37091" y="61"/>
                  </a:lnTo>
                  <a:cubicBezTo>
                    <a:pt x="37091" y="28"/>
                    <a:pt x="37064" y="0"/>
                    <a:pt x="37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3921;p64">
              <a:extLst>
                <a:ext uri="{FF2B5EF4-FFF2-40B4-BE49-F238E27FC236}">
                  <a16:creationId xmlns:a16="http://schemas.microsoft.com/office/drawing/2014/main" id="{00586FFF-DC2C-B618-E81C-E8B2E67EACE7}"/>
                </a:ext>
              </a:extLst>
            </p:cNvPr>
            <p:cNvSpPr/>
            <p:nvPr/>
          </p:nvSpPr>
          <p:spPr>
            <a:xfrm>
              <a:off x="5394725" y="2351400"/>
              <a:ext cx="140275" cy="251400"/>
            </a:xfrm>
            <a:custGeom>
              <a:avLst/>
              <a:gdLst/>
              <a:ahLst/>
              <a:cxnLst/>
              <a:rect l="l" t="t" r="r" b="b"/>
              <a:pathLst>
                <a:path w="5611" h="10056" extrusionOk="0">
                  <a:moveTo>
                    <a:pt x="0" y="1"/>
                  </a:moveTo>
                  <a:lnTo>
                    <a:pt x="0" y="10056"/>
                  </a:lnTo>
                  <a:lnTo>
                    <a:pt x="5610" y="35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3922;p64">
              <a:extLst>
                <a:ext uri="{FF2B5EF4-FFF2-40B4-BE49-F238E27FC236}">
                  <a16:creationId xmlns:a16="http://schemas.microsoft.com/office/drawing/2014/main" id="{88059802-EA2A-6DEB-CCB9-E9DD33CDE876}"/>
                </a:ext>
              </a:extLst>
            </p:cNvPr>
            <p:cNvSpPr/>
            <p:nvPr/>
          </p:nvSpPr>
          <p:spPr>
            <a:xfrm>
              <a:off x="5618200" y="2200325"/>
              <a:ext cx="99875" cy="96125"/>
            </a:xfrm>
            <a:custGeom>
              <a:avLst/>
              <a:gdLst/>
              <a:ahLst/>
              <a:cxnLst/>
              <a:rect l="l" t="t" r="r" b="b"/>
              <a:pathLst>
                <a:path w="3995" h="3845" extrusionOk="0">
                  <a:moveTo>
                    <a:pt x="2075" y="1"/>
                  </a:moveTo>
                  <a:cubicBezTo>
                    <a:pt x="1574" y="1"/>
                    <a:pt x="1082" y="196"/>
                    <a:pt x="714" y="564"/>
                  </a:cubicBezTo>
                  <a:cubicBezTo>
                    <a:pt x="165" y="1113"/>
                    <a:pt x="1" y="1939"/>
                    <a:pt x="297" y="2658"/>
                  </a:cubicBezTo>
                  <a:cubicBezTo>
                    <a:pt x="595" y="3375"/>
                    <a:pt x="1296" y="3844"/>
                    <a:pt x="2073" y="3844"/>
                  </a:cubicBezTo>
                  <a:cubicBezTo>
                    <a:pt x="3134" y="3844"/>
                    <a:pt x="3995" y="2983"/>
                    <a:pt x="3995" y="1923"/>
                  </a:cubicBezTo>
                  <a:cubicBezTo>
                    <a:pt x="3995" y="1145"/>
                    <a:pt x="3526" y="444"/>
                    <a:pt x="2809" y="146"/>
                  </a:cubicBezTo>
                  <a:cubicBezTo>
                    <a:pt x="2571" y="48"/>
                    <a:pt x="2322" y="1"/>
                    <a:pt x="20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3923;p64">
              <a:extLst>
                <a:ext uri="{FF2B5EF4-FFF2-40B4-BE49-F238E27FC236}">
                  <a16:creationId xmlns:a16="http://schemas.microsoft.com/office/drawing/2014/main" id="{266F0AA8-8D81-8EBA-EB23-30C13D914BE3}"/>
                </a:ext>
              </a:extLst>
            </p:cNvPr>
            <p:cNvSpPr/>
            <p:nvPr/>
          </p:nvSpPr>
          <p:spPr>
            <a:xfrm>
              <a:off x="5824050" y="2200325"/>
              <a:ext cx="99925" cy="96125"/>
            </a:xfrm>
            <a:custGeom>
              <a:avLst/>
              <a:gdLst/>
              <a:ahLst/>
              <a:cxnLst/>
              <a:rect l="l" t="t" r="r" b="b"/>
              <a:pathLst>
                <a:path w="3997" h="3845" extrusionOk="0">
                  <a:moveTo>
                    <a:pt x="2076" y="1"/>
                  </a:moveTo>
                  <a:cubicBezTo>
                    <a:pt x="1575" y="1"/>
                    <a:pt x="1084" y="196"/>
                    <a:pt x="716" y="564"/>
                  </a:cubicBezTo>
                  <a:cubicBezTo>
                    <a:pt x="165" y="1113"/>
                    <a:pt x="1" y="1939"/>
                    <a:pt x="298" y="2658"/>
                  </a:cubicBezTo>
                  <a:cubicBezTo>
                    <a:pt x="596" y="3375"/>
                    <a:pt x="1296" y="3844"/>
                    <a:pt x="2074" y="3844"/>
                  </a:cubicBezTo>
                  <a:cubicBezTo>
                    <a:pt x="3135" y="3844"/>
                    <a:pt x="3996" y="2983"/>
                    <a:pt x="3996" y="1923"/>
                  </a:cubicBezTo>
                  <a:cubicBezTo>
                    <a:pt x="3996" y="1145"/>
                    <a:pt x="3527" y="444"/>
                    <a:pt x="2809" y="146"/>
                  </a:cubicBezTo>
                  <a:cubicBezTo>
                    <a:pt x="2572" y="48"/>
                    <a:pt x="2323" y="1"/>
                    <a:pt x="20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3924;p64">
              <a:extLst>
                <a:ext uri="{FF2B5EF4-FFF2-40B4-BE49-F238E27FC236}">
                  <a16:creationId xmlns:a16="http://schemas.microsoft.com/office/drawing/2014/main" id="{F9F1AB7C-9D8C-EF47-2B35-B99ED9BA51E2}"/>
                </a:ext>
              </a:extLst>
            </p:cNvPr>
            <p:cNvSpPr/>
            <p:nvPr/>
          </p:nvSpPr>
          <p:spPr>
            <a:xfrm>
              <a:off x="6029975" y="2200325"/>
              <a:ext cx="99875" cy="96125"/>
            </a:xfrm>
            <a:custGeom>
              <a:avLst/>
              <a:gdLst/>
              <a:ahLst/>
              <a:cxnLst/>
              <a:rect l="l" t="t" r="r" b="b"/>
              <a:pathLst>
                <a:path w="3995" h="3845" extrusionOk="0">
                  <a:moveTo>
                    <a:pt x="2074" y="1"/>
                  </a:moveTo>
                  <a:cubicBezTo>
                    <a:pt x="1574" y="1"/>
                    <a:pt x="1082" y="196"/>
                    <a:pt x="714" y="564"/>
                  </a:cubicBezTo>
                  <a:cubicBezTo>
                    <a:pt x="165" y="1113"/>
                    <a:pt x="0" y="1939"/>
                    <a:pt x="298" y="2658"/>
                  </a:cubicBezTo>
                  <a:cubicBezTo>
                    <a:pt x="595" y="3375"/>
                    <a:pt x="1296" y="3844"/>
                    <a:pt x="2073" y="3844"/>
                  </a:cubicBezTo>
                  <a:cubicBezTo>
                    <a:pt x="3135" y="3844"/>
                    <a:pt x="3995" y="2983"/>
                    <a:pt x="3995" y="1923"/>
                  </a:cubicBezTo>
                  <a:cubicBezTo>
                    <a:pt x="3995" y="1145"/>
                    <a:pt x="3527" y="444"/>
                    <a:pt x="2808" y="146"/>
                  </a:cubicBezTo>
                  <a:cubicBezTo>
                    <a:pt x="2571" y="48"/>
                    <a:pt x="2322" y="1"/>
                    <a:pt x="2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3925;p64">
              <a:extLst>
                <a:ext uri="{FF2B5EF4-FFF2-40B4-BE49-F238E27FC236}">
                  <a16:creationId xmlns:a16="http://schemas.microsoft.com/office/drawing/2014/main" id="{C8D2D85F-B468-4720-56FB-4C04ACB15564}"/>
                </a:ext>
              </a:extLst>
            </p:cNvPr>
            <p:cNvSpPr/>
            <p:nvPr/>
          </p:nvSpPr>
          <p:spPr>
            <a:xfrm>
              <a:off x="1157425" y="3075450"/>
              <a:ext cx="875850" cy="648650"/>
            </a:xfrm>
            <a:custGeom>
              <a:avLst/>
              <a:gdLst/>
              <a:ahLst/>
              <a:cxnLst/>
              <a:rect l="l" t="t" r="r" b="b"/>
              <a:pathLst>
                <a:path w="35034" h="25946" extrusionOk="0">
                  <a:moveTo>
                    <a:pt x="32761" y="5477"/>
                  </a:moveTo>
                  <a:lnTo>
                    <a:pt x="31445" y="10363"/>
                  </a:lnTo>
                  <a:lnTo>
                    <a:pt x="31445" y="5477"/>
                  </a:lnTo>
                  <a:close/>
                  <a:moveTo>
                    <a:pt x="12979" y="5477"/>
                  </a:moveTo>
                  <a:lnTo>
                    <a:pt x="12979" y="13779"/>
                  </a:lnTo>
                  <a:lnTo>
                    <a:pt x="12542" y="13779"/>
                  </a:lnTo>
                  <a:lnTo>
                    <a:pt x="9775" y="5477"/>
                  </a:lnTo>
                  <a:close/>
                  <a:moveTo>
                    <a:pt x="18491" y="5477"/>
                  </a:moveTo>
                  <a:lnTo>
                    <a:pt x="18490" y="13779"/>
                  </a:lnTo>
                  <a:lnTo>
                    <a:pt x="14913" y="13779"/>
                  </a:lnTo>
                  <a:lnTo>
                    <a:pt x="14913" y="5477"/>
                  </a:lnTo>
                  <a:close/>
                  <a:moveTo>
                    <a:pt x="24001" y="5477"/>
                  </a:moveTo>
                  <a:lnTo>
                    <a:pt x="24001" y="13779"/>
                  </a:lnTo>
                  <a:lnTo>
                    <a:pt x="20423" y="13779"/>
                  </a:lnTo>
                  <a:lnTo>
                    <a:pt x="20423" y="5477"/>
                  </a:lnTo>
                  <a:close/>
                  <a:moveTo>
                    <a:pt x="29513" y="5477"/>
                  </a:moveTo>
                  <a:lnTo>
                    <a:pt x="29513" y="13779"/>
                  </a:lnTo>
                  <a:lnTo>
                    <a:pt x="25935" y="13779"/>
                  </a:lnTo>
                  <a:lnTo>
                    <a:pt x="25935" y="5477"/>
                  </a:lnTo>
                  <a:close/>
                  <a:moveTo>
                    <a:pt x="16702" y="21222"/>
                  </a:moveTo>
                  <a:cubicBezTo>
                    <a:pt x="16881" y="21222"/>
                    <a:pt x="17063" y="21257"/>
                    <a:pt x="17235" y="21328"/>
                  </a:cubicBezTo>
                  <a:cubicBezTo>
                    <a:pt x="17757" y="21544"/>
                    <a:pt x="18097" y="22054"/>
                    <a:pt x="18097" y="22619"/>
                  </a:cubicBezTo>
                  <a:cubicBezTo>
                    <a:pt x="18095" y="23389"/>
                    <a:pt x="17472" y="24012"/>
                    <a:pt x="16702" y="24014"/>
                  </a:cubicBezTo>
                  <a:cubicBezTo>
                    <a:pt x="16137" y="24014"/>
                    <a:pt x="15627" y="23674"/>
                    <a:pt x="15411" y="23152"/>
                  </a:cubicBezTo>
                  <a:cubicBezTo>
                    <a:pt x="15195" y="22631"/>
                    <a:pt x="15315" y="22030"/>
                    <a:pt x="15713" y="21630"/>
                  </a:cubicBezTo>
                  <a:cubicBezTo>
                    <a:pt x="15981" y="21364"/>
                    <a:pt x="16338" y="21222"/>
                    <a:pt x="16702" y="21222"/>
                  </a:cubicBezTo>
                  <a:close/>
                  <a:moveTo>
                    <a:pt x="26937" y="21222"/>
                  </a:moveTo>
                  <a:cubicBezTo>
                    <a:pt x="27116" y="21222"/>
                    <a:pt x="27298" y="21257"/>
                    <a:pt x="27470" y="21328"/>
                  </a:cubicBezTo>
                  <a:cubicBezTo>
                    <a:pt x="27992" y="21544"/>
                    <a:pt x="28331" y="22054"/>
                    <a:pt x="28331" y="22619"/>
                  </a:cubicBezTo>
                  <a:cubicBezTo>
                    <a:pt x="28330" y="23388"/>
                    <a:pt x="27706" y="24012"/>
                    <a:pt x="26938" y="24014"/>
                  </a:cubicBezTo>
                  <a:lnTo>
                    <a:pt x="26936" y="24014"/>
                  </a:lnTo>
                  <a:cubicBezTo>
                    <a:pt x="26371" y="24014"/>
                    <a:pt x="25863" y="23674"/>
                    <a:pt x="25646" y="23152"/>
                  </a:cubicBezTo>
                  <a:cubicBezTo>
                    <a:pt x="25430" y="22631"/>
                    <a:pt x="25550" y="22030"/>
                    <a:pt x="25949" y="21630"/>
                  </a:cubicBezTo>
                  <a:cubicBezTo>
                    <a:pt x="26216" y="21364"/>
                    <a:pt x="26573" y="21222"/>
                    <a:pt x="26937" y="21222"/>
                  </a:cubicBezTo>
                  <a:close/>
                  <a:moveTo>
                    <a:pt x="955" y="1"/>
                  </a:moveTo>
                  <a:cubicBezTo>
                    <a:pt x="426" y="7"/>
                    <a:pt x="1" y="437"/>
                    <a:pt x="1" y="966"/>
                  </a:cubicBezTo>
                  <a:cubicBezTo>
                    <a:pt x="1" y="1496"/>
                    <a:pt x="426" y="1927"/>
                    <a:pt x="955" y="1933"/>
                  </a:cubicBezTo>
                  <a:lnTo>
                    <a:pt x="6557" y="1933"/>
                  </a:lnTo>
                  <a:lnTo>
                    <a:pt x="12635" y="20168"/>
                  </a:lnTo>
                  <a:cubicBezTo>
                    <a:pt x="12766" y="20563"/>
                    <a:pt x="13136" y="20829"/>
                    <a:pt x="13552" y="20829"/>
                  </a:cubicBezTo>
                  <a:lnTo>
                    <a:pt x="13903" y="20829"/>
                  </a:lnTo>
                  <a:cubicBezTo>
                    <a:pt x="13571" y="21347"/>
                    <a:pt x="13373" y="21959"/>
                    <a:pt x="13373" y="22617"/>
                  </a:cubicBezTo>
                  <a:cubicBezTo>
                    <a:pt x="13373" y="24454"/>
                    <a:pt x="14866" y="25946"/>
                    <a:pt x="16702" y="25946"/>
                  </a:cubicBezTo>
                  <a:cubicBezTo>
                    <a:pt x="18537" y="25946"/>
                    <a:pt x="20030" y="24454"/>
                    <a:pt x="20030" y="22617"/>
                  </a:cubicBezTo>
                  <a:cubicBezTo>
                    <a:pt x="20029" y="21983"/>
                    <a:pt x="19844" y="21362"/>
                    <a:pt x="19499" y="20829"/>
                  </a:cubicBezTo>
                  <a:lnTo>
                    <a:pt x="24139" y="20829"/>
                  </a:lnTo>
                  <a:cubicBezTo>
                    <a:pt x="23807" y="21347"/>
                    <a:pt x="23608" y="21959"/>
                    <a:pt x="23608" y="22617"/>
                  </a:cubicBezTo>
                  <a:cubicBezTo>
                    <a:pt x="23608" y="24454"/>
                    <a:pt x="25101" y="25946"/>
                    <a:pt x="26936" y="25946"/>
                  </a:cubicBezTo>
                  <a:cubicBezTo>
                    <a:pt x="28772" y="25946"/>
                    <a:pt x="30265" y="24454"/>
                    <a:pt x="30265" y="22617"/>
                  </a:cubicBezTo>
                  <a:cubicBezTo>
                    <a:pt x="30264" y="21983"/>
                    <a:pt x="30079" y="21362"/>
                    <a:pt x="29735" y="20829"/>
                  </a:cubicBezTo>
                  <a:lnTo>
                    <a:pt x="30480" y="20829"/>
                  </a:lnTo>
                  <a:cubicBezTo>
                    <a:pt x="31013" y="20829"/>
                    <a:pt x="31446" y="20396"/>
                    <a:pt x="31446" y="19862"/>
                  </a:cubicBezTo>
                  <a:cubicBezTo>
                    <a:pt x="31446" y="19329"/>
                    <a:pt x="31013" y="18896"/>
                    <a:pt x="30480" y="18896"/>
                  </a:cubicBezTo>
                  <a:lnTo>
                    <a:pt x="14249" y="18896"/>
                  </a:lnTo>
                  <a:lnTo>
                    <a:pt x="13187" y="15711"/>
                  </a:lnTo>
                  <a:lnTo>
                    <a:pt x="31266" y="15711"/>
                  </a:lnTo>
                  <a:cubicBezTo>
                    <a:pt x="31703" y="15711"/>
                    <a:pt x="32086" y="15418"/>
                    <a:pt x="32200" y="14996"/>
                  </a:cubicBezTo>
                  <a:lnTo>
                    <a:pt x="34955" y="4761"/>
                  </a:lnTo>
                  <a:cubicBezTo>
                    <a:pt x="35034" y="4471"/>
                    <a:pt x="34971" y="4160"/>
                    <a:pt x="34789" y="3922"/>
                  </a:cubicBezTo>
                  <a:cubicBezTo>
                    <a:pt x="34606" y="3684"/>
                    <a:pt x="34325" y="3544"/>
                    <a:pt x="34025" y="3544"/>
                  </a:cubicBezTo>
                  <a:cubicBezTo>
                    <a:pt x="34024" y="3544"/>
                    <a:pt x="34023" y="3544"/>
                    <a:pt x="34022" y="3544"/>
                  </a:cubicBezTo>
                  <a:lnTo>
                    <a:pt x="9131" y="3544"/>
                  </a:lnTo>
                  <a:lnTo>
                    <a:pt x="8170" y="662"/>
                  </a:lnTo>
                  <a:cubicBezTo>
                    <a:pt x="8039" y="267"/>
                    <a:pt x="7670" y="1"/>
                    <a:pt x="7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3926;p64">
              <a:extLst>
                <a:ext uri="{FF2B5EF4-FFF2-40B4-BE49-F238E27FC236}">
                  <a16:creationId xmlns:a16="http://schemas.microsoft.com/office/drawing/2014/main" id="{2FD7B7C9-25BD-355A-AFD5-3C4B6D5AD590}"/>
                </a:ext>
              </a:extLst>
            </p:cNvPr>
            <p:cNvSpPr/>
            <p:nvPr/>
          </p:nvSpPr>
          <p:spPr>
            <a:xfrm>
              <a:off x="5604225" y="3056750"/>
              <a:ext cx="696275" cy="696225"/>
            </a:xfrm>
            <a:custGeom>
              <a:avLst/>
              <a:gdLst/>
              <a:ahLst/>
              <a:cxnLst/>
              <a:rect l="l" t="t" r="r" b="b"/>
              <a:pathLst>
                <a:path w="27851" h="27849" extrusionOk="0">
                  <a:moveTo>
                    <a:pt x="10436" y="2243"/>
                  </a:moveTo>
                  <a:lnTo>
                    <a:pt x="10436" y="2243"/>
                  </a:lnTo>
                  <a:cubicBezTo>
                    <a:pt x="9791" y="3179"/>
                    <a:pt x="9237" y="4378"/>
                    <a:pt x="8796" y="5784"/>
                  </a:cubicBezTo>
                  <a:lnTo>
                    <a:pt x="4868" y="5784"/>
                  </a:lnTo>
                  <a:cubicBezTo>
                    <a:pt x="6351" y="4138"/>
                    <a:pt x="8263" y="2893"/>
                    <a:pt x="10436" y="2243"/>
                  </a:cubicBezTo>
                  <a:close/>
                  <a:moveTo>
                    <a:pt x="13925" y="1729"/>
                  </a:moveTo>
                  <a:cubicBezTo>
                    <a:pt x="15095" y="1729"/>
                    <a:pt x="16336" y="3240"/>
                    <a:pt x="17221" y="5784"/>
                  </a:cubicBezTo>
                  <a:lnTo>
                    <a:pt x="10630" y="5784"/>
                  </a:lnTo>
                  <a:cubicBezTo>
                    <a:pt x="11514" y="3241"/>
                    <a:pt x="12756" y="1729"/>
                    <a:pt x="13925" y="1729"/>
                  </a:cubicBezTo>
                  <a:close/>
                  <a:moveTo>
                    <a:pt x="17414" y="2243"/>
                  </a:moveTo>
                  <a:cubicBezTo>
                    <a:pt x="19588" y="2893"/>
                    <a:pt x="21501" y="4138"/>
                    <a:pt x="22981" y="5784"/>
                  </a:cubicBezTo>
                  <a:lnTo>
                    <a:pt x="19053" y="5784"/>
                  </a:lnTo>
                  <a:cubicBezTo>
                    <a:pt x="18614" y="4378"/>
                    <a:pt x="18058" y="3179"/>
                    <a:pt x="17414" y="2243"/>
                  </a:cubicBezTo>
                  <a:close/>
                  <a:moveTo>
                    <a:pt x="8341" y="7512"/>
                  </a:moveTo>
                  <a:cubicBezTo>
                    <a:pt x="7971" y="9176"/>
                    <a:pt x="7746" y="11047"/>
                    <a:pt x="7695" y="13060"/>
                  </a:cubicBezTo>
                  <a:lnTo>
                    <a:pt x="1774" y="13060"/>
                  </a:lnTo>
                  <a:cubicBezTo>
                    <a:pt x="1910" y="11092"/>
                    <a:pt x="2528" y="9188"/>
                    <a:pt x="3570" y="7512"/>
                  </a:cubicBezTo>
                  <a:close/>
                  <a:moveTo>
                    <a:pt x="17724" y="7512"/>
                  </a:moveTo>
                  <a:cubicBezTo>
                    <a:pt x="18111" y="9112"/>
                    <a:pt x="18364" y="10984"/>
                    <a:pt x="18421" y="13060"/>
                  </a:cubicBezTo>
                  <a:lnTo>
                    <a:pt x="9431" y="13060"/>
                  </a:lnTo>
                  <a:cubicBezTo>
                    <a:pt x="9487" y="10984"/>
                    <a:pt x="9740" y="9111"/>
                    <a:pt x="10128" y="7512"/>
                  </a:cubicBezTo>
                  <a:close/>
                  <a:moveTo>
                    <a:pt x="24280" y="7512"/>
                  </a:moveTo>
                  <a:cubicBezTo>
                    <a:pt x="25322" y="9188"/>
                    <a:pt x="25939" y="11093"/>
                    <a:pt x="26077" y="13060"/>
                  </a:cubicBezTo>
                  <a:lnTo>
                    <a:pt x="20155" y="13060"/>
                  </a:lnTo>
                  <a:cubicBezTo>
                    <a:pt x="20105" y="11047"/>
                    <a:pt x="19879" y="9176"/>
                    <a:pt x="19510" y="7512"/>
                  </a:cubicBezTo>
                  <a:close/>
                  <a:moveTo>
                    <a:pt x="7695" y="14789"/>
                  </a:moveTo>
                  <a:cubicBezTo>
                    <a:pt x="7754" y="17158"/>
                    <a:pt x="8055" y="19334"/>
                    <a:pt x="8548" y="21202"/>
                  </a:cubicBezTo>
                  <a:lnTo>
                    <a:pt x="4162" y="21202"/>
                  </a:lnTo>
                  <a:cubicBezTo>
                    <a:pt x="2766" y="19338"/>
                    <a:pt x="1936" y="17112"/>
                    <a:pt x="1772" y="14789"/>
                  </a:cubicBezTo>
                  <a:close/>
                  <a:moveTo>
                    <a:pt x="18421" y="14789"/>
                  </a:moveTo>
                  <a:cubicBezTo>
                    <a:pt x="18355" y="17252"/>
                    <a:pt x="18009" y="19429"/>
                    <a:pt x="17495" y="21202"/>
                  </a:cubicBezTo>
                  <a:lnTo>
                    <a:pt x="10356" y="21202"/>
                  </a:lnTo>
                  <a:cubicBezTo>
                    <a:pt x="9841" y="19429"/>
                    <a:pt x="9497" y="17252"/>
                    <a:pt x="9430" y="14789"/>
                  </a:cubicBezTo>
                  <a:close/>
                  <a:moveTo>
                    <a:pt x="26077" y="14788"/>
                  </a:moveTo>
                  <a:cubicBezTo>
                    <a:pt x="25914" y="17112"/>
                    <a:pt x="25085" y="19338"/>
                    <a:pt x="23689" y="21202"/>
                  </a:cubicBezTo>
                  <a:lnTo>
                    <a:pt x="19302" y="21202"/>
                  </a:lnTo>
                  <a:cubicBezTo>
                    <a:pt x="19795" y="19334"/>
                    <a:pt x="20096" y="17158"/>
                    <a:pt x="20155" y="14788"/>
                  </a:cubicBezTo>
                  <a:close/>
                  <a:moveTo>
                    <a:pt x="9090" y="22930"/>
                  </a:moveTo>
                  <a:cubicBezTo>
                    <a:pt x="9474" y="23968"/>
                    <a:pt x="9926" y="24868"/>
                    <a:pt x="10436" y="25606"/>
                  </a:cubicBezTo>
                  <a:cubicBezTo>
                    <a:pt x="8662" y="25075"/>
                    <a:pt x="7064" y="24146"/>
                    <a:pt x="5729" y="22930"/>
                  </a:cubicBezTo>
                  <a:close/>
                  <a:moveTo>
                    <a:pt x="22121" y="22930"/>
                  </a:moveTo>
                  <a:cubicBezTo>
                    <a:pt x="20786" y="24146"/>
                    <a:pt x="19187" y="25075"/>
                    <a:pt x="17414" y="25606"/>
                  </a:cubicBezTo>
                  <a:cubicBezTo>
                    <a:pt x="17924" y="24868"/>
                    <a:pt x="18376" y="23968"/>
                    <a:pt x="18760" y="22930"/>
                  </a:cubicBezTo>
                  <a:close/>
                  <a:moveTo>
                    <a:pt x="16889" y="22930"/>
                  </a:moveTo>
                  <a:cubicBezTo>
                    <a:pt x="16040" y="24945"/>
                    <a:pt x="14954" y="26121"/>
                    <a:pt x="13925" y="26121"/>
                  </a:cubicBezTo>
                  <a:cubicBezTo>
                    <a:pt x="12895" y="26121"/>
                    <a:pt x="11811" y="24945"/>
                    <a:pt x="10961" y="22930"/>
                  </a:cubicBezTo>
                  <a:close/>
                  <a:moveTo>
                    <a:pt x="13925" y="0"/>
                  </a:moveTo>
                  <a:cubicBezTo>
                    <a:pt x="6248" y="0"/>
                    <a:pt x="1" y="6246"/>
                    <a:pt x="1" y="13925"/>
                  </a:cubicBezTo>
                  <a:cubicBezTo>
                    <a:pt x="1" y="21602"/>
                    <a:pt x="6248" y="27849"/>
                    <a:pt x="13925" y="27849"/>
                  </a:cubicBezTo>
                  <a:cubicBezTo>
                    <a:pt x="21604" y="27849"/>
                    <a:pt x="27851" y="21603"/>
                    <a:pt x="27851" y="13925"/>
                  </a:cubicBezTo>
                  <a:cubicBezTo>
                    <a:pt x="27851" y="6246"/>
                    <a:pt x="21605" y="0"/>
                    <a:pt x="13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06218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D4F8699A-3324-5190-C342-E9397B62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F85C510C-C787-68ED-F6EE-07B2F11DD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8" y="699367"/>
            <a:ext cx="2756414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Cơ chế hoạt động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C23FE2F2-2CB0-C678-80F9-E8CDDA5126FF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D5CC2D68-75F0-AD6C-5402-E7CC6E5DFE9E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CF7AD1BA-DE25-B6B0-2768-9BC221B2FCBE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grpSp>
        <p:nvGrpSpPr>
          <p:cNvPr id="2" name="Google Shape;1930;p48">
            <a:extLst>
              <a:ext uri="{FF2B5EF4-FFF2-40B4-BE49-F238E27FC236}">
                <a16:creationId xmlns:a16="http://schemas.microsoft.com/office/drawing/2014/main" id="{FA3B39FC-0D1D-20D7-B392-BA3B39342D9E}"/>
              </a:ext>
            </a:extLst>
          </p:cNvPr>
          <p:cNvGrpSpPr/>
          <p:nvPr/>
        </p:nvGrpSpPr>
        <p:grpSpPr>
          <a:xfrm>
            <a:off x="2777697" y="1519746"/>
            <a:ext cx="3516204" cy="3357560"/>
            <a:chOff x="1259200" y="508350"/>
            <a:chExt cx="5203025" cy="4968275"/>
          </a:xfrm>
        </p:grpSpPr>
        <p:sp>
          <p:nvSpPr>
            <p:cNvPr id="4" name="Google Shape;1931;p48">
              <a:extLst>
                <a:ext uri="{FF2B5EF4-FFF2-40B4-BE49-F238E27FC236}">
                  <a16:creationId xmlns:a16="http://schemas.microsoft.com/office/drawing/2014/main" id="{96582DF3-9786-71D0-F0A6-A3CCE0301928}"/>
                </a:ext>
              </a:extLst>
            </p:cNvPr>
            <p:cNvSpPr/>
            <p:nvPr/>
          </p:nvSpPr>
          <p:spPr>
            <a:xfrm>
              <a:off x="3031800" y="93000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32;p48">
              <a:extLst>
                <a:ext uri="{FF2B5EF4-FFF2-40B4-BE49-F238E27FC236}">
                  <a16:creationId xmlns:a16="http://schemas.microsoft.com/office/drawing/2014/main" id="{327E5054-7B6F-9735-AA07-D47BA4F7C07A}"/>
                </a:ext>
              </a:extLst>
            </p:cNvPr>
            <p:cNvSpPr/>
            <p:nvPr/>
          </p:nvSpPr>
          <p:spPr>
            <a:xfrm>
              <a:off x="3031800" y="16423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33;p48">
              <a:extLst>
                <a:ext uri="{FF2B5EF4-FFF2-40B4-BE49-F238E27FC236}">
                  <a16:creationId xmlns:a16="http://schemas.microsoft.com/office/drawing/2014/main" id="{DEC60E9C-21B8-C4A0-3739-C9A7AF619766}"/>
                </a:ext>
              </a:extLst>
            </p:cNvPr>
            <p:cNvSpPr/>
            <p:nvPr/>
          </p:nvSpPr>
          <p:spPr>
            <a:xfrm>
              <a:off x="3031800" y="23547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34;p48">
              <a:extLst>
                <a:ext uri="{FF2B5EF4-FFF2-40B4-BE49-F238E27FC236}">
                  <a16:creationId xmlns:a16="http://schemas.microsoft.com/office/drawing/2014/main" id="{9403352A-4C4A-71C0-87F1-0751CDCF85B9}"/>
                </a:ext>
              </a:extLst>
            </p:cNvPr>
            <p:cNvSpPr/>
            <p:nvPr/>
          </p:nvSpPr>
          <p:spPr>
            <a:xfrm>
              <a:off x="3031800" y="30671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35;p48">
              <a:extLst>
                <a:ext uri="{FF2B5EF4-FFF2-40B4-BE49-F238E27FC236}">
                  <a16:creationId xmlns:a16="http://schemas.microsoft.com/office/drawing/2014/main" id="{9C7FB1BE-1737-F663-34EB-C136806DF51E}"/>
                </a:ext>
              </a:extLst>
            </p:cNvPr>
            <p:cNvSpPr/>
            <p:nvPr/>
          </p:nvSpPr>
          <p:spPr>
            <a:xfrm>
              <a:off x="3031800" y="37795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4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36;p48">
              <a:extLst>
                <a:ext uri="{FF2B5EF4-FFF2-40B4-BE49-F238E27FC236}">
                  <a16:creationId xmlns:a16="http://schemas.microsoft.com/office/drawing/2014/main" id="{48FDA49B-73DA-DF05-4061-5390E95F5AEA}"/>
                </a:ext>
              </a:extLst>
            </p:cNvPr>
            <p:cNvSpPr/>
            <p:nvPr/>
          </p:nvSpPr>
          <p:spPr>
            <a:xfrm>
              <a:off x="4428175" y="93000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37;p48">
              <a:extLst>
                <a:ext uri="{FF2B5EF4-FFF2-40B4-BE49-F238E27FC236}">
                  <a16:creationId xmlns:a16="http://schemas.microsoft.com/office/drawing/2014/main" id="{3AF5E011-3574-6A98-809A-C440A8401521}"/>
                </a:ext>
              </a:extLst>
            </p:cNvPr>
            <p:cNvSpPr/>
            <p:nvPr/>
          </p:nvSpPr>
          <p:spPr>
            <a:xfrm>
              <a:off x="5318675" y="93000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38;p48">
              <a:extLst>
                <a:ext uri="{FF2B5EF4-FFF2-40B4-BE49-F238E27FC236}">
                  <a16:creationId xmlns:a16="http://schemas.microsoft.com/office/drawing/2014/main" id="{DB5C48BB-C83D-33E8-CD48-7EE8F6E3DEBC}"/>
                </a:ext>
              </a:extLst>
            </p:cNvPr>
            <p:cNvSpPr/>
            <p:nvPr/>
          </p:nvSpPr>
          <p:spPr>
            <a:xfrm>
              <a:off x="4428175" y="16423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39;p48">
              <a:extLst>
                <a:ext uri="{FF2B5EF4-FFF2-40B4-BE49-F238E27FC236}">
                  <a16:creationId xmlns:a16="http://schemas.microsoft.com/office/drawing/2014/main" id="{3E18C1E8-8F86-49C7-20B8-D926FC85A41F}"/>
                </a:ext>
              </a:extLst>
            </p:cNvPr>
            <p:cNvSpPr/>
            <p:nvPr/>
          </p:nvSpPr>
          <p:spPr>
            <a:xfrm>
              <a:off x="5318675" y="23547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40;p48">
              <a:extLst>
                <a:ext uri="{FF2B5EF4-FFF2-40B4-BE49-F238E27FC236}">
                  <a16:creationId xmlns:a16="http://schemas.microsoft.com/office/drawing/2014/main" id="{4A0062B7-4AB1-6E6C-8D74-07F0D9D6EFBC}"/>
                </a:ext>
              </a:extLst>
            </p:cNvPr>
            <p:cNvSpPr/>
            <p:nvPr/>
          </p:nvSpPr>
          <p:spPr>
            <a:xfrm>
              <a:off x="5318675" y="16423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41;p48">
              <a:extLst>
                <a:ext uri="{FF2B5EF4-FFF2-40B4-BE49-F238E27FC236}">
                  <a16:creationId xmlns:a16="http://schemas.microsoft.com/office/drawing/2014/main" id="{41E5FA44-DE9C-DABF-86E1-5D47C7E36B3D}"/>
                </a:ext>
              </a:extLst>
            </p:cNvPr>
            <p:cNvSpPr/>
            <p:nvPr/>
          </p:nvSpPr>
          <p:spPr>
            <a:xfrm>
              <a:off x="4428175" y="23547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42;p48">
              <a:extLst>
                <a:ext uri="{FF2B5EF4-FFF2-40B4-BE49-F238E27FC236}">
                  <a16:creationId xmlns:a16="http://schemas.microsoft.com/office/drawing/2014/main" id="{831D2E06-1847-E95B-2D52-58F37C042E78}"/>
                </a:ext>
              </a:extLst>
            </p:cNvPr>
            <p:cNvSpPr/>
            <p:nvPr/>
          </p:nvSpPr>
          <p:spPr>
            <a:xfrm>
              <a:off x="4428175" y="30671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43;p48">
              <a:extLst>
                <a:ext uri="{FF2B5EF4-FFF2-40B4-BE49-F238E27FC236}">
                  <a16:creationId xmlns:a16="http://schemas.microsoft.com/office/drawing/2014/main" id="{A31811FB-D3AC-90D9-BD72-B443158BB7AF}"/>
                </a:ext>
              </a:extLst>
            </p:cNvPr>
            <p:cNvSpPr/>
            <p:nvPr/>
          </p:nvSpPr>
          <p:spPr>
            <a:xfrm>
              <a:off x="5318675" y="30671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44;p48">
              <a:extLst>
                <a:ext uri="{FF2B5EF4-FFF2-40B4-BE49-F238E27FC236}">
                  <a16:creationId xmlns:a16="http://schemas.microsoft.com/office/drawing/2014/main" id="{9FF5D1D8-7213-C3BB-CA69-95DFD6B7196F}"/>
                </a:ext>
              </a:extLst>
            </p:cNvPr>
            <p:cNvSpPr/>
            <p:nvPr/>
          </p:nvSpPr>
          <p:spPr>
            <a:xfrm>
              <a:off x="4428175" y="37795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4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45;p48">
              <a:extLst>
                <a:ext uri="{FF2B5EF4-FFF2-40B4-BE49-F238E27FC236}">
                  <a16:creationId xmlns:a16="http://schemas.microsoft.com/office/drawing/2014/main" id="{633132A5-F411-85D2-38AE-E512654137E3}"/>
                </a:ext>
              </a:extLst>
            </p:cNvPr>
            <p:cNvSpPr/>
            <p:nvPr/>
          </p:nvSpPr>
          <p:spPr>
            <a:xfrm>
              <a:off x="5318675" y="37795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4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46;p48">
              <a:extLst>
                <a:ext uri="{FF2B5EF4-FFF2-40B4-BE49-F238E27FC236}">
                  <a16:creationId xmlns:a16="http://schemas.microsoft.com/office/drawing/2014/main" id="{1CEB870D-8A46-4185-C85B-C84BF9E34101}"/>
                </a:ext>
              </a:extLst>
            </p:cNvPr>
            <p:cNvSpPr/>
            <p:nvPr/>
          </p:nvSpPr>
          <p:spPr>
            <a:xfrm>
              <a:off x="3031800" y="93000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47;p48">
              <a:extLst>
                <a:ext uri="{FF2B5EF4-FFF2-40B4-BE49-F238E27FC236}">
                  <a16:creationId xmlns:a16="http://schemas.microsoft.com/office/drawing/2014/main" id="{F75B40BB-9F57-2656-2B7B-A7812C097D27}"/>
                </a:ext>
              </a:extLst>
            </p:cNvPr>
            <p:cNvSpPr/>
            <p:nvPr/>
          </p:nvSpPr>
          <p:spPr>
            <a:xfrm>
              <a:off x="3031800" y="16423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48;p48">
              <a:extLst>
                <a:ext uri="{FF2B5EF4-FFF2-40B4-BE49-F238E27FC236}">
                  <a16:creationId xmlns:a16="http://schemas.microsoft.com/office/drawing/2014/main" id="{F3530B59-7A8F-653E-2DF8-DFF68D7C0818}"/>
                </a:ext>
              </a:extLst>
            </p:cNvPr>
            <p:cNvSpPr/>
            <p:nvPr/>
          </p:nvSpPr>
          <p:spPr>
            <a:xfrm>
              <a:off x="3031800" y="23547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949;p48">
              <a:extLst>
                <a:ext uri="{FF2B5EF4-FFF2-40B4-BE49-F238E27FC236}">
                  <a16:creationId xmlns:a16="http://schemas.microsoft.com/office/drawing/2014/main" id="{8A96EC72-A7F0-DA98-0D84-1C2E6CB453DF}"/>
                </a:ext>
              </a:extLst>
            </p:cNvPr>
            <p:cNvSpPr/>
            <p:nvPr/>
          </p:nvSpPr>
          <p:spPr>
            <a:xfrm>
              <a:off x="3031800" y="30671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50;p48">
              <a:extLst>
                <a:ext uri="{FF2B5EF4-FFF2-40B4-BE49-F238E27FC236}">
                  <a16:creationId xmlns:a16="http://schemas.microsoft.com/office/drawing/2014/main" id="{696562BF-0B37-BB5E-9E6B-6F352E1F730E}"/>
                </a:ext>
              </a:extLst>
            </p:cNvPr>
            <p:cNvSpPr/>
            <p:nvPr/>
          </p:nvSpPr>
          <p:spPr>
            <a:xfrm>
              <a:off x="3031800" y="37795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4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4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951;p48">
              <a:extLst>
                <a:ext uri="{FF2B5EF4-FFF2-40B4-BE49-F238E27FC236}">
                  <a16:creationId xmlns:a16="http://schemas.microsoft.com/office/drawing/2014/main" id="{3B4928D4-2B28-6DE8-4345-13EDAD0E737A}"/>
                </a:ext>
              </a:extLst>
            </p:cNvPr>
            <p:cNvSpPr/>
            <p:nvPr/>
          </p:nvSpPr>
          <p:spPr>
            <a:xfrm>
              <a:off x="4428175" y="93000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952;p48">
              <a:extLst>
                <a:ext uri="{FF2B5EF4-FFF2-40B4-BE49-F238E27FC236}">
                  <a16:creationId xmlns:a16="http://schemas.microsoft.com/office/drawing/2014/main" id="{0088AC68-4D95-F559-D333-831F95787AEC}"/>
                </a:ext>
              </a:extLst>
            </p:cNvPr>
            <p:cNvSpPr/>
            <p:nvPr/>
          </p:nvSpPr>
          <p:spPr>
            <a:xfrm>
              <a:off x="5318675" y="93000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953;p48">
              <a:extLst>
                <a:ext uri="{FF2B5EF4-FFF2-40B4-BE49-F238E27FC236}">
                  <a16:creationId xmlns:a16="http://schemas.microsoft.com/office/drawing/2014/main" id="{11D878FA-1356-170D-1F06-AC03574CC48B}"/>
                </a:ext>
              </a:extLst>
            </p:cNvPr>
            <p:cNvSpPr/>
            <p:nvPr/>
          </p:nvSpPr>
          <p:spPr>
            <a:xfrm>
              <a:off x="4428175" y="16423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954;p48">
              <a:extLst>
                <a:ext uri="{FF2B5EF4-FFF2-40B4-BE49-F238E27FC236}">
                  <a16:creationId xmlns:a16="http://schemas.microsoft.com/office/drawing/2014/main" id="{78B94309-C934-6122-78B0-184DF32F527D}"/>
                </a:ext>
              </a:extLst>
            </p:cNvPr>
            <p:cNvSpPr/>
            <p:nvPr/>
          </p:nvSpPr>
          <p:spPr>
            <a:xfrm>
              <a:off x="5318675" y="23547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55;p48">
              <a:extLst>
                <a:ext uri="{FF2B5EF4-FFF2-40B4-BE49-F238E27FC236}">
                  <a16:creationId xmlns:a16="http://schemas.microsoft.com/office/drawing/2014/main" id="{9C5FDCEB-1373-0518-2358-8D116752D023}"/>
                </a:ext>
              </a:extLst>
            </p:cNvPr>
            <p:cNvSpPr/>
            <p:nvPr/>
          </p:nvSpPr>
          <p:spPr>
            <a:xfrm>
              <a:off x="5318675" y="16423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56;p48">
              <a:extLst>
                <a:ext uri="{FF2B5EF4-FFF2-40B4-BE49-F238E27FC236}">
                  <a16:creationId xmlns:a16="http://schemas.microsoft.com/office/drawing/2014/main" id="{FAED3812-188D-0EA8-2F9A-5D4E1B518EE9}"/>
                </a:ext>
              </a:extLst>
            </p:cNvPr>
            <p:cNvSpPr/>
            <p:nvPr/>
          </p:nvSpPr>
          <p:spPr>
            <a:xfrm>
              <a:off x="4428175" y="2354775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957;p48">
              <a:extLst>
                <a:ext uri="{FF2B5EF4-FFF2-40B4-BE49-F238E27FC236}">
                  <a16:creationId xmlns:a16="http://schemas.microsoft.com/office/drawing/2014/main" id="{B9D75C1E-7E36-7C74-B980-05929A54D471}"/>
                </a:ext>
              </a:extLst>
            </p:cNvPr>
            <p:cNvSpPr/>
            <p:nvPr/>
          </p:nvSpPr>
          <p:spPr>
            <a:xfrm>
              <a:off x="4428175" y="30671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958;p48">
              <a:extLst>
                <a:ext uri="{FF2B5EF4-FFF2-40B4-BE49-F238E27FC236}">
                  <a16:creationId xmlns:a16="http://schemas.microsoft.com/office/drawing/2014/main" id="{2D668117-428F-E858-D4D4-9FDD5B2C15B2}"/>
                </a:ext>
              </a:extLst>
            </p:cNvPr>
            <p:cNvSpPr/>
            <p:nvPr/>
          </p:nvSpPr>
          <p:spPr>
            <a:xfrm>
              <a:off x="5318675" y="30671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1"/>
                  </a:moveTo>
                  <a:lnTo>
                    <a:pt x="1" y="1901"/>
                  </a:lnTo>
                  <a:lnTo>
                    <a:pt x="1" y="13073"/>
                  </a:lnTo>
                  <a:lnTo>
                    <a:pt x="1" y="14974"/>
                  </a:lnTo>
                  <a:lnTo>
                    <a:pt x="18483" y="14974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59;p48">
              <a:extLst>
                <a:ext uri="{FF2B5EF4-FFF2-40B4-BE49-F238E27FC236}">
                  <a16:creationId xmlns:a16="http://schemas.microsoft.com/office/drawing/2014/main" id="{ECCFD863-BD7F-43D0-B3CD-E1B026828F11}"/>
                </a:ext>
              </a:extLst>
            </p:cNvPr>
            <p:cNvSpPr/>
            <p:nvPr/>
          </p:nvSpPr>
          <p:spPr>
            <a:xfrm>
              <a:off x="4428175" y="37795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4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5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60;p48">
              <a:extLst>
                <a:ext uri="{FF2B5EF4-FFF2-40B4-BE49-F238E27FC236}">
                  <a16:creationId xmlns:a16="http://schemas.microsoft.com/office/drawing/2014/main" id="{03BFD493-5700-9AF7-D5A1-1A8E815E6639}"/>
                </a:ext>
              </a:extLst>
            </p:cNvPr>
            <p:cNvSpPr/>
            <p:nvPr/>
          </p:nvSpPr>
          <p:spPr>
            <a:xfrm>
              <a:off x="5318675" y="3779550"/>
              <a:ext cx="462075" cy="374350"/>
            </a:xfrm>
            <a:custGeom>
              <a:avLst/>
              <a:gdLst/>
              <a:ahLst/>
              <a:cxnLst/>
              <a:rect l="l" t="t" r="r" b="b"/>
              <a:pathLst>
                <a:path w="18483" h="14974" extrusionOk="0">
                  <a:moveTo>
                    <a:pt x="1" y="0"/>
                  </a:moveTo>
                  <a:lnTo>
                    <a:pt x="1" y="1901"/>
                  </a:lnTo>
                  <a:lnTo>
                    <a:pt x="1" y="13074"/>
                  </a:lnTo>
                  <a:lnTo>
                    <a:pt x="1" y="14973"/>
                  </a:lnTo>
                  <a:lnTo>
                    <a:pt x="18483" y="14973"/>
                  </a:lnTo>
                  <a:lnTo>
                    <a:pt x="18483" y="1901"/>
                  </a:lnTo>
                  <a:lnTo>
                    <a:pt x="9333" y="1901"/>
                  </a:lnTo>
                  <a:lnTo>
                    <a:pt x="87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961;p48">
              <a:extLst>
                <a:ext uri="{FF2B5EF4-FFF2-40B4-BE49-F238E27FC236}">
                  <a16:creationId xmlns:a16="http://schemas.microsoft.com/office/drawing/2014/main" id="{553A98A6-A0B0-9D1D-EA5D-2F78107EAFFF}"/>
                </a:ext>
              </a:extLst>
            </p:cNvPr>
            <p:cNvSpPr/>
            <p:nvPr/>
          </p:nvSpPr>
          <p:spPr>
            <a:xfrm>
              <a:off x="2526325" y="5162250"/>
              <a:ext cx="1511925" cy="314375"/>
            </a:xfrm>
            <a:custGeom>
              <a:avLst/>
              <a:gdLst/>
              <a:ahLst/>
              <a:cxnLst/>
              <a:rect l="l" t="t" r="r" b="b"/>
              <a:pathLst>
                <a:path w="60477" h="12575" extrusionOk="0">
                  <a:moveTo>
                    <a:pt x="30239" y="0"/>
                  </a:moveTo>
                  <a:cubicBezTo>
                    <a:pt x="22219" y="0"/>
                    <a:pt x="14527" y="663"/>
                    <a:pt x="8857" y="1842"/>
                  </a:cubicBezTo>
                  <a:cubicBezTo>
                    <a:pt x="3186" y="3021"/>
                    <a:pt x="0" y="4620"/>
                    <a:pt x="0" y="6287"/>
                  </a:cubicBezTo>
                  <a:cubicBezTo>
                    <a:pt x="0" y="7955"/>
                    <a:pt x="3186" y="9554"/>
                    <a:pt x="8857" y="10733"/>
                  </a:cubicBezTo>
                  <a:cubicBezTo>
                    <a:pt x="14527" y="11912"/>
                    <a:pt x="22219" y="12575"/>
                    <a:pt x="30239" y="12575"/>
                  </a:cubicBezTo>
                  <a:cubicBezTo>
                    <a:pt x="38258" y="12575"/>
                    <a:pt x="45949" y="11912"/>
                    <a:pt x="51620" y="10733"/>
                  </a:cubicBezTo>
                  <a:cubicBezTo>
                    <a:pt x="57291" y="9554"/>
                    <a:pt x="60477" y="7955"/>
                    <a:pt x="60477" y="6287"/>
                  </a:cubicBezTo>
                  <a:cubicBezTo>
                    <a:pt x="60477" y="4620"/>
                    <a:pt x="57291" y="3021"/>
                    <a:pt x="51620" y="1842"/>
                  </a:cubicBezTo>
                  <a:cubicBezTo>
                    <a:pt x="45949" y="663"/>
                    <a:pt x="38258" y="0"/>
                    <a:pt x="30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962;p48">
              <a:extLst>
                <a:ext uri="{FF2B5EF4-FFF2-40B4-BE49-F238E27FC236}">
                  <a16:creationId xmlns:a16="http://schemas.microsoft.com/office/drawing/2014/main" id="{0A3E632E-BA89-3812-E915-7CDA3A572CB5}"/>
                </a:ext>
              </a:extLst>
            </p:cNvPr>
            <p:cNvSpPr/>
            <p:nvPr/>
          </p:nvSpPr>
          <p:spPr>
            <a:xfrm>
              <a:off x="3839425" y="1508400"/>
              <a:ext cx="622550" cy="510700"/>
            </a:xfrm>
            <a:custGeom>
              <a:avLst/>
              <a:gdLst/>
              <a:ahLst/>
              <a:cxnLst/>
              <a:rect l="l" t="t" r="r" b="b"/>
              <a:pathLst>
                <a:path w="24902" h="20428" extrusionOk="0">
                  <a:moveTo>
                    <a:pt x="19094" y="1"/>
                  </a:moveTo>
                  <a:cubicBezTo>
                    <a:pt x="17868" y="1"/>
                    <a:pt x="16718" y="381"/>
                    <a:pt x="16025" y="944"/>
                  </a:cubicBezTo>
                  <a:cubicBezTo>
                    <a:pt x="14053" y="2547"/>
                    <a:pt x="18614" y="2423"/>
                    <a:pt x="17258" y="3533"/>
                  </a:cubicBezTo>
                  <a:cubicBezTo>
                    <a:pt x="17054" y="3700"/>
                    <a:pt x="16813" y="3769"/>
                    <a:pt x="16538" y="3769"/>
                  </a:cubicBezTo>
                  <a:cubicBezTo>
                    <a:pt x="15210" y="3769"/>
                    <a:pt x="13081" y="2150"/>
                    <a:pt x="10389" y="2150"/>
                  </a:cubicBezTo>
                  <a:cubicBezTo>
                    <a:pt x="9941" y="2150"/>
                    <a:pt x="9477" y="2195"/>
                    <a:pt x="8999" y="2300"/>
                  </a:cubicBezTo>
                  <a:cubicBezTo>
                    <a:pt x="5054" y="3163"/>
                    <a:pt x="4438" y="8464"/>
                    <a:pt x="4438" y="8464"/>
                  </a:cubicBezTo>
                  <a:cubicBezTo>
                    <a:pt x="4438" y="8464"/>
                    <a:pt x="3945" y="8341"/>
                    <a:pt x="2835" y="8341"/>
                  </a:cubicBezTo>
                  <a:cubicBezTo>
                    <a:pt x="1726" y="8341"/>
                    <a:pt x="0" y="9080"/>
                    <a:pt x="0" y="12409"/>
                  </a:cubicBezTo>
                  <a:cubicBezTo>
                    <a:pt x="0" y="15737"/>
                    <a:pt x="123" y="18942"/>
                    <a:pt x="123" y="18942"/>
                  </a:cubicBezTo>
                  <a:cubicBezTo>
                    <a:pt x="123" y="18942"/>
                    <a:pt x="238" y="20428"/>
                    <a:pt x="2008" y="20428"/>
                  </a:cubicBezTo>
                  <a:cubicBezTo>
                    <a:pt x="2076" y="20428"/>
                    <a:pt x="2146" y="20426"/>
                    <a:pt x="2220" y="20421"/>
                  </a:cubicBezTo>
                  <a:cubicBezTo>
                    <a:pt x="4191" y="20298"/>
                    <a:pt x="4931" y="19435"/>
                    <a:pt x="4931" y="17833"/>
                  </a:cubicBezTo>
                  <a:cubicBezTo>
                    <a:pt x="4931" y="16230"/>
                    <a:pt x="6164" y="16846"/>
                    <a:pt x="7766" y="15613"/>
                  </a:cubicBezTo>
                  <a:cubicBezTo>
                    <a:pt x="9369" y="14380"/>
                    <a:pt x="8999" y="11422"/>
                    <a:pt x="11587" y="11299"/>
                  </a:cubicBezTo>
                  <a:cubicBezTo>
                    <a:pt x="11631" y="11297"/>
                    <a:pt x="11675" y="11296"/>
                    <a:pt x="11719" y="11296"/>
                  </a:cubicBezTo>
                  <a:cubicBezTo>
                    <a:pt x="14101" y="11296"/>
                    <a:pt x="16573" y="14304"/>
                    <a:pt x="18470" y="14304"/>
                  </a:cubicBezTo>
                  <a:cubicBezTo>
                    <a:pt x="18603" y="14304"/>
                    <a:pt x="18733" y="14289"/>
                    <a:pt x="18861" y="14257"/>
                  </a:cubicBezTo>
                  <a:cubicBezTo>
                    <a:pt x="20833" y="13765"/>
                    <a:pt x="24902" y="11052"/>
                    <a:pt x="24285" y="5135"/>
                  </a:cubicBezTo>
                  <a:cubicBezTo>
                    <a:pt x="23885" y="1297"/>
                    <a:pt x="21358" y="1"/>
                    <a:pt x="19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963;p48">
              <a:extLst>
                <a:ext uri="{FF2B5EF4-FFF2-40B4-BE49-F238E27FC236}">
                  <a16:creationId xmlns:a16="http://schemas.microsoft.com/office/drawing/2014/main" id="{259F4153-EFEB-5D04-C2D8-6E8691F836DF}"/>
                </a:ext>
              </a:extLst>
            </p:cNvPr>
            <p:cNvSpPr/>
            <p:nvPr/>
          </p:nvSpPr>
          <p:spPr>
            <a:xfrm>
              <a:off x="3831925" y="1500825"/>
              <a:ext cx="636925" cy="525775"/>
            </a:xfrm>
            <a:custGeom>
              <a:avLst/>
              <a:gdLst/>
              <a:ahLst/>
              <a:cxnLst/>
              <a:rect l="l" t="t" r="r" b="b"/>
              <a:pathLst>
                <a:path w="25477" h="21031" extrusionOk="0">
                  <a:moveTo>
                    <a:pt x="19394" y="603"/>
                  </a:moveTo>
                  <a:cubicBezTo>
                    <a:pt x="20049" y="603"/>
                    <a:pt x="20729" y="717"/>
                    <a:pt x="21365" y="981"/>
                  </a:cubicBezTo>
                  <a:cubicBezTo>
                    <a:pt x="22534" y="1465"/>
                    <a:pt x="23992" y="2637"/>
                    <a:pt x="24288" y="5469"/>
                  </a:cubicBezTo>
                  <a:cubicBezTo>
                    <a:pt x="24909" y="11437"/>
                    <a:pt x="20634" y="13883"/>
                    <a:pt x="19089" y="14270"/>
                  </a:cubicBezTo>
                  <a:cubicBezTo>
                    <a:pt x="18986" y="14296"/>
                    <a:pt x="18881" y="14307"/>
                    <a:pt x="18771" y="14307"/>
                  </a:cubicBezTo>
                  <a:cubicBezTo>
                    <a:pt x="17965" y="14307"/>
                    <a:pt x="16977" y="13661"/>
                    <a:pt x="15937" y="12981"/>
                  </a:cubicBezTo>
                  <a:cubicBezTo>
                    <a:pt x="14669" y="12152"/>
                    <a:pt x="13374" y="11300"/>
                    <a:pt x="12009" y="11300"/>
                  </a:cubicBezTo>
                  <a:cubicBezTo>
                    <a:pt x="11964" y="11300"/>
                    <a:pt x="11919" y="11301"/>
                    <a:pt x="11874" y="11303"/>
                  </a:cubicBezTo>
                  <a:cubicBezTo>
                    <a:pt x="10118" y="11387"/>
                    <a:pt x="9560" y="12678"/>
                    <a:pt x="9068" y="13818"/>
                  </a:cubicBezTo>
                  <a:cubicBezTo>
                    <a:pt x="8751" y="14550"/>
                    <a:pt x="8454" y="15241"/>
                    <a:pt x="7884" y="15679"/>
                  </a:cubicBezTo>
                  <a:cubicBezTo>
                    <a:pt x="7291" y="16136"/>
                    <a:pt x="6764" y="16318"/>
                    <a:pt x="6299" y="16479"/>
                  </a:cubicBezTo>
                  <a:cubicBezTo>
                    <a:pt x="5565" y="16732"/>
                    <a:pt x="4931" y="16951"/>
                    <a:pt x="4931" y="18136"/>
                  </a:cubicBezTo>
                  <a:cubicBezTo>
                    <a:pt x="4931" y="19654"/>
                    <a:pt x="4228" y="20318"/>
                    <a:pt x="2500" y="20425"/>
                  </a:cubicBezTo>
                  <a:cubicBezTo>
                    <a:pt x="2436" y="20429"/>
                    <a:pt x="2374" y="20431"/>
                    <a:pt x="2314" y="20431"/>
                  </a:cubicBezTo>
                  <a:cubicBezTo>
                    <a:pt x="893" y="20431"/>
                    <a:pt x="737" y="19376"/>
                    <a:pt x="722" y="19225"/>
                  </a:cubicBezTo>
                  <a:cubicBezTo>
                    <a:pt x="716" y="19046"/>
                    <a:pt x="600" y="15917"/>
                    <a:pt x="600" y="12712"/>
                  </a:cubicBezTo>
                  <a:cubicBezTo>
                    <a:pt x="600" y="9215"/>
                    <a:pt x="2542" y="8943"/>
                    <a:pt x="3136" y="8943"/>
                  </a:cubicBezTo>
                  <a:cubicBezTo>
                    <a:pt x="4182" y="8943"/>
                    <a:pt x="4662" y="9057"/>
                    <a:pt x="4667" y="9058"/>
                  </a:cubicBezTo>
                  <a:cubicBezTo>
                    <a:pt x="4690" y="9064"/>
                    <a:pt x="4715" y="9067"/>
                    <a:pt x="4739" y="9067"/>
                  </a:cubicBezTo>
                  <a:cubicBezTo>
                    <a:pt x="4799" y="9067"/>
                    <a:pt x="4859" y="9048"/>
                    <a:pt x="4909" y="9012"/>
                  </a:cubicBezTo>
                  <a:cubicBezTo>
                    <a:pt x="4980" y="8964"/>
                    <a:pt x="5026" y="8887"/>
                    <a:pt x="5036" y="8801"/>
                  </a:cubicBezTo>
                  <a:cubicBezTo>
                    <a:pt x="5042" y="8750"/>
                    <a:pt x="5670" y="3704"/>
                    <a:pt x="9363" y="2896"/>
                  </a:cubicBezTo>
                  <a:cubicBezTo>
                    <a:pt x="9819" y="2796"/>
                    <a:pt x="10262" y="2754"/>
                    <a:pt x="10690" y="2754"/>
                  </a:cubicBezTo>
                  <a:cubicBezTo>
                    <a:pt x="12214" y="2754"/>
                    <a:pt x="13559" y="3295"/>
                    <a:pt x="14689" y="3751"/>
                  </a:cubicBezTo>
                  <a:cubicBezTo>
                    <a:pt x="15520" y="4085"/>
                    <a:pt x="16239" y="4374"/>
                    <a:pt x="16845" y="4374"/>
                  </a:cubicBezTo>
                  <a:cubicBezTo>
                    <a:pt x="17180" y="4374"/>
                    <a:pt x="17481" y="4285"/>
                    <a:pt x="17748" y="4068"/>
                  </a:cubicBezTo>
                  <a:cubicBezTo>
                    <a:pt x="17850" y="3984"/>
                    <a:pt x="18161" y="3730"/>
                    <a:pt x="18108" y="3372"/>
                  </a:cubicBezTo>
                  <a:cubicBezTo>
                    <a:pt x="18047" y="2956"/>
                    <a:pt x="17551" y="2751"/>
                    <a:pt x="17026" y="2534"/>
                  </a:cubicBezTo>
                  <a:cubicBezTo>
                    <a:pt x="16698" y="2398"/>
                    <a:pt x="16152" y="2172"/>
                    <a:pt x="16124" y="1985"/>
                  </a:cubicBezTo>
                  <a:cubicBezTo>
                    <a:pt x="16111" y="1904"/>
                    <a:pt x="16208" y="1728"/>
                    <a:pt x="16515" y="1480"/>
                  </a:cubicBezTo>
                  <a:cubicBezTo>
                    <a:pt x="17155" y="958"/>
                    <a:pt x="18238" y="603"/>
                    <a:pt x="19394" y="603"/>
                  </a:cubicBezTo>
                  <a:close/>
                  <a:moveTo>
                    <a:pt x="19393" y="1"/>
                  </a:moveTo>
                  <a:cubicBezTo>
                    <a:pt x="18076" y="1"/>
                    <a:pt x="16863" y="425"/>
                    <a:pt x="16136" y="1015"/>
                  </a:cubicBezTo>
                  <a:cubicBezTo>
                    <a:pt x="15679" y="1387"/>
                    <a:pt x="15481" y="1732"/>
                    <a:pt x="15531" y="2071"/>
                  </a:cubicBezTo>
                  <a:cubicBezTo>
                    <a:pt x="15607" y="2595"/>
                    <a:pt x="16212" y="2845"/>
                    <a:pt x="16797" y="3087"/>
                  </a:cubicBezTo>
                  <a:cubicBezTo>
                    <a:pt x="17048" y="3191"/>
                    <a:pt x="17466" y="3364"/>
                    <a:pt x="17516" y="3442"/>
                  </a:cubicBezTo>
                  <a:cubicBezTo>
                    <a:pt x="17516" y="3442"/>
                    <a:pt x="17499" y="3497"/>
                    <a:pt x="17368" y="3604"/>
                  </a:cubicBezTo>
                  <a:cubicBezTo>
                    <a:pt x="17224" y="3722"/>
                    <a:pt x="17044" y="3771"/>
                    <a:pt x="16832" y="3771"/>
                  </a:cubicBezTo>
                  <a:cubicBezTo>
                    <a:pt x="16343" y="3771"/>
                    <a:pt x="15684" y="3506"/>
                    <a:pt x="14913" y="3196"/>
                  </a:cubicBezTo>
                  <a:cubicBezTo>
                    <a:pt x="13731" y="2719"/>
                    <a:pt x="12325" y="2153"/>
                    <a:pt x="10701" y="2153"/>
                  </a:cubicBezTo>
                  <a:cubicBezTo>
                    <a:pt x="10231" y="2153"/>
                    <a:pt x="9742" y="2200"/>
                    <a:pt x="9236" y="2311"/>
                  </a:cubicBezTo>
                  <a:cubicBezTo>
                    <a:pt x="5651" y="3095"/>
                    <a:pt x="4690" y="7233"/>
                    <a:pt x="4487" y="8421"/>
                  </a:cubicBezTo>
                  <a:cubicBezTo>
                    <a:pt x="4217" y="8385"/>
                    <a:pt x="3773" y="8344"/>
                    <a:pt x="3135" y="8344"/>
                  </a:cubicBezTo>
                  <a:cubicBezTo>
                    <a:pt x="1620" y="8344"/>
                    <a:pt x="0" y="9492"/>
                    <a:pt x="0" y="12712"/>
                  </a:cubicBezTo>
                  <a:cubicBezTo>
                    <a:pt x="0" y="16008"/>
                    <a:pt x="122" y="19224"/>
                    <a:pt x="124" y="19257"/>
                  </a:cubicBezTo>
                  <a:cubicBezTo>
                    <a:pt x="125" y="19260"/>
                    <a:pt x="125" y="19265"/>
                    <a:pt x="125" y="19268"/>
                  </a:cubicBezTo>
                  <a:cubicBezTo>
                    <a:pt x="126" y="19286"/>
                    <a:pt x="285" y="21031"/>
                    <a:pt x="2303" y="21031"/>
                  </a:cubicBezTo>
                  <a:cubicBezTo>
                    <a:pt x="2379" y="21031"/>
                    <a:pt x="2457" y="21028"/>
                    <a:pt x="2538" y="21024"/>
                  </a:cubicBezTo>
                  <a:cubicBezTo>
                    <a:pt x="4579" y="20896"/>
                    <a:pt x="5531" y="19979"/>
                    <a:pt x="5531" y="18136"/>
                  </a:cubicBezTo>
                  <a:cubicBezTo>
                    <a:pt x="5531" y="17378"/>
                    <a:pt x="5793" y="17287"/>
                    <a:pt x="6495" y="17045"/>
                  </a:cubicBezTo>
                  <a:cubicBezTo>
                    <a:pt x="6978" y="16878"/>
                    <a:pt x="7578" y="16670"/>
                    <a:pt x="8249" y="16154"/>
                  </a:cubicBezTo>
                  <a:cubicBezTo>
                    <a:pt x="8941" y="15621"/>
                    <a:pt x="9285" y="14825"/>
                    <a:pt x="9618" y="14055"/>
                  </a:cubicBezTo>
                  <a:cubicBezTo>
                    <a:pt x="10101" y="12934"/>
                    <a:pt x="10520" y="11967"/>
                    <a:pt x="11902" y="11902"/>
                  </a:cubicBezTo>
                  <a:cubicBezTo>
                    <a:pt x="11944" y="11899"/>
                    <a:pt x="11987" y="11898"/>
                    <a:pt x="12030" y="11898"/>
                  </a:cubicBezTo>
                  <a:cubicBezTo>
                    <a:pt x="13199" y="11898"/>
                    <a:pt x="14423" y="12705"/>
                    <a:pt x="15609" y="13482"/>
                  </a:cubicBezTo>
                  <a:cubicBezTo>
                    <a:pt x="16724" y="14212"/>
                    <a:pt x="17785" y="14907"/>
                    <a:pt x="18767" y="14907"/>
                  </a:cubicBezTo>
                  <a:cubicBezTo>
                    <a:pt x="18924" y="14907"/>
                    <a:pt x="19080" y="14889"/>
                    <a:pt x="19233" y="14851"/>
                  </a:cubicBezTo>
                  <a:cubicBezTo>
                    <a:pt x="21732" y="14226"/>
                    <a:pt x="25477" y="11110"/>
                    <a:pt x="24883" y="5407"/>
                  </a:cubicBezTo>
                  <a:cubicBezTo>
                    <a:pt x="24557" y="2282"/>
                    <a:pt x="22914" y="974"/>
                    <a:pt x="21594" y="428"/>
                  </a:cubicBezTo>
                  <a:cubicBezTo>
                    <a:pt x="20871" y="129"/>
                    <a:pt x="20117" y="1"/>
                    <a:pt x="19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64;p48">
              <a:extLst>
                <a:ext uri="{FF2B5EF4-FFF2-40B4-BE49-F238E27FC236}">
                  <a16:creationId xmlns:a16="http://schemas.microsoft.com/office/drawing/2014/main" id="{024CC9A9-74BD-56D8-C7B5-40E107DB1D73}"/>
                </a:ext>
              </a:extLst>
            </p:cNvPr>
            <p:cNvSpPr/>
            <p:nvPr/>
          </p:nvSpPr>
          <p:spPr>
            <a:xfrm>
              <a:off x="4290750" y="1581100"/>
              <a:ext cx="164725" cy="176100"/>
            </a:xfrm>
            <a:custGeom>
              <a:avLst/>
              <a:gdLst/>
              <a:ahLst/>
              <a:cxnLst/>
              <a:rect l="l" t="t" r="r" b="b"/>
              <a:pathLst>
                <a:path w="6589" h="7044" extrusionOk="0">
                  <a:moveTo>
                    <a:pt x="5198" y="1"/>
                  </a:moveTo>
                  <a:cubicBezTo>
                    <a:pt x="5070" y="1"/>
                    <a:pt x="4947" y="75"/>
                    <a:pt x="4906" y="198"/>
                  </a:cubicBezTo>
                  <a:cubicBezTo>
                    <a:pt x="4854" y="355"/>
                    <a:pt x="4921" y="516"/>
                    <a:pt x="5078" y="568"/>
                  </a:cubicBezTo>
                  <a:cubicBezTo>
                    <a:pt x="5276" y="717"/>
                    <a:pt x="5874" y="1924"/>
                    <a:pt x="5832" y="3215"/>
                  </a:cubicBezTo>
                  <a:cubicBezTo>
                    <a:pt x="5798" y="4232"/>
                    <a:pt x="5384" y="5004"/>
                    <a:pt x="4602" y="5511"/>
                  </a:cubicBezTo>
                  <a:cubicBezTo>
                    <a:pt x="3453" y="6254"/>
                    <a:pt x="2448" y="6446"/>
                    <a:pt x="1715" y="6446"/>
                  </a:cubicBezTo>
                  <a:cubicBezTo>
                    <a:pt x="963" y="6446"/>
                    <a:pt x="498" y="6243"/>
                    <a:pt x="462" y="6227"/>
                  </a:cubicBezTo>
                  <a:cubicBezTo>
                    <a:pt x="422" y="6210"/>
                    <a:pt x="382" y="6202"/>
                    <a:pt x="341" y="6202"/>
                  </a:cubicBezTo>
                  <a:cubicBezTo>
                    <a:pt x="228" y="6202"/>
                    <a:pt x="119" y="6267"/>
                    <a:pt x="69" y="6376"/>
                  </a:cubicBezTo>
                  <a:cubicBezTo>
                    <a:pt x="0" y="6525"/>
                    <a:pt x="64" y="6701"/>
                    <a:pt x="212" y="6772"/>
                  </a:cubicBezTo>
                  <a:cubicBezTo>
                    <a:pt x="255" y="6792"/>
                    <a:pt x="819" y="7044"/>
                    <a:pt x="1717" y="7044"/>
                  </a:cubicBezTo>
                  <a:cubicBezTo>
                    <a:pt x="2550" y="7044"/>
                    <a:pt x="3669" y="6827"/>
                    <a:pt x="4927" y="6013"/>
                  </a:cubicBezTo>
                  <a:cubicBezTo>
                    <a:pt x="6069" y="5274"/>
                    <a:pt x="6588" y="4010"/>
                    <a:pt x="6390" y="2451"/>
                  </a:cubicBezTo>
                  <a:cubicBezTo>
                    <a:pt x="6249" y="1340"/>
                    <a:pt x="5721" y="157"/>
                    <a:pt x="5302" y="17"/>
                  </a:cubicBezTo>
                  <a:cubicBezTo>
                    <a:pt x="5268" y="6"/>
                    <a:pt x="5233" y="1"/>
                    <a:pt x="51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965;p48">
              <a:extLst>
                <a:ext uri="{FF2B5EF4-FFF2-40B4-BE49-F238E27FC236}">
                  <a16:creationId xmlns:a16="http://schemas.microsoft.com/office/drawing/2014/main" id="{3D0E5701-07CC-2CAB-2962-6D19835B8C3A}"/>
                </a:ext>
              </a:extLst>
            </p:cNvPr>
            <p:cNvSpPr/>
            <p:nvPr/>
          </p:nvSpPr>
          <p:spPr>
            <a:xfrm>
              <a:off x="4010625" y="1621625"/>
              <a:ext cx="248550" cy="111025"/>
            </a:xfrm>
            <a:custGeom>
              <a:avLst/>
              <a:gdLst/>
              <a:ahLst/>
              <a:cxnLst/>
              <a:rect l="l" t="t" r="r" b="b"/>
              <a:pathLst>
                <a:path w="9942" h="4441" extrusionOk="0">
                  <a:moveTo>
                    <a:pt x="4170" y="0"/>
                  </a:moveTo>
                  <a:cubicBezTo>
                    <a:pt x="4159" y="0"/>
                    <a:pt x="4148" y="0"/>
                    <a:pt x="4136" y="1"/>
                  </a:cubicBezTo>
                  <a:cubicBezTo>
                    <a:pt x="977" y="1"/>
                    <a:pt x="42" y="3886"/>
                    <a:pt x="33" y="3926"/>
                  </a:cubicBezTo>
                  <a:cubicBezTo>
                    <a:pt x="0" y="4085"/>
                    <a:pt x="100" y="4243"/>
                    <a:pt x="260" y="4279"/>
                  </a:cubicBezTo>
                  <a:cubicBezTo>
                    <a:pt x="282" y="4284"/>
                    <a:pt x="305" y="4287"/>
                    <a:pt x="328" y="4287"/>
                  </a:cubicBezTo>
                  <a:cubicBezTo>
                    <a:pt x="461" y="4287"/>
                    <a:pt x="583" y="4196"/>
                    <a:pt x="617" y="4061"/>
                  </a:cubicBezTo>
                  <a:cubicBezTo>
                    <a:pt x="625" y="4025"/>
                    <a:pt x="1455" y="598"/>
                    <a:pt x="4134" y="598"/>
                  </a:cubicBezTo>
                  <a:cubicBezTo>
                    <a:pt x="4187" y="598"/>
                    <a:pt x="4241" y="600"/>
                    <a:pt x="4296" y="602"/>
                  </a:cubicBezTo>
                  <a:cubicBezTo>
                    <a:pt x="5852" y="677"/>
                    <a:pt x="6416" y="1460"/>
                    <a:pt x="7067" y="2366"/>
                  </a:cubicBezTo>
                  <a:cubicBezTo>
                    <a:pt x="7616" y="3130"/>
                    <a:pt x="8238" y="3995"/>
                    <a:pt x="9528" y="4425"/>
                  </a:cubicBezTo>
                  <a:cubicBezTo>
                    <a:pt x="9558" y="4435"/>
                    <a:pt x="9591" y="4441"/>
                    <a:pt x="9623" y="4441"/>
                  </a:cubicBezTo>
                  <a:cubicBezTo>
                    <a:pt x="9770" y="4441"/>
                    <a:pt x="9894" y="4333"/>
                    <a:pt x="9918" y="4188"/>
                  </a:cubicBezTo>
                  <a:cubicBezTo>
                    <a:pt x="9942" y="4044"/>
                    <a:pt x="9857" y="3903"/>
                    <a:pt x="9718" y="3857"/>
                  </a:cubicBezTo>
                  <a:cubicBezTo>
                    <a:pt x="8611" y="3487"/>
                    <a:pt x="8098" y="2773"/>
                    <a:pt x="7554" y="2016"/>
                  </a:cubicBezTo>
                  <a:cubicBezTo>
                    <a:pt x="6874" y="1071"/>
                    <a:pt x="6170" y="92"/>
                    <a:pt x="4324" y="4"/>
                  </a:cubicBezTo>
                  <a:cubicBezTo>
                    <a:pt x="4272" y="2"/>
                    <a:pt x="4221" y="0"/>
                    <a:pt x="41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66;p48">
              <a:extLst>
                <a:ext uri="{FF2B5EF4-FFF2-40B4-BE49-F238E27FC236}">
                  <a16:creationId xmlns:a16="http://schemas.microsoft.com/office/drawing/2014/main" id="{67BA81FC-8793-4CD6-A9F8-DDCD2E904C68}"/>
                </a:ext>
              </a:extLst>
            </p:cNvPr>
            <p:cNvSpPr/>
            <p:nvPr/>
          </p:nvSpPr>
          <p:spPr>
            <a:xfrm>
              <a:off x="3839900" y="1738050"/>
              <a:ext cx="146450" cy="204900"/>
            </a:xfrm>
            <a:custGeom>
              <a:avLst/>
              <a:gdLst/>
              <a:ahLst/>
              <a:cxnLst/>
              <a:rect l="l" t="t" r="r" b="b"/>
              <a:pathLst>
                <a:path w="5858" h="8196" extrusionOk="0">
                  <a:moveTo>
                    <a:pt x="2670" y="0"/>
                  </a:moveTo>
                  <a:cubicBezTo>
                    <a:pt x="2467" y="0"/>
                    <a:pt x="2262" y="25"/>
                    <a:pt x="2057" y="81"/>
                  </a:cubicBezTo>
                  <a:cubicBezTo>
                    <a:pt x="334" y="549"/>
                    <a:pt x="812" y="3034"/>
                    <a:pt x="1043" y="4226"/>
                  </a:cubicBezTo>
                  <a:cubicBezTo>
                    <a:pt x="1067" y="4351"/>
                    <a:pt x="1087" y="4461"/>
                    <a:pt x="1103" y="4551"/>
                  </a:cubicBezTo>
                  <a:cubicBezTo>
                    <a:pt x="1199" y="5129"/>
                    <a:pt x="535" y="6831"/>
                    <a:pt x="94" y="7769"/>
                  </a:cubicBezTo>
                  <a:cubicBezTo>
                    <a:pt x="0" y="7967"/>
                    <a:pt x="145" y="8195"/>
                    <a:pt x="366" y="8195"/>
                  </a:cubicBezTo>
                  <a:cubicBezTo>
                    <a:pt x="481" y="8195"/>
                    <a:pt x="586" y="8129"/>
                    <a:pt x="636" y="8023"/>
                  </a:cubicBezTo>
                  <a:cubicBezTo>
                    <a:pt x="760" y="7759"/>
                    <a:pt x="1851" y="5404"/>
                    <a:pt x="1694" y="4452"/>
                  </a:cubicBezTo>
                  <a:cubicBezTo>
                    <a:pt x="1678" y="4359"/>
                    <a:pt x="1655" y="4244"/>
                    <a:pt x="1630" y="4113"/>
                  </a:cubicBezTo>
                  <a:cubicBezTo>
                    <a:pt x="1435" y="3097"/>
                    <a:pt x="1027" y="983"/>
                    <a:pt x="2215" y="658"/>
                  </a:cubicBezTo>
                  <a:cubicBezTo>
                    <a:pt x="2366" y="617"/>
                    <a:pt x="2518" y="599"/>
                    <a:pt x="2671" y="599"/>
                  </a:cubicBezTo>
                  <a:cubicBezTo>
                    <a:pt x="3979" y="599"/>
                    <a:pt x="5299" y="1937"/>
                    <a:pt x="5314" y="1952"/>
                  </a:cubicBezTo>
                  <a:cubicBezTo>
                    <a:pt x="5372" y="2012"/>
                    <a:pt x="5450" y="2042"/>
                    <a:pt x="5527" y="2042"/>
                  </a:cubicBezTo>
                  <a:cubicBezTo>
                    <a:pt x="5603" y="2042"/>
                    <a:pt x="5678" y="2014"/>
                    <a:pt x="5737" y="1957"/>
                  </a:cubicBezTo>
                  <a:cubicBezTo>
                    <a:pt x="5854" y="1842"/>
                    <a:pt x="5858" y="1654"/>
                    <a:pt x="5743" y="1535"/>
                  </a:cubicBezTo>
                  <a:cubicBezTo>
                    <a:pt x="5674" y="1464"/>
                    <a:pt x="4233" y="0"/>
                    <a:pt x="26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67;p48">
              <a:extLst>
                <a:ext uri="{FF2B5EF4-FFF2-40B4-BE49-F238E27FC236}">
                  <a16:creationId xmlns:a16="http://schemas.microsoft.com/office/drawing/2014/main" id="{A84BC5E4-A117-B64F-1E10-FB4248090218}"/>
                </a:ext>
              </a:extLst>
            </p:cNvPr>
            <p:cNvSpPr/>
            <p:nvPr/>
          </p:nvSpPr>
          <p:spPr>
            <a:xfrm>
              <a:off x="2937450" y="2023325"/>
              <a:ext cx="289800" cy="408650"/>
            </a:xfrm>
            <a:custGeom>
              <a:avLst/>
              <a:gdLst/>
              <a:ahLst/>
              <a:cxnLst/>
              <a:rect l="l" t="t" r="r" b="b"/>
              <a:pathLst>
                <a:path w="11592" h="16346" extrusionOk="0">
                  <a:moveTo>
                    <a:pt x="7431" y="0"/>
                  </a:moveTo>
                  <a:lnTo>
                    <a:pt x="1" y="446"/>
                  </a:lnTo>
                  <a:lnTo>
                    <a:pt x="4459" y="16345"/>
                  </a:lnTo>
                  <a:lnTo>
                    <a:pt x="11591" y="16048"/>
                  </a:lnTo>
                  <a:lnTo>
                    <a:pt x="74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68;p48">
              <a:extLst>
                <a:ext uri="{FF2B5EF4-FFF2-40B4-BE49-F238E27FC236}">
                  <a16:creationId xmlns:a16="http://schemas.microsoft.com/office/drawing/2014/main" id="{5D9D9873-4F15-A8CB-F3A3-47A18CF960B1}"/>
                </a:ext>
              </a:extLst>
            </p:cNvPr>
            <p:cNvSpPr/>
            <p:nvPr/>
          </p:nvSpPr>
          <p:spPr>
            <a:xfrm>
              <a:off x="2928975" y="2015850"/>
              <a:ext cx="306700" cy="423625"/>
            </a:xfrm>
            <a:custGeom>
              <a:avLst/>
              <a:gdLst/>
              <a:ahLst/>
              <a:cxnLst/>
              <a:rect l="l" t="t" r="r" b="b"/>
              <a:pathLst>
                <a:path w="12268" h="16945" extrusionOk="0">
                  <a:moveTo>
                    <a:pt x="7541" y="613"/>
                  </a:moveTo>
                  <a:lnTo>
                    <a:pt x="11547" y="16064"/>
                  </a:lnTo>
                  <a:lnTo>
                    <a:pt x="5022" y="16336"/>
                  </a:lnTo>
                  <a:lnTo>
                    <a:pt x="728" y="1022"/>
                  </a:lnTo>
                  <a:lnTo>
                    <a:pt x="7541" y="613"/>
                  </a:lnTo>
                  <a:close/>
                  <a:moveTo>
                    <a:pt x="7767" y="0"/>
                  </a:moveTo>
                  <a:cubicBezTo>
                    <a:pt x="7762" y="0"/>
                    <a:pt x="7757" y="0"/>
                    <a:pt x="7752" y="1"/>
                  </a:cubicBezTo>
                  <a:lnTo>
                    <a:pt x="322" y="447"/>
                  </a:lnTo>
                  <a:cubicBezTo>
                    <a:pt x="132" y="458"/>
                    <a:pt x="1" y="642"/>
                    <a:pt x="52" y="825"/>
                  </a:cubicBezTo>
                  <a:lnTo>
                    <a:pt x="4510" y="16725"/>
                  </a:lnTo>
                  <a:cubicBezTo>
                    <a:pt x="4546" y="16855"/>
                    <a:pt x="4663" y="16944"/>
                    <a:pt x="4798" y="16944"/>
                  </a:cubicBezTo>
                  <a:cubicBezTo>
                    <a:pt x="4802" y="16944"/>
                    <a:pt x="4806" y="16944"/>
                    <a:pt x="4811" y="16943"/>
                  </a:cubicBezTo>
                  <a:lnTo>
                    <a:pt x="11943" y="16647"/>
                  </a:lnTo>
                  <a:cubicBezTo>
                    <a:pt x="12133" y="16639"/>
                    <a:pt x="12268" y="16457"/>
                    <a:pt x="12220" y="16272"/>
                  </a:cubicBezTo>
                  <a:lnTo>
                    <a:pt x="8059" y="224"/>
                  </a:lnTo>
                  <a:cubicBezTo>
                    <a:pt x="8025" y="91"/>
                    <a:pt x="7894" y="0"/>
                    <a:pt x="77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969;p48">
              <a:extLst>
                <a:ext uri="{FF2B5EF4-FFF2-40B4-BE49-F238E27FC236}">
                  <a16:creationId xmlns:a16="http://schemas.microsoft.com/office/drawing/2014/main" id="{75BE01B3-E0F1-A21E-AD66-5F03E59AF3ED}"/>
                </a:ext>
              </a:extLst>
            </p:cNvPr>
            <p:cNvSpPr/>
            <p:nvPr/>
          </p:nvSpPr>
          <p:spPr>
            <a:xfrm>
              <a:off x="2915175" y="2155225"/>
              <a:ext cx="375225" cy="883250"/>
            </a:xfrm>
            <a:custGeom>
              <a:avLst/>
              <a:gdLst/>
              <a:ahLst/>
              <a:cxnLst/>
              <a:rect l="l" t="t" r="r" b="b"/>
              <a:pathLst>
                <a:path w="15009" h="35330" extrusionOk="0">
                  <a:moveTo>
                    <a:pt x="5638" y="1"/>
                  </a:moveTo>
                  <a:cubicBezTo>
                    <a:pt x="4093" y="1"/>
                    <a:pt x="1780" y="184"/>
                    <a:pt x="1041" y="817"/>
                  </a:cubicBezTo>
                  <a:cubicBezTo>
                    <a:pt x="1" y="1709"/>
                    <a:pt x="1785" y="5275"/>
                    <a:pt x="2081" y="6017"/>
                  </a:cubicBezTo>
                  <a:cubicBezTo>
                    <a:pt x="2378" y="6761"/>
                    <a:pt x="3865" y="14339"/>
                    <a:pt x="4459" y="16419"/>
                  </a:cubicBezTo>
                  <a:cubicBezTo>
                    <a:pt x="5053" y="18499"/>
                    <a:pt x="6539" y="33805"/>
                    <a:pt x="7430" y="35142"/>
                  </a:cubicBezTo>
                  <a:cubicBezTo>
                    <a:pt x="7517" y="35271"/>
                    <a:pt x="7657" y="35330"/>
                    <a:pt x="7841" y="35330"/>
                  </a:cubicBezTo>
                  <a:cubicBezTo>
                    <a:pt x="9553" y="35330"/>
                    <a:pt x="15008" y="30238"/>
                    <a:pt x="15008" y="30238"/>
                  </a:cubicBezTo>
                  <a:lnTo>
                    <a:pt x="12631" y="24889"/>
                  </a:lnTo>
                  <a:lnTo>
                    <a:pt x="10699" y="25929"/>
                  </a:lnTo>
                  <a:cubicBezTo>
                    <a:pt x="10699" y="25929"/>
                    <a:pt x="8322" y="18499"/>
                    <a:pt x="7281" y="15676"/>
                  </a:cubicBezTo>
                  <a:cubicBezTo>
                    <a:pt x="6242" y="12852"/>
                    <a:pt x="5944" y="11665"/>
                    <a:pt x="5944" y="11665"/>
                  </a:cubicBezTo>
                  <a:lnTo>
                    <a:pt x="5993" y="11636"/>
                  </a:lnTo>
                  <a:cubicBezTo>
                    <a:pt x="7025" y="11033"/>
                    <a:pt x="7548" y="9832"/>
                    <a:pt x="7287" y="8666"/>
                  </a:cubicBezTo>
                  <a:lnTo>
                    <a:pt x="6947" y="7153"/>
                  </a:lnTo>
                  <a:lnTo>
                    <a:pt x="6947" y="7153"/>
                  </a:lnTo>
                  <a:cubicBezTo>
                    <a:pt x="6947" y="7153"/>
                    <a:pt x="7227" y="7780"/>
                    <a:pt x="7802" y="7780"/>
                  </a:cubicBezTo>
                  <a:cubicBezTo>
                    <a:pt x="7977" y="7780"/>
                    <a:pt x="8179" y="7722"/>
                    <a:pt x="8409" y="7571"/>
                  </a:cubicBezTo>
                  <a:cubicBezTo>
                    <a:pt x="8906" y="7244"/>
                    <a:pt x="8377" y="3956"/>
                    <a:pt x="7782" y="2767"/>
                  </a:cubicBezTo>
                  <a:cubicBezTo>
                    <a:pt x="7556" y="2314"/>
                    <a:pt x="7127" y="2161"/>
                    <a:pt x="6650" y="2161"/>
                  </a:cubicBezTo>
                  <a:cubicBezTo>
                    <a:pt x="5876" y="2161"/>
                    <a:pt x="4975" y="2565"/>
                    <a:pt x="4607" y="2749"/>
                  </a:cubicBezTo>
                  <a:cubicBezTo>
                    <a:pt x="4013" y="3046"/>
                    <a:pt x="3418" y="3641"/>
                    <a:pt x="3418" y="3641"/>
                  </a:cubicBezTo>
                  <a:lnTo>
                    <a:pt x="2972" y="1857"/>
                  </a:lnTo>
                  <a:cubicBezTo>
                    <a:pt x="2972" y="1857"/>
                    <a:pt x="5202" y="1709"/>
                    <a:pt x="5648" y="1709"/>
                  </a:cubicBezTo>
                  <a:cubicBezTo>
                    <a:pt x="6093" y="1709"/>
                    <a:pt x="7728" y="222"/>
                    <a:pt x="6985" y="74"/>
                  </a:cubicBezTo>
                  <a:cubicBezTo>
                    <a:pt x="6769" y="31"/>
                    <a:pt x="6268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970;p48">
              <a:extLst>
                <a:ext uri="{FF2B5EF4-FFF2-40B4-BE49-F238E27FC236}">
                  <a16:creationId xmlns:a16="http://schemas.microsoft.com/office/drawing/2014/main" id="{9EBFBC4F-5FCD-7B4A-DD08-05D6BD87A54A}"/>
                </a:ext>
              </a:extLst>
            </p:cNvPr>
            <p:cNvSpPr/>
            <p:nvPr/>
          </p:nvSpPr>
          <p:spPr>
            <a:xfrm>
              <a:off x="2912575" y="2147775"/>
              <a:ext cx="385950" cy="898175"/>
            </a:xfrm>
            <a:custGeom>
              <a:avLst/>
              <a:gdLst/>
              <a:ahLst/>
              <a:cxnLst/>
              <a:rect l="l" t="t" r="r" b="b"/>
              <a:pathLst>
                <a:path w="15438" h="35927" extrusionOk="0">
                  <a:moveTo>
                    <a:pt x="5815" y="2301"/>
                  </a:moveTo>
                  <a:lnTo>
                    <a:pt x="5815" y="2301"/>
                  </a:lnTo>
                  <a:cubicBezTo>
                    <a:pt x="5291" y="2441"/>
                    <a:pt x="4825" y="2655"/>
                    <a:pt x="4577" y="2778"/>
                  </a:cubicBezTo>
                  <a:cubicBezTo>
                    <a:pt x="4250" y="2942"/>
                    <a:pt x="3929" y="3184"/>
                    <a:pt x="3692" y="3382"/>
                  </a:cubicBezTo>
                  <a:lnTo>
                    <a:pt x="3454" y="2430"/>
                  </a:lnTo>
                  <a:cubicBezTo>
                    <a:pt x="4100" y="2388"/>
                    <a:pt x="5427" y="2305"/>
                    <a:pt x="5752" y="2305"/>
                  </a:cubicBezTo>
                  <a:cubicBezTo>
                    <a:pt x="5773" y="2305"/>
                    <a:pt x="5793" y="2304"/>
                    <a:pt x="5815" y="2301"/>
                  </a:cubicBezTo>
                  <a:close/>
                  <a:moveTo>
                    <a:pt x="5740" y="596"/>
                  </a:moveTo>
                  <a:cubicBezTo>
                    <a:pt x="6267" y="596"/>
                    <a:pt x="6704" y="617"/>
                    <a:pt x="6953" y="653"/>
                  </a:cubicBezTo>
                  <a:cubicBezTo>
                    <a:pt x="6792" y="990"/>
                    <a:pt x="5993" y="1674"/>
                    <a:pt x="5752" y="1706"/>
                  </a:cubicBezTo>
                  <a:cubicBezTo>
                    <a:pt x="5301" y="1706"/>
                    <a:pt x="3149" y="1849"/>
                    <a:pt x="3058" y="1855"/>
                  </a:cubicBezTo>
                  <a:cubicBezTo>
                    <a:pt x="2872" y="1867"/>
                    <a:pt x="2741" y="2045"/>
                    <a:pt x="2788" y="2227"/>
                  </a:cubicBezTo>
                  <a:lnTo>
                    <a:pt x="3234" y="4010"/>
                  </a:lnTo>
                  <a:cubicBezTo>
                    <a:pt x="3269" y="4153"/>
                    <a:pt x="3395" y="4237"/>
                    <a:pt x="3524" y="4237"/>
                  </a:cubicBezTo>
                  <a:cubicBezTo>
                    <a:pt x="3599" y="4237"/>
                    <a:pt x="3675" y="4209"/>
                    <a:pt x="3735" y="4149"/>
                  </a:cubicBezTo>
                  <a:cubicBezTo>
                    <a:pt x="3740" y="4144"/>
                    <a:pt x="4301" y="3586"/>
                    <a:pt x="4847" y="3313"/>
                  </a:cubicBezTo>
                  <a:cubicBezTo>
                    <a:pt x="5096" y="3188"/>
                    <a:pt x="6015" y="2757"/>
                    <a:pt x="6749" y="2757"/>
                  </a:cubicBezTo>
                  <a:cubicBezTo>
                    <a:pt x="7126" y="2757"/>
                    <a:pt x="7455" y="2871"/>
                    <a:pt x="7619" y="3199"/>
                  </a:cubicBezTo>
                  <a:cubicBezTo>
                    <a:pt x="8202" y="4364"/>
                    <a:pt x="8608" y="7259"/>
                    <a:pt x="8349" y="7617"/>
                  </a:cubicBezTo>
                  <a:cubicBezTo>
                    <a:pt x="8188" y="7724"/>
                    <a:pt x="8040" y="7778"/>
                    <a:pt x="7906" y="7778"/>
                  </a:cubicBezTo>
                  <a:cubicBezTo>
                    <a:pt x="7862" y="7778"/>
                    <a:pt x="7820" y="7772"/>
                    <a:pt x="7779" y="7760"/>
                  </a:cubicBezTo>
                  <a:cubicBezTo>
                    <a:pt x="7489" y="7677"/>
                    <a:pt x="7326" y="7330"/>
                    <a:pt x="7325" y="7328"/>
                  </a:cubicBezTo>
                  <a:cubicBezTo>
                    <a:pt x="7276" y="7217"/>
                    <a:pt x="7167" y="7150"/>
                    <a:pt x="7052" y="7150"/>
                  </a:cubicBezTo>
                  <a:cubicBezTo>
                    <a:pt x="7021" y="7150"/>
                    <a:pt x="6989" y="7155"/>
                    <a:pt x="6958" y="7165"/>
                  </a:cubicBezTo>
                  <a:cubicBezTo>
                    <a:pt x="6810" y="7214"/>
                    <a:pt x="6726" y="7365"/>
                    <a:pt x="6760" y="7516"/>
                  </a:cubicBezTo>
                  <a:lnTo>
                    <a:pt x="7099" y="9029"/>
                  </a:lnTo>
                  <a:cubicBezTo>
                    <a:pt x="7333" y="10072"/>
                    <a:pt x="6870" y="11136"/>
                    <a:pt x="5898" y="11703"/>
                  </a:cubicBezTo>
                  <a:cubicBezTo>
                    <a:pt x="5782" y="11770"/>
                    <a:pt x="5726" y="11905"/>
                    <a:pt x="5757" y="12035"/>
                  </a:cubicBezTo>
                  <a:cubicBezTo>
                    <a:pt x="5770" y="12084"/>
                    <a:pt x="6071" y="13271"/>
                    <a:pt x="7105" y="16078"/>
                  </a:cubicBezTo>
                  <a:cubicBezTo>
                    <a:pt x="8131" y="18863"/>
                    <a:pt x="10494" y="26244"/>
                    <a:pt x="10517" y="26318"/>
                  </a:cubicBezTo>
                  <a:cubicBezTo>
                    <a:pt x="10545" y="26403"/>
                    <a:pt x="10608" y="26472"/>
                    <a:pt x="10691" y="26504"/>
                  </a:cubicBezTo>
                  <a:cubicBezTo>
                    <a:pt x="10727" y="26519"/>
                    <a:pt x="10765" y="26526"/>
                    <a:pt x="10803" y="26526"/>
                  </a:cubicBezTo>
                  <a:cubicBezTo>
                    <a:pt x="10852" y="26526"/>
                    <a:pt x="10900" y="26514"/>
                    <a:pt x="10945" y="26491"/>
                  </a:cubicBezTo>
                  <a:lnTo>
                    <a:pt x="12592" y="25604"/>
                  </a:lnTo>
                  <a:lnTo>
                    <a:pt x="14752" y="30463"/>
                  </a:lnTo>
                  <a:cubicBezTo>
                    <a:pt x="12633" y="32420"/>
                    <a:pt x="9111" y="35330"/>
                    <a:pt x="7970" y="35330"/>
                  </a:cubicBezTo>
                  <a:cubicBezTo>
                    <a:pt x="7943" y="35330"/>
                    <a:pt x="7917" y="35328"/>
                    <a:pt x="7892" y="35325"/>
                  </a:cubicBezTo>
                  <a:cubicBezTo>
                    <a:pt x="7812" y="35315"/>
                    <a:pt x="7792" y="35287"/>
                    <a:pt x="7783" y="35274"/>
                  </a:cubicBezTo>
                  <a:cubicBezTo>
                    <a:pt x="7289" y="34533"/>
                    <a:pt x="6494" y="28356"/>
                    <a:pt x="5913" y="23846"/>
                  </a:cubicBezTo>
                  <a:cubicBezTo>
                    <a:pt x="5474" y="20438"/>
                    <a:pt x="5096" y="17493"/>
                    <a:pt x="4850" y="16634"/>
                  </a:cubicBezTo>
                  <a:cubicBezTo>
                    <a:pt x="4550" y="15586"/>
                    <a:pt x="4007" y="13061"/>
                    <a:pt x="3529" y="10834"/>
                  </a:cubicBezTo>
                  <a:cubicBezTo>
                    <a:pt x="2962" y="8194"/>
                    <a:pt x="2607" y="6567"/>
                    <a:pt x="2463" y="6205"/>
                  </a:cubicBezTo>
                  <a:cubicBezTo>
                    <a:pt x="2424" y="6107"/>
                    <a:pt x="2360" y="5964"/>
                    <a:pt x="2282" y="5785"/>
                  </a:cubicBezTo>
                  <a:cubicBezTo>
                    <a:pt x="1866" y="4843"/>
                    <a:pt x="600" y="1975"/>
                    <a:pt x="1339" y="1341"/>
                  </a:cubicBezTo>
                  <a:cubicBezTo>
                    <a:pt x="2000" y="776"/>
                    <a:pt x="4236" y="596"/>
                    <a:pt x="5740" y="596"/>
                  </a:cubicBezTo>
                  <a:close/>
                  <a:moveTo>
                    <a:pt x="5719" y="1"/>
                  </a:moveTo>
                  <a:cubicBezTo>
                    <a:pt x="4129" y="1"/>
                    <a:pt x="1764" y="189"/>
                    <a:pt x="950" y="887"/>
                  </a:cubicBezTo>
                  <a:cubicBezTo>
                    <a:pt x="0" y="1700"/>
                    <a:pt x="814" y="3941"/>
                    <a:pt x="1734" y="6026"/>
                  </a:cubicBezTo>
                  <a:cubicBezTo>
                    <a:pt x="1809" y="6197"/>
                    <a:pt x="1869" y="6334"/>
                    <a:pt x="1907" y="6426"/>
                  </a:cubicBezTo>
                  <a:cubicBezTo>
                    <a:pt x="2043" y="6768"/>
                    <a:pt x="2500" y="8898"/>
                    <a:pt x="2944" y="10959"/>
                  </a:cubicBezTo>
                  <a:cubicBezTo>
                    <a:pt x="3447" y="13305"/>
                    <a:pt x="3969" y="15731"/>
                    <a:pt x="4274" y="16798"/>
                  </a:cubicBezTo>
                  <a:cubicBezTo>
                    <a:pt x="4507" y="17615"/>
                    <a:pt x="4902" y="20679"/>
                    <a:pt x="5319" y="23922"/>
                  </a:cubicBezTo>
                  <a:cubicBezTo>
                    <a:pt x="6135" y="30260"/>
                    <a:pt x="6755" y="34810"/>
                    <a:pt x="7284" y="35605"/>
                  </a:cubicBezTo>
                  <a:cubicBezTo>
                    <a:pt x="7368" y="35731"/>
                    <a:pt x="7529" y="35886"/>
                    <a:pt x="7822" y="35921"/>
                  </a:cubicBezTo>
                  <a:cubicBezTo>
                    <a:pt x="7858" y="35924"/>
                    <a:pt x="7893" y="35925"/>
                    <a:pt x="7928" y="35926"/>
                  </a:cubicBezTo>
                  <a:cubicBezTo>
                    <a:pt x="9723" y="35926"/>
                    <a:pt x="14739" y="31293"/>
                    <a:pt x="15316" y="30754"/>
                  </a:cubicBezTo>
                  <a:cubicBezTo>
                    <a:pt x="15410" y="30667"/>
                    <a:pt x="15437" y="30530"/>
                    <a:pt x="15386" y="30414"/>
                  </a:cubicBezTo>
                  <a:lnTo>
                    <a:pt x="13007" y="25063"/>
                  </a:lnTo>
                  <a:cubicBezTo>
                    <a:pt x="12957" y="24952"/>
                    <a:pt x="12847" y="24886"/>
                    <a:pt x="12733" y="24886"/>
                  </a:cubicBezTo>
                  <a:cubicBezTo>
                    <a:pt x="12686" y="24886"/>
                    <a:pt x="12637" y="24897"/>
                    <a:pt x="12592" y="24922"/>
                  </a:cubicBezTo>
                  <a:lnTo>
                    <a:pt x="10978" y="25792"/>
                  </a:lnTo>
                  <a:cubicBezTo>
                    <a:pt x="10497" y="24296"/>
                    <a:pt x="8568" y="18319"/>
                    <a:pt x="7666" y="15870"/>
                  </a:cubicBezTo>
                  <a:cubicBezTo>
                    <a:pt x="6886" y="13752"/>
                    <a:pt x="6524" y="12552"/>
                    <a:pt x="6395" y="12099"/>
                  </a:cubicBezTo>
                  <a:cubicBezTo>
                    <a:pt x="7451" y="11404"/>
                    <a:pt x="7963" y="10128"/>
                    <a:pt x="7683" y="8897"/>
                  </a:cubicBezTo>
                  <a:lnTo>
                    <a:pt x="7553" y="8317"/>
                  </a:lnTo>
                  <a:lnTo>
                    <a:pt x="7553" y="8317"/>
                  </a:lnTo>
                  <a:cubicBezTo>
                    <a:pt x="7571" y="8323"/>
                    <a:pt x="7589" y="8329"/>
                    <a:pt x="7607" y="8335"/>
                  </a:cubicBezTo>
                  <a:cubicBezTo>
                    <a:pt x="7706" y="8363"/>
                    <a:pt x="7806" y="8377"/>
                    <a:pt x="7907" y="8377"/>
                  </a:cubicBezTo>
                  <a:cubicBezTo>
                    <a:pt x="8157" y="8377"/>
                    <a:pt x="8414" y="8291"/>
                    <a:pt x="8677" y="8117"/>
                  </a:cubicBezTo>
                  <a:cubicBezTo>
                    <a:pt x="9443" y="7614"/>
                    <a:pt x="8689" y="4002"/>
                    <a:pt x="8153" y="2931"/>
                  </a:cubicBezTo>
                  <a:cubicBezTo>
                    <a:pt x="7864" y="2351"/>
                    <a:pt x="7334" y="2160"/>
                    <a:pt x="6762" y="2160"/>
                  </a:cubicBezTo>
                  <a:cubicBezTo>
                    <a:pt x="6496" y="2160"/>
                    <a:pt x="6220" y="2202"/>
                    <a:pt x="5955" y="2265"/>
                  </a:cubicBezTo>
                  <a:cubicBezTo>
                    <a:pt x="6537" y="2064"/>
                    <a:pt x="7522" y="1162"/>
                    <a:pt x="7575" y="623"/>
                  </a:cubicBezTo>
                  <a:cubicBezTo>
                    <a:pt x="7602" y="349"/>
                    <a:pt x="7435" y="136"/>
                    <a:pt x="7146" y="78"/>
                  </a:cubicBezTo>
                  <a:cubicBezTo>
                    <a:pt x="6928" y="34"/>
                    <a:pt x="6393" y="1"/>
                    <a:pt x="57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971;p48">
              <a:extLst>
                <a:ext uri="{FF2B5EF4-FFF2-40B4-BE49-F238E27FC236}">
                  <a16:creationId xmlns:a16="http://schemas.microsoft.com/office/drawing/2014/main" id="{071372D0-72D7-2732-3295-852D8ECD57B6}"/>
                </a:ext>
              </a:extLst>
            </p:cNvPr>
            <p:cNvSpPr/>
            <p:nvPr/>
          </p:nvSpPr>
          <p:spPr>
            <a:xfrm>
              <a:off x="3002950" y="2230950"/>
              <a:ext cx="117550" cy="50550"/>
            </a:xfrm>
            <a:custGeom>
              <a:avLst/>
              <a:gdLst/>
              <a:ahLst/>
              <a:cxnLst/>
              <a:rect l="l" t="t" r="r" b="b"/>
              <a:pathLst>
                <a:path w="4702" h="2022" extrusionOk="0">
                  <a:moveTo>
                    <a:pt x="3775" y="1"/>
                  </a:moveTo>
                  <a:cubicBezTo>
                    <a:pt x="1993" y="1"/>
                    <a:pt x="293" y="1426"/>
                    <a:pt x="214" y="1494"/>
                  </a:cubicBezTo>
                  <a:cubicBezTo>
                    <a:pt x="1" y="1674"/>
                    <a:pt x="129" y="2021"/>
                    <a:pt x="408" y="2021"/>
                  </a:cubicBezTo>
                  <a:cubicBezTo>
                    <a:pt x="479" y="2021"/>
                    <a:pt x="547" y="1996"/>
                    <a:pt x="602" y="1950"/>
                  </a:cubicBezTo>
                  <a:cubicBezTo>
                    <a:pt x="619" y="1935"/>
                    <a:pt x="2207" y="599"/>
                    <a:pt x="3771" y="599"/>
                  </a:cubicBezTo>
                  <a:cubicBezTo>
                    <a:pt x="3952" y="599"/>
                    <a:pt x="4133" y="617"/>
                    <a:pt x="4311" y="657"/>
                  </a:cubicBezTo>
                  <a:cubicBezTo>
                    <a:pt x="4332" y="662"/>
                    <a:pt x="4354" y="664"/>
                    <a:pt x="4375" y="664"/>
                  </a:cubicBezTo>
                  <a:cubicBezTo>
                    <a:pt x="4511" y="664"/>
                    <a:pt x="4635" y="569"/>
                    <a:pt x="4666" y="430"/>
                  </a:cubicBezTo>
                  <a:cubicBezTo>
                    <a:pt x="4701" y="269"/>
                    <a:pt x="4600" y="109"/>
                    <a:pt x="4440" y="72"/>
                  </a:cubicBezTo>
                  <a:cubicBezTo>
                    <a:pt x="4219" y="23"/>
                    <a:pt x="3996" y="1"/>
                    <a:pt x="37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972;p48">
              <a:extLst>
                <a:ext uri="{FF2B5EF4-FFF2-40B4-BE49-F238E27FC236}">
                  <a16:creationId xmlns:a16="http://schemas.microsoft.com/office/drawing/2014/main" id="{396745C6-FB42-8AF5-7964-875675A3D6FC}"/>
                </a:ext>
              </a:extLst>
            </p:cNvPr>
            <p:cNvSpPr/>
            <p:nvPr/>
          </p:nvSpPr>
          <p:spPr>
            <a:xfrm>
              <a:off x="3018825" y="2274225"/>
              <a:ext cx="103900" cy="51650"/>
            </a:xfrm>
            <a:custGeom>
              <a:avLst/>
              <a:gdLst/>
              <a:ahLst/>
              <a:cxnLst/>
              <a:rect l="l" t="t" r="r" b="b"/>
              <a:pathLst>
                <a:path w="4156" h="2066" extrusionOk="0">
                  <a:moveTo>
                    <a:pt x="3667" y="1"/>
                  </a:moveTo>
                  <a:cubicBezTo>
                    <a:pt x="1666" y="1"/>
                    <a:pt x="242" y="1496"/>
                    <a:pt x="180" y="1562"/>
                  </a:cubicBezTo>
                  <a:cubicBezTo>
                    <a:pt x="1" y="1753"/>
                    <a:pt x="137" y="2065"/>
                    <a:pt x="397" y="2065"/>
                  </a:cubicBezTo>
                  <a:cubicBezTo>
                    <a:pt x="398" y="2065"/>
                    <a:pt x="398" y="2065"/>
                    <a:pt x="399" y="2065"/>
                  </a:cubicBezTo>
                  <a:cubicBezTo>
                    <a:pt x="482" y="2065"/>
                    <a:pt x="562" y="2031"/>
                    <a:pt x="618" y="1970"/>
                  </a:cubicBezTo>
                  <a:cubicBezTo>
                    <a:pt x="631" y="1956"/>
                    <a:pt x="1909" y="598"/>
                    <a:pt x="3646" y="598"/>
                  </a:cubicBezTo>
                  <a:cubicBezTo>
                    <a:pt x="3706" y="598"/>
                    <a:pt x="3768" y="600"/>
                    <a:pt x="3830" y="604"/>
                  </a:cubicBezTo>
                  <a:cubicBezTo>
                    <a:pt x="3836" y="604"/>
                    <a:pt x="3842" y="604"/>
                    <a:pt x="3848" y="604"/>
                  </a:cubicBezTo>
                  <a:cubicBezTo>
                    <a:pt x="4005" y="604"/>
                    <a:pt x="4138" y="480"/>
                    <a:pt x="4146" y="320"/>
                  </a:cubicBezTo>
                  <a:cubicBezTo>
                    <a:pt x="4155" y="155"/>
                    <a:pt x="4027" y="13"/>
                    <a:pt x="3860" y="5"/>
                  </a:cubicBezTo>
                  <a:cubicBezTo>
                    <a:pt x="3795" y="2"/>
                    <a:pt x="3731" y="1"/>
                    <a:pt x="36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973;p48">
              <a:extLst>
                <a:ext uri="{FF2B5EF4-FFF2-40B4-BE49-F238E27FC236}">
                  <a16:creationId xmlns:a16="http://schemas.microsoft.com/office/drawing/2014/main" id="{D727AB08-C5DE-B42D-C2D4-5014C102F085}"/>
                </a:ext>
              </a:extLst>
            </p:cNvPr>
            <p:cNvSpPr/>
            <p:nvPr/>
          </p:nvSpPr>
          <p:spPr>
            <a:xfrm>
              <a:off x="3216075" y="2299325"/>
              <a:ext cx="478950" cy="756750"/>
            </a:xfrm>
            <a:custGeom>
              <a:avLst/>
              <a:gdLst/>
              <a:ahLst/>
              <a:cxnLst/>
              <a:rect l="l" t="t" r="r" b="b"/>
              <a:pathLst>
                <a:path w="19158" h="30270" extrusionOk="0">
                  <a:moveTo>
                    <a:pt x="16533" y="0"/>
                  </a:moveTo>
                  <a:cubicBezTo>
                    <a:pt x="16499" y="0"/>
                    <a:pt x="16464" y="1"/>
                    <a:pt x="16428" y="2"/>
                  </a:cubicBezTo>
                  <a:cubicBezTo>
                    <a:pt x="16428" y="2"/>
                    <a:pt x="13670" y="2630"/>
                    <a:pt x="12483" y="4860"/>
                  </a:cubicBezTo>
                  <a:cubicBezTo>
                    <a:pt x="11294" y="7088"/>
                    <a:pt x="1" y="19125"/>
                    <a:pt x="1" y="19125"/>
                  </a:cubicBezTo>
                  <a:lnTo>
                    <a:pt x="3269" y="30269"/>
                  </a:lnTo>
                  <a:lnTo>
                    <a:pt x="11294" y="23434"/>
                  </a:lnTo>
                  <a:cubicBezTo>
                    <a:pt x="11294" y="23434"/>
                    <a:pt x="15751" y="14816"/>
                    <a:pt x="16940" y="9318"/>
                  </a:cubicBezTo>
                  <a:cubicBezTo>
                    <a:pt x="18113" y="3891"/>
                    <a:pt x="19158" y="0"/>
                    <a:pt x="165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74;p48">
              <a:extLst>
                <a:ext uri="{FF2B5EF4-FFF2-40B4-BE49-F238E27FC236}">
                  <a16:creationId xmlns:a16="http://schemas.microsoft.com/office/drawing/2014/main" id="{841F9A81-1A49-624A-FDB6-BE9B6DEEBC38}"/>
                </a:ext>
              </a:extLst>
            </p:cNvPr>
            <p:cNvSpPr/>
            <p:nvPr/>
          </p:nvSpPr>
          <p:spPr>
            <a:xfrm>
              <a:off x="3208175" y="2291850"/>
              <a:ext cx="481875" cy="771725"/>
            </a:xfrm>
            <a:custGeom>
              <a:avLst/>
              <a:gdLst/>
              <a:ahLst/>
              <a:cxnLst/>
              <a:rect l="l" t="t" r="r" b="b"/>
              <a:pathLst>
                <a:path w="19275" h="30869" extrusionOk="0">
                  <a:moveTo>
                    <a:pt x="16867" y="599"/>
                  </a:moveTo>
                  <a:cubicBezTo>
                    <a:pt x="17294" y="602"/>
                    <a:pt x="17602" y="724"/>
                    <a:pt x="17808" y="969"/>
                  </a:cubicBezTo>
                  <a:cubicBezTo>
                    <a:pt x="18626" y="1948"/>
                    <a:pt x="17998" y="4821"/>
                    <a:pt x="17201" y="8457"/>
                  </a:cubicBezTo>
                  <a:lnTo>
                    <a:pt x="16963" y="9554"/>
                  </a:lnTo>
                  <a:cubicBezTo>
                    <a:pt x="15844" y="14729"/>
                    <a:pt x="11741" y="22816"/>
                    <a:pt x="11370" y="23543"/>
                  </a:cubicBezTo>
                  <a:lnTo>
                    <a:pt x="3742" y="30041"/>
                  </a:lnTo>
                  <a:lnTo>
                    <a:pt x="652" y="19504"/>
                  </a:lnTo>
                  <a:cubicBezTo>
                    <a:pt x="1921" y="18149"/>
                    <a:pt x="11921" y="7440"/>
                    <a:pt x="13062" y="5300"/>
                  </a:cubicBezTo>
                  <a:cubicBezTo>
                    <a:pt x="14100" y="3354"/>
                    <a:pt x="16400" y="1055"/>
                    <a:pt x="16867" y="599"/>
                  </a:cubicBezTo>
                  <a:close/>
                  <a:moveTo>
                    <a:pt x="16838" y="1"/>
                  </a:moveTo>
                  <a:cubicBezTo>
                    <a:pt x="16803" y="1"/>
                    <a:pt x="16768" y="1"/>
                    <a:pt x="16733" y="3"/>
                  </a:cubicBezTo>
                  <a:cubicBezTo>
                    <a:pt x="16661" y="5"/>
                    <a:pt x="16591" y="34"/>
                    <a:pt x="16537" y="84"/>
                  </a:cubicBezTo>
                  <a:cubicBezTo>
                    <a:pt x="16424" y="194"/>
                    <a:pt x="13732" y="2772"/>
                    <a:pt x="12534" y="5017"/>
                  </a:cubicBezTo>
                  <a:cubicBezTo>
                    <a:pt x="11378" y="7186"/>
                    <a:pt x="212" y="19099"/>
                    <a:pt x="98" y="19219"/>
                  </a:cubicBezTo>
                  <a:cubicBezTo>
                    <a:pt x="26" y="19296"/>
                    <a:pt x="0" y="19407"/>
                    <a:pt x="29" y="19508"/>
                  </a:cubicBezTo>
                  <a:lnTo>
                    <a:pt x="3298" y="30652"/>
                  </a:lnTo>
                  <a:cubicBezTo>
                    <a:pt x="3327" y="30749"/>
                    <a:pt x="3403" y="30826"/>
                    <a:pt x="3500" y="30856"/>
                  </a:cubicBezTo>
                  <a:cubicBezTo>
                    <a:pt x="3527" y="30864"/>
                    <a:pt x="3557" y="30867"/>
                    <a:pt x="3586" y="30868"/>
                  </a:cubicBezTo>
                  <a:cubicBezTo>
                    <a:pt x="3657" y="30868"/>
                    <a:pt x="3726" y="30842"/>
                    <a:pt x="3781" y="30796"/>
                  </a:cubicBezTo>
                  <a:lnTo>
                    <a:pt x="11804" y="23961"/>
                  </a:lnTo>
                  <a:cubicBezTo>
                    <a:pt x="11834" y="23935"/>
                    <a:pt x="11859" y="23904"/>
                    <a:pt x="11876" y="23870"/>
                  </a:cubicBezTo>
                  <a:cubicBezTo>
                    <a:pt x="11922" y="23783"/>
                    <a:pt x="16365" y="15153"/>
                    <a:pt x="17550" y="9679"/>
                  </a:cubicBezTo>
                  <a:lnTo>
                    <a:pt x="17787" y="8585"/>
                  </a:lnTo>
                  <a:cubicBezTo>
                    <a:pt x="18652" y="4641"/>
                    <a:pt x="19275" y="1790"/>
                    <a:pt x="18267" y="585"/>
                  </a:cubicBezTo>
                  <a:cubicBezTo>
                    <a:pt x="17941" y="195"/>
                    <a:pt x="17463" y="1"/>
                    <a:pt x="168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75;p48">
              <a:extLst>
                <a:ext uri="{FF2B5EF4-FFF2-40B4-BE49-F238E27FC236}">
                  <a16:creationId xmlns:a16="http://schemas.microsoft.com/office/drawing/2014/main" id="{7D3AFD80-68FD-99C3-017B-15C8CA608885}"/>
                </a:ext>
              </a:extLst>
            </p:cNvPr>
            <p:cNvSpPr/>
            <p:nvPr/>
          </p:nvSpPr>
          <p:spPr>
            <a:xfrm>
              <a:off x="3209550" y="2295475"/>
              <a:ext cx="1092150" cy="1256525"/>
            </a:xfrm>
            <a:custGeom>
              <a:avLst/>
              <a:gdLst/>
              <a:ahLst/>
              <a:cxnLst/>
              <a:rect l="l" t="t" r="r" b="b"/>
              <a:pathLst>
                <a:path w="43686" h="50261" extrusionOk="0">
                  <a:moveTo>
                    <a:pt x="17438" y="0"/>
                  </a:moveTo>
                  <a:cubicBezTo>
                    <a:pt x="17058" y="0"/>
                    <a:pt x="16798" y="47"/>
                    <a:pt x="16689" y="156"/>
                  </a:cubicBezTo>
                  <a:cubicBezTo>
                    <a:pt x="16073" y="773"/>
                    <a:pt x="12201" y="20135"/>
                    <a:pt x="8430" y="27893"/>
                  </a:cubicBezTo>
                  <a:cubicBezTo>
                    <a:pt x="3439" y="38162"/>
                    <a:pt x="0" y="43603"/>
                    <a:pt x="0" y="43603"/>
                  </a:cubicBezTo>
                  <a:cubicBezTo>
                    <a:pt x="0" y="43603"/>
                    <a:pt x="2953" y="42279"/>
                    <a:pt x="7244" y="42279"/>
                  </a:cubicBezTo>
                  <a:cubicBezTo>
                    <a:pt x="8371" y="42279"/>
                    <a:pt x="9590" y="42370"/>
                    <a:pt x="10873" y="42601"/>
                  </a:cubicBezTo>
                  <a:cubicBezTo>
                    <a:pt x="17036" y="43711"/>
                    <a:pt x="26627" y="50260"/>
                    <a:pt x="26627" y="50260"/>
                  </a:cubicBezTo>
                  <a:cubicBezTo>
                    <a:pt x="26627" y="50260"/>
                    <a:pt x="31236" y="40343"/>
                    <a:pt x="36167" y="30358"/>
                  </a:cubicBezTo>
                  <a:cubicBezTo>
                    <a:pt x="41098" y="20372"/>
                    <a:pt x="43686" y="5457"/>
                    <a:pt x="43686" y="4594"/>
                  </a:cubicBezTo>
                  <a:cubicBezTo>
                    <a:pt x="43686" y="3796"/>
                    <a:pt x="42311" y="3101"/>
                    <a:pt x="41520" y="3101"/>
                  </a:cubicBezTo>
                  <a:cubicBezTo>
                    <a:pt x="41457" y="3101"/>
                    <a:pt x="41398" y="3105"/>
                    <a:pt x="41343" y="3114"/>
                  </a:cubicBezTo>
                  <a:cubicBezTo>
                    <a:pt x="41343" y="3114"/>
                    <a:pt x="32591" y="2375"/>
                    <a:pt x="27660" y="1636"/>
                  </a:cubicBezTo>
                  <a:cubicBezTo>
                    <a:pt x="23601" y="1027"/>
                    <a:pt x="19208" y="0"/>
                    <a:pt x="17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976;p48">
              <a:extLst>
                <a:ext uri="{FF2B5EF4-FFF2-40B4-BE49-F238E27FC236}">
                  <a16:creationId xmlns:a16="http://schemas.microsoft.com/office/drawing/2014/main" id="{15D86B58-2410-B326-7E2E-209CB3AA3D92}"/>
                </a:ext>
              </a:extLst>
            </p:cNvPr>
            <p:cNvSpPr/>
            <p:nvPr/>
          </p:nvSpPr>
          <p:spPr>
            <a:xfrm>
              <a:off x="3199875" y="2288000"/>
              <a:ext cx="1109325" cy="1271475"/>
            </a:xfrm>
            <a:custGeom>
              <a:avLst/>
              <a:gdLst/>
              <a:ahLst/>
              <a:cxnLst/>
              <a:rect l="l" t="t" r="r" b="b"/>
              <a:pathLst>
                <a:path w="44373" h="50859" extrusionOk="0">
                  <a:moveTo>
                    <a:pt x="17775" y="591"/>
                  </a:moveTo>
                  <a:cubicBezTo>
                    <a:pt x="18817" y="591"/>
                    <a:pt x="21202" y="1030"/>
                    <a:pt x="23193" y="1398"/>
                  </a:cubicBezTo>
                  <a:cubicBezTo>
                    <a:pt x="24691" y="1675"/>
                    <a:pt x="26389" y="1989"/>
                    <a:pt x="28003" y="2231"/>
                  </a:cubicBezTo>
                  <a:cubicBezTo>
                    <a:pt x="32887" y="2963"/>
                    <a:pt x="41618" y="3705"/>
                    <a:pt x="41705" y="3712"/>
                  </a:cubicBezTo>
                  <a:cubicBezTo>
                    <a:pt x="41714" y="3713"/>
                    <a:pt x="41723" y="3713"/>
                    <a:pt x="41732" y="3713"/>
                  </a:cubicBezTo>
                  <a:cubicBezTo>
                    <a:pt x="41748" y="3713"/>
                    <a:pt x="41764" y="3712"/>
                    <a:pt x="41780" y="3710"/>
                  </a:cubicBezTo>
                  <a:cubicBezTo>
                    <a:pt x="41817" y="3704"/>
                    <a:pt x="41859" y="3701"/>
                    <a:pt x="41904" y="3701"/>
                  </a:cubicBezTo>
                  <a:cubicBezTo>
                    <a:pt x="42299" y="3701"/>
                    <a:pt x="42968" y="3931"/>
                    <a:pt x="43406" y="4301"/>
                  </a:cubicBezTo>
                  <a:cubicBezTo>
                    <a:pt x="43643" y="4502"/>
                    <a:pt x="43773" y="4712"/>
                    <a:pt x="43773" y="4893"/>
                  </a:cubicBezTo>
                  <a:cubicBezTo>
                    <a:pt x="43773" y="5885"/>
                    <a:pt x="41107" y="20760"/>
                    <a:pt x="36285" y="30524"/>
                  </a:cubicBezTo>
                  <a:cubicBezTo>
                    <a:pt x="31899" y="39407"/>
                    <a:pt x="27720" y="48337"/>
                    <a:pt x="26890" y="50115"/>
                  </a:cubicBezTo>
                  <a:cubicBezTo>
                    <a:pt x="25208" y="48993"/>
                    <a:pt x="16938" y="43619"/>
                    <a:pt x="11312" y="42606"/>
                  </a:cubicBezTo>
                  <a:cubicBezTo>
                    <a:pt x="10094" y="42386"/>
                    <a:pt x="8858" y="42275"/>
                    <a:pt x="7620" y="42275"/>
                  </a:cubicBezTo>
                  <a:cubicBezTo>
                    <a:pt x="7614" y="42275"/>
                    <a:pt x="7608" y="42275"/>
                    <a:pt x="7601" y="42276"/>
                  </a:cubicBezTo>
                  <a:lnTo>
                    <a:pt x="7601" y="42274"/>
                  </a:lnTo>
                  <a:cubicBezTo>
                    <a:pt x="4611" y="42274"/>
                    <a:pt x="2277" y="42909"/>
                    <a:pt x="1099" y="43312"/>
                  </a:cubicBezTo>
                  <a:cubicBezTo>
                    <a:pt x="2199" y="41483"/>
                    <a:pt x="5184" y="36352"/>
                    <a:pt x="9087" y="28323"/>
                  </a:cubicBezTo>
                  <a:cubicBezTo>
                    <a:pt x="11613" y="23125"/>
                    <a:pt x="14125" y="12987"/>
                    <a:pt x="15787" y="6279"/>
                  </a:cubicBezTo>
                  <a:cubicBezTo>
                    <a:pt x="16468" y="3531"/>
                    <a:pt x="17111" y="936"/>
                    <a:pt x="17285" y="670"/>
                  </a:cubicBezTo>
                  <a:cubicBezTo>
                    <a:pt x="17359" y="615"/>
                    <a:pt x="17530" y="591"/>
                    <a:pt x="17775" y="591"/>
                  </a:cubicBezTo>
                  <a:close/>
                  <a:moveTo>
                    <a:pt x="17835" y="0"/>
                  </a:moveTo>
                  <a:cubicBezTo>
                    <a:pt x="17334" y="0"/>
                    <a:pt x="17029" y="79"/>
                    <a:pt x="16865" y="244"/>
                  </a:cubicBezTo>
                  <a:cubicBezTo>
                    <a:pt x="16626" y="482"/>
                    <a:pt x="16317" y="1648"/>
                    <a:pt x="15205" y="6134"/>
                  </a:cubicBezTo>
                  <a:cubicBezTo>
                    <a:pt x="13650" y="12412"/>
                    <a:pt x="11047" y="22920"/>
                    <a:pt x="8548" y="28061"/>
                  </a:cubicBezTo>
                  <a:cubicBezTo>
                    <a:pt x="3622" y="38193"/>
                    <a:pt x="168" y="43688"/>
                    <a:pt x="134" y="43743"/>
                  </a:cubicBezTo>
                  <a:cubicBezTo>
                    <a:pt x="0" y="43954"/>
                    <a:pt x="167" y="44202"/>
                    <a:pt x="385" y="44202"/>
                  </a:cubicBezTo>
                  <a:cubicBezTo>
                    <a:pt x="425" y="44202"/>
                    <a:pt x="467" y="44194"/>
                    <a:pt x="510" y="44175"/>
                  </a:cubicBezTo>
                  <a:cubicBezTo>
                    <a:pt x="546" y="44159"/>
                    <a:pt x="3460" y="42880"/>
                    <a:pt x="7647" y="42880"/>
                  </a:cubicBezTo>
                  <a:cubicBezTo>
                    <a:pt x="8754" y="42880"/>
                    <a:pt x="9951" y="42969"/>
                    <a:pt x="11206" y="43195"/>
                  </a:cubicBezTo>
                  <a:cubicBezTo>
                    <a:pt x="17236" y="44280"/>
                    <a:pt x="26749" y="50740"/>
                    <a:pt x="26844" y="50806"/>
                  </a:cubicBezTo>
                  <a:cubicBezTo>
                    <a:pt x="26894" y="50840"/>
                    <a:pt x="26953" y="50858"/>
                    <a:pt x="27013" y="50858"/>
                  </a:cubicBezTo>
                  <a:cubicBezTo>
                    <a:pt x="27040" y="50858"/>
                    <a:pt x="27067" y="50855"/>
                    <a:pt x="27092" y="50848"/>
                  </a:cubicBezTo>
                  <a:cubicBezTo>
                    <a:pt x="27177" y="50824"/>
                    <a:pt x="27247" y="50765"/>
                    <a:pt x="27285" y="50685"/>
                  </a:cubicBezTo>
                  <a:cubicBezTo>
                    <a:pt x="27331" y="50587"/>
                    <a:pt x="31949" y="40658"/>
                    <a:pt x="36822" y="30790"/>
                  </a:cubicBezTo>
                  <a:cubicBezTo>
                    <a:pt x="41684" y="20944"/>
                    <a:pt x="44373" y="5899"/>
                    <a:pt x="44373" y="4893"/>
                  </a:cubicBezTo>
                  <a:cubicBezTo>
                    <a:pt x="44373" y="4528"/>
                    <a:pt x="44173" y="4166"/>
                    <a:pt x="43794" y="3844"/>
                  </a:cubicBezTo>
                  <a:cubicBezTo>
                    <a:pt x="43279" y="3409"/>
                    <a:pt x="42488" y="3102"/>
                    <a:pt x="41910" y="3102"/>
                  </a:cubicBezTo>
                  <a:cubicBezTo>
                    <a:pt x="41844" y="3102"/>
                    <a:pt x="41781" y="3105"/>
                    <a:pt x="41721" y="3114"/>
                  </a:cubicBezTo>
                  <a:cubicBezTo>
                    <a:pt x="41116" y="3062"/>
                    <a:pt x="32802" y="2346"/>
                    <a:pt x="28092" y="1639"/>
                  </a:cubicBezTo>
                  <a:cubicBezTo>
                    <a:pt x="26488" y="1399"/>
                    <a:pt x="24795" y="1085"/>
                    <a:pt x="23302" y="809"/>
                  </a:cubicBezTo>
                  <a:cubicBezTo>
                    <a:pt x="20483" y="288"/>
                    <a:pt x="18796" y="0"/>
                    <a:pt x="17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77;p48">
              <a:extLst>
                <a:ext uri="{FF2B5EF4-FFF2-40B4-BE49-F238E27FC236}">
                  <a16:creationId xmlns:a16="http://schemas.microsoft.com/office/drawing/2014/main" id="{5055B417-8BE5-BA82-32D0-91385E5C7862}"/>
                </a:ext>
              </a:extLst>
            </p:cNvPr>
            <p:cNvSpPr/>
            <p:nvPr/>
          </p:nvSpPr>
          <p:spPr>
            <a:xfrm>
              <a:off x="3836325" y="2331375"/>
              <a:ext cx="313150" cy="316275"/>
            </a:xfrm>
            <a:custGeom>
              <a:avLst/>
              <a:gdLst/>
              <a:ahLst/>
              <a:cxnLst/>
              <a:rect l="l" t="t" r="r" b="b"/>
              <a:pathLst>
                <a:path w="12526" h="12651" extrusionOk="0">
                  <a:moveTo>
                    <a:pt x="1339" y="1"/>
                  </a:moveTo>
                  <a:cubicBezTo>
                    <a:pt x="926" y="1164"/>
                    <a:pt x="393" y="3016"/>
                    <a:pt x="247" y="5131"/>
                  </a:cubicBezTo>
                  <a:cubicBezTo>
                    <a:pt x="1" y="8706"/>
                    <a:pt x="2097" y="12650"/>
                    <a:pt x="3699" y="12650"/>
                  </a:cubicBezTo>
                  <a:cubicBezTo>
                    <a:pt x="5302" y="12650"/>
                    <a:pt x="10232" y="5993"/>
                    <a:pt x="11342" y="4145"/>
                  </a:cubicBezTo>
                  <a:cubicBezTo>
                    <a:pt x="12146" y="2804"/>
                    <a:pt x="12429" y="1795"/>
                    <a:pt x="12526" y="1338"/>
                  </a:cubicBezTo>
                  <a:cubicBezTo>
                    <a:pt x="9552" y="1053"/>
                    <a:pt x="5435" y="626"/>
                    <a:pt x="2589" y="200"/>
                  </a:cubicBezTo>
                  <a:cubicBezTo>
                    <a:pt x="2175" y="138"/>
                    <a:pt x="1758" y="70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78;p48">
              <a:extLst>
                <a:ext uri="{FF2B5EF4-FFF2-40B4-BE49-F238E27FC236}">
                  <a16:creationId xmlns:a16="http://schemas.microsoft.com/office/drawing/2014/main" id="{53F730D7-97E0-EF36-4716-5AEDE27F7BA8}"/>
                </a:ext>
              </a:extLst>
            </p:cNvPr>
            <p:cNvSpPr/>
            <p:nvPr/>
          </p:nvSpPr>
          <p:spPr>
            <a:xfrm>
              <a:off x="3830200" y="2323875"/>
              <a:ext cx="327500" cy="331225"/>
            </a:xfrm>
            <a:custGeom>
              <a:avLst/>
              <a:gdLst/>
              <a:ahLst/>
              <a:cxnLst/>
              <a:rect l="l" t="t" r="r" b="b"/>
              <a:pathLst>
                <a:path w="13100" h="13249" extrusionOk="0">
                  <a:moveTo>
                    <a:pt x="1784" y="636"/>
                  </a:moveTo>
                  <a:lnTo>
                    <a:pt x="1784" y="637"/>
                  </a:lnTo>
                  <a:cubicBezTo>
                    <a:pt x="2120" y="692"/>
                    <a:pt x="2456" y="745"/>
                    <a:pt x="2789" y="794"/>
                  </a:cubicBezTo>
                  <a:cubicBezTo>
                    <a:pt x="5534" y="1206"/>
                    <a:pt x="9464" y="1619"/>
                    <a:pt x="12397" y="1902"/>
                  </a:cubicBezTo>
                  <a:cubicBezTo>
                    <a:pt x="12253" y="2425"/>
                    <a:pt x="11952" y="3253"/>
                    <a:pt x="11329" y="4288"/>
                  </a:cubicBezTo>
                  <a:cubicBezTo>
                    <a:pt x="9956" y="6579"/>
                    <a:pt x="5238" y="12649"/>
                    <a:pt x="3944" y="12649"/>
                  </a:cubicBezTo>
                  <a:cubicBezTo>
                    <a:pt x="3625" y="12649"/>
                    <a:pt x="3233" y="12417"/>
                    <a:pt x="2841" y="11997"/>
                  </a:cubicBezTo>
                  <a:cubicBezTo>
                    <a:pt x="1712" y="10787"/>
                    <a:pt x="609" y="8081"/>
                    <a:pt x="791" y="5450"/>
                  </a:cubicBezTo>
                  <a:cubicBezTo>
                    <a:pt x="924" y="3518"/>
                    <a:pt x="1388" y="1801"/>
                    <a:pt x="1784" y="636"/>
                  </a:cubicBezTo>
                  <a:close/>
                  <a:moveTo>
                    <a:pt x="1583" y="0"/>
                  </a:moveTo>
                  <a:cubicBezTo>
                    <a:pt x="1458" y="0"/>
                    <a:pt x="1344" y="79"/>
                    <a:pt x="1301" y="200"/>
                  </a:cubicBezTo>
                  <a:cubicBezTo>
                    <a:pt x="877" y="1398"/>
                    <a:pt x="341" y="3274"/>
                    <a:pt x="193" y="5409"/>
                  </a:cubicBezTo>
                  <a:cubicBezTo>
                    <a:pt x="0" y="8209"/>
                    <a:pt x="1187" y="11105"/>
                    <a:pt x="2403" y="12407"/>
                  </a:cubicBezTo>
                  <a:cubicBezTo>
                    <a:pt x="2918" y="12958"/>
                    <a:pt x="3450" y="13249"/>
                    <a:pt x="3944" y="13249"/>
                  </a:cubicBezTo>
                  <a:cubicBezTo>
                    <a:pt x="5874" y="13249"/>
                    <a:pt x="11103" y="5831"/>
                    <a:pt x="11843" y="4597"/>
                  </a:cubicBezTo>
                  <a:cubicBezTo>
                    <a:pt x="12660" y="3236"/>
                    <a:pt x="12957" y="2198"/>
                    <a:pt x="13064" y="1699"/>
                  </a:cubicBezTo>
                  <a:cubicBezTo>
                    <a:pt x="13100" y="1524"/>
                    <a:pt x="12977" y="1356"/>
                    <a:pt x="12799" y="1339"/>
                  </a:cubicBezTo>
                  <a:cubicBezTo>
                    <a:pt x="9841" y="1055"/>
                    <a:pt x="5720" y="629"/>
                    <a:pt x="2878" y="202"/>
                  </a:cubicBezTo>
                  <a:cubicBezTo>
                    <a:pt x="2465" y="141"/>
                    <a:pt x="2049" y="75"/>
                    <a:pt x="1633" y="4"/>
                  </a:cubicBezTo>
                  <a:cubicBezTo>
                    <a:pt x="1616" y="2"/>
                    <a:pt x="1600" y="0"/>
                    <a:pt x="15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1979;p48">
              <a:extLst>
                <a:ext uri="{FF2B5EF4-FFF2-40B4-BE49-F238E27FC236}">
                  <a16:creationId xmlns:a16="http://schemas.microsoft.com/office/drawing/2014/main" id="{252E96F9-E745-08C3-790C-356184B3167A}"/>
                </a:ext>
              </a:extLst>
            </p:cNvPr>
            <p:cNvSpPr/>
            <p:nvPr/>
          </p:nvSpPr>
          <p:spPr>
            <a:xfrm>
              <a:off x="3867150" y="2163775"/>
              <a:ext cx="255800" cy="403800"/>
            </a:xfrm>
            <a:custGeom>
              <a:avLst/>
              <a:gdLst/>
              <a:ahLst/>
              <a:cxnLst/>
              <a:rect l="l" t="t" r="r" b="b"/>
              <a:pathLst>
                <a:path w="10232" h="16152" extrusionOk="0">
                  <a:moveTo>
                    <a:pt x="3206" y="0"/>
                  </a:moveTo>
                  <a:cubicBezTo>
                    <a:pt x="3206" y="0"/>
                    <a:pt x="1972" y="6287"/>
                    <a:pt x="987" y="8877"/>
                  </a:cubicBezTo>
                  <a:cubicBezTo>
                    <a:pt x="1" y="11465"/>
                    <a:pt x="1111" y="16026"/>
                    <a:pt x="2342" y="16149"/>
                  </a:cubicBezTo>
                  <a:cubicBezTo>
                    <a:pt x="2354" y="16151"/>
                    <a:pt x="2366" y="16151"/>
                    <a:pt x="2379" y="16151"/>
                  </a:cubicBezTo>
                  <a:cubicBezTo>
                    <a:pt x="3669" y="16151"/>
                    <a:pt x="8506" y="9862"/>
                    <a:pt x="8506" y="9862"/>
                  </a:cubicBezTo>
                  <a:lnTo>
                    <a:pt x="10232" y="2713"/>
                  </a:lnTo>
                  <a:cubicBezTo>
                    <a:pt x="10232" y="2713"/>
                    <a:pt x="3945" y="987"/>
                    <a:pt x="3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980;p48">
              <a:extLst>
                <a:ext uri="{FF2B5EF4-FFF2-40B4-BE49-F238E27FC236}">
                  <a16:creationId xmlns:a16="http://schemas.microsoft.com/office/drawing/2014/main" id="{86375475-FC53-2A72-BBF7-455AE0EC3494}"/>
                </a:ext>
              </a:extLst>
            </p:cNvPr>
            <p:cNvSpPr/>
            <p:nvPr/>
          </p:nvSpPr>
          <p:spPr>
            <a:xfrm>
              <a:off x="3865225" y="2156275"/>
              <a:ext cx="265950" cy="418750"/>
            </a:xfrm>
            <a:custGeom>
              <a:avLst/>
              <a:gdLst/>
              <a:ahLst/>
              <a:cxnLst/>
              <a:rect l="l" t="t" r="r" b="b"/>
              <a:pathLst>
                <a:path w="10638" h="16750" extrusionOk="0">
                  <a:moveTo>
                    <a:pt x="3478" y="848"/>
                  </a:moveTo>
                  <a:cubicBezTo>
                    <a:pt x="4895" y="1761"/>
                    <a:pt x="8777" y="2893"/>
                    <a:pt x="9950" y="3223"/>
                  </a:cubicBezTo>
                  <a:lnTo>
                    <a:pt x="8307" y="10030"/>
                  </a:lnTo>
                  <a:cubicBezTo>
                    <a:pt x="6009" y="13012"/>
                    <a:pt x="3127" y="16151"/>
                    <a:pt x="2464" y="16151"/>
                  </a:cubicBezTo>
                  <a:cubicBezTo>
                    <a:pt x="2459" y="16151"/>
                    <a:pt x="2455" y="16151"/>
                    <a:pt x="2450" y="16151"/>
                  </a:cubicBezTo>
                  <a:cubicBezTo>
                    <a:pt x="2294" y="16136"/>
                    <a:pt x="2096" y="15951"/>
                    <a:pt x="1906" y="15643"/>
                  </a:cubicBezTo>
                  <a:cubicBezTo>
                    <a:pt x="1069" y="14290"/>
                    <a:pt x="632" y="11151"/>
                    <a:pt x="1344" y="9282"/>
                  </a:cubicBezTo>
                  <a:cubicBezTo>
                    <a:pt x="2177" y="7093"/>
                    <a:pt x="3166" y="2387"/>
                    <a:pt x="3478" y="848"/>
                  </a:cubicBezTo>
                  <a:close/>
                  <a:moveTo>
                    <a:pt x="3285" y="0"/>
                  </a:moveTo>
                  <a:cubicBezTo>
                    <a:pt x="3151" y="0"/>
                    <a:pt x="3020" y="89"/>
                    <a:pt x="2990" y="242"/>
                  </a:cubicBezTo>
                  <a:cubicBezTo>
                    <a:pt x="2977" y="306"/>
                    <a:pt x="1750" y="6533"/>
                    <a:pt x="784" y="9069"/>
                  </a:cubicBezTo>
                  <a:cubicBezTo>
                    <a:pt x="1" y="11124"/>
                    <a:pt x="469" y="14460"/>
                    <a:pt x="1396" y="15957"/>
                  </a:cubicBezTo>
                  <a:cubicBezTo>
                    <a:pt x="1697" y="16445"/>
                    <a:pt x="2031" y="16711"/>
                    <a:pt x="2390" y="16747"/>
                  </a:cubicBezTo>
                  <a:cubicBezTo>
                    <a:pt x="2407" y="16748"/>
                    <a:pt x="2424" y="16749"/>
                    <a:pt x="2441" y="16749"/>
                  </a:cubicBezTo>
                  <a:cubicBezTo>
                    <a:pt x="3788" y="16749"/>
                    <a:pt x="7656" y="11859"/>
                    <a:pt x="8821" y="10344"/>
                  </a:cubicBezTo>
                  <a:cubicBezTo>
                    <a:pt x="8847" y="10311"/>
                    <a:pt x="8865" y="10273"/>
                    <a:pt x="8875" y="10232"/>
                  </a:cubicBezTo>
                  <a:lnTo>
                    <a:pt x="10600" y="3083"/>
                  </a:lnTo>
                  <a:cubicBezTo>
                    <a:pt x="10638" y="2926"/>
                    <a:pt x="10544" y="2766"/>
                    <a:pt x="10389" y="2723"/>
                  </a:cubicBezTo>
                  <a:cubicBezTo>
                    <a:pt x="7995" y="2067"/>
                    <a:pt x="4016" y="779"/>
                    <a:pt x="3522" y="120"/>
                  </a:cubicBezTo>
                  <a:cubicBezTo>
                    <a:pt x="3461" y="38"/>
                    <a:pt x="3373" y="0"/>
                    <a:pt x="32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81;p48">
              <a:extLst>
                <a:ext uri="{FF2B5EF4-FFF2-40B4-BE49-F238E27FC236}">
                  <a16:creationId xmlns:a16="http://schemas.microsoft.com/office/drawing/2014/main" id="{475FA9DF-7D9D-89C3-516E-FD8478D138DB}"/>
                </a:ext>
              </a:extLst>
            </p:cNvPr>
            <p:cNvSpPr/>
            <p:nvPr/>
          </p:nvSpPr>
          <p:spPr>
            <a:xfrm>
              <a:off x="4129900" y="2379950"/>
              <a:ext cx="546125" cy="653825"/>
            </a:xfrm>
            <a:custGeom>
              <a:avLst/>
              <a:gdLst/>
              <a:ahLst/>
              <a:cxnLst/>
              <a:rect l="l" t="t" r="r" b="b"/>
              <a:pathLst>
                <a:path w="21845" h="26153" extrusionOk="0">
                  <a:moveTo>
                    <a:pt x="5648" y="0"/>
                  </a:moveTo>
                  <a:lnTo>
                    <a:pt x="2973" y="6687"/>
                  </a:lnTo>
                  <a:cubicBezTo>
                    <a:pt x="1" y="12780"/>
                    <a:pt x="2676" y="16197"/>
                    <a:pt x="2676" y="16197"/>
                  </a:cubicBezTo>
                  <a:lnTo>
                    <a:pt x="13820" y="26153"/>
                  </a:lnTo>
                  <a:lnTo>
                    <a:pt x="21845" y="24073"/>
                  </a:lnTo>
                  <a:cubicBezTo>
                    <a:pt x="21845" y="24073"/>
                    <a:pt x="9957" y="4309"/>
                    <a:pt x="8768" y="2229"/>
                  </a:cubicBezTo>
                  <a:cubicBezTo>
                    <a:pt x="7579" y="148"/>
                    <a:pt x="5648" y="0"/>
                    <a:pt x="56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82;p48">
              <a:extLst>
                <a:ext uri="{FF2B5EF4-FFF2-40B4-BE49-F238E27FC236}">
                  <a16:creationId xmlns:a16="http://schemas.microsoft.com/office/drawing/2014/main" id="{5908434B-C646-46D0-8339-E56E8E13AE34}"/>
                </a:ext>
              </a:extLst>
            </p:cNvPr>
            <p:cNvSpPr/>
            <p:nvPr/>
          </p:nvSpPr>
          <p:spPr>
            <a:xfrm>
              <a:off x="4122025" y="2372500"/>
              <a:ext cx="562975" cy="668750"/>
            </a:xfrm>
            <a:custGeom>
              <a:avLst/>
              <a:gdLst/>
              <a:ahLst/>
              <a:cxnLst/>
              <a:rect l="l" t="t" r="r" b="b"/>
              <a:pathLst>
                <a:path w="22519" h="26750" extrusionOk="0">
                  <a:moveTo>
                    <a:pt x="5970" y="0"/>
                  </a:moveTo>
                  <a:cubicBezTo>
                    <a:pt x="5822" y="0"/>
                    <a:pt x="5676" y="116"/>
                    <a:pt x="5664" y="276"/>
                  </a:cubicBezTo>
                  <a:cubicBezTo>
                    <a:pt x="5651" y="440"/>
                    <a:pt x="5774" y="583"/>
                    <a:pt x="5938" y="598"/>
                  </a:cubicBezTo>
                  <a:cubicBezTo>
                    <a:pt x="6011" y="604"/>
                    <a:pt x="7733" y="769"/>
                    <a:pt x="8823" y="2676"/>
                  </a:cubicBezTo>
                  <a:cubicBezTo>
                    <a:pt x="9913" y="4584"/>
                    <a:pt x="20108" y="21541"/>
                    <a:pt x="21696" y="24182"/>
                  </a:cubicBezTo>
                  <a:lnTo>
                    <a:pt x="14215" y="26122"/>
                  </a:lnTo>
                  <a:lnTo>
                    <a:pt x="3225" y="16310"/>
                  </a:lnTo>
                  <a:cubicBezTo>
                    <a:pt x="3201" y="16278"/>
                    <a:pt x="701" y="12972"/>
                    <a:pt x="3557" y="7116"/>
                  </a:cubicBezTo>
                  <a:cubicBezTo>
                    <a:pt x="3620" y="6969"/>
                    <a:pt x="3557" y="6798"/>
                    <a:pt x="3413" y="6728"/>
                  </a:cubicBezTo>
                  <a:cubicBezTo>
                    <a:pt x="3371" y="6707"/>
                    <a:pt x="3326" y="6698"/>
                    <a:pt x="3282" y="6698"/>
                  </a:cubicBezTo>
                  <a:cubicBezTo>
                    <a:pt x="3176" y="6698"/>
                    <a:pt x="3073" y="6754"/>
                    <a:pt x="3020" y="6854"/>
                  </a:cubicBezTo>
                  <a:cubicBezTo>
                    <a:pt x="0" y="13043"/>
                    <a:pt x="2642" y="16535"/>
                    <a:pt x="2792" y="16718"/>
                  </a:cubicBezTo>
                  <a:lnTo>
                    <a:pt x="13936" y="26674"/>
                  </a:lnTo>
                  <a:cubicBezTo>
                    <a:pt x="13991" y="26722"/>
                    <a:pt x="14061" y="26750"/>
                    <a:pt x="14136" y="26750"/>
                  </a:cubicBezTo>
                  <a:cubicBezTo>
                    <a:pt x="14161" y="26750"/>
                    <a:pt x="14186" y="26747"/>
                    <a:pt x="14211" y="26741"/>
                  </a:cubicBezTo>
                  <a:lnTo>
                    <a:pt x="22233" y="24661"/>
                  </a:lnTo>
                  <a:cubicBezTo>
                    <a:pt x="22428" y="24612"/>
                    <a:pt x="22518" y="24389"/>
                    <a:pt x="22416" y="24217"/>
                  </a:cubicBezTo>
                  <a:cubicBezTo>
                    <a:pt x="22296" y="24019"/>
                    <a:pt x="10516" y="4433"/>
                    <a:pt x="9343" y="2380"/>
                  </a:cubicBezTo>
                  <a:cubicBezTo>
                    <a:pt x="8090" y="186"/>
                    <a:pt x="6069" y="7"/>
                    <a:pt x="5985" y="1"/>
                  </a:cubicBezTo>
                  <a:cubicBezTo>
                    <a:pt x="5980" y="0"/>
                    <a:pt x="5975" y="0"/>
                    <a:pt x="59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83;p48">
              <a:extLst>
                <a:ext uri="{FF2B5EF4-FFF2-40B4-BE49-F238E27FC236}">
                  <a16:creationId xmlns:a16="http://schemas.microsoft.com/office/drawing/2014/main" id="{1E4C3DE2-8031-93D3-6FA7-306D3C27F349}"/>
                </a:ext>
              </a:extLst>
            </p:cNvPr>
            <p:cNvSpPr/>
            <p:nvPr/>
          </p:nvSpPr>
          <p:spPr>
            <a:xfrm>
              <a:off x="3613575" y="2848025"/>
              <a:ext cx="107725" cy="156325"/>
            </a:xfrm>
            <a:custGeom>
              <a:avLst/>
              <a:gdLst/>
              <a:ahLst/>
              <a:cxnLst/>
              <a:rect l="l" t="t" r="r" b="b"/>
              <a:pathLst>
                <a:path w="4309" h="6253" extrusionOk="0">
                  <a:moveTo>
                    <a:pt x="3120" y="0"/>
                  </a:moveTo>
                  <a:cubicBezTo>
                    <a:pt x="3120" y="0"/>
                    <a:pt x="296" y="2526"/>
                    <a:pt x="148" y="3120"/>
                  </a:cubicBezTo>
                  <a:cubicBezTo>
                    <a:pt x="0" y="3715"/>
                    <a:pt x="1635" y="6093"/>
                    <a:pt x="2080" y="6241"/>
                  </a:cubicBezTo>
                  <a:cubicBezTo>
                    <a:pt x="2104" y="6249"/>
                    <a:pt x="2126" y="6252"/>
                    <a:pt x="2147" y="6252"/>
                  </a:cubicBezTo>
                  <a:cubicBezTo>
                    <a:pt x="2541" y="6252"/>
                    <a:pt x="2667" y="5021"/>
                    <a:pt x="2526" y="4458"/>
                  </a:cubicBezTo>
                  <a:cubicBezTo>
                    <a:pt x="2378" y="3863"/>
                    <a:pt x="2080" y="2972"/>
                    <a:pt x="2080" y="2972"/>
                  </a:cubicBezTo>
                  <a:lnTo>
                    <a:pt x="3715" y="1040"/>
                  </a:lnTo>
                  <a:cubicBezTo>
                    <a:pt x="3715" y="1040"/>
                    <a:pt x="4309" y="298"/>
                    <a:pt x="31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84;p48">
              <a:extLst>
                <a:ext uri="{FF2B5EF4-FFF2-40B4-BE49-F238E27FC236}">
                  <a16:creationId xmlns:a16="http://schemas.microsoft.com/office/drawing/2014/main" id="{BF0AA449-C01A-2251-7E3C-B1311092B7AF}"/>
                </a:ext>
              </a:extLst>
            </p:cNvPr>
            <p:cNvSpPr/>
            <p:nvPr/>
          </p:nvSpPr>
          <p:spPr>
            <a:xfrm>
              <a:off x="3605175" y="2840525"/>
              <a:ext cx="115050" cy="171275"/>
            </a:xfrm>
            <a:custGeom>
              <a:avLst/>
              <a:gdLst/>
              <a:ahLst/>
              <a:cxnLst/>
              <a:rect l="l" t="t" r="r" b="b"/>
              <a:pathLst>
                <a:path w="4602" h="6851" extrusionOk="0">
                  <a:moveTo>
                    <a:pt x="3533" y="634"/>
                  </a:moveTo>
                  <a:cubicBezTo>
                    <a:pt x="3809" y="727"/>
                    <a:pt x="3876" y="832"/>
                    <a:pt x="3892" y="878"/>
                  </a:cubicBezTo>
                  <a:cubicBezTo>
                    <a:pt x="3927" y="978"/>
                    <a:pt x="3846" y="1115"/>
                    <a:pt x="3823" y="1146"/>
                  </a:cubicBezTo>
                  <a:lnTo>
                    <a:pt x="2188" y="3078"/>
                  </a:lnTo>
                  <a:cubicBezTo>
                    <a:pt x="2120" y="3159"/>
                    <a:pt x="2099" y="3267"/>
                    <a:pt x="2132" y="3367"/>
                  </a:cubicBezTo>
                  <a:cubicBezTo>
                    <a:pt x="2135" y="3376"/>
                    <a:pt x="2428" y="4254"/>
                    <a:pt x="2571" y="4831"/>
                  </a:cubicBezTo>
                  <a:cubicBezTo>
                    <a:pt x="2682" y="5274"/>
                    <a:pt x="2583" y="6008"/>
                    <a:pt x="2459" y="6223"/>
                  </a:cubicBezTo>
                  <a:cubicBezTo>
                    <a:pt x="2002" y="5888"/>
                    <a:pt x="700" y="3902"/>
                    <a:pt x="775" y="3493"/>
                  </a:cubicBezTo>
                  <a:cubicBezTo>
                    <a:pt x="863" y="3179"/>
                    <a:pt x="2251" y="1789"/>
                    <a:pt x="3533" y="634"/>
                  </a:cubicBezTo>
                  <a:close/>
                  <a:moveTo>
                    <a:pt x="3456" y="0"/>
                  </a:moveTo>
                  <a:cubicBezTo>
                    <a:pt x="3383" y="0"/>
                    <a:pt x="3312" y="27"/>
                    <a:pt x="3257" y="76"/>
                  </a:cubicBezTo>
                  <a:cubicBezTo>
                    <a:pt x="2578" y="684"/>
                    <a:pt x="352" y="2714"/>
                    <a:pt x="194" y="3348"/>
                  </a:cubicBezTo>
                  <a:cubicBezTo>
                    <a:pt x="0" y="4122"/>
                    <a:pt x="1780" y="6644"/>
                    <a:pt x="2321" y="6825"/>
                  </a:cubicBezTo>
                  <a:cubicBezTo>
                    <a:pt x="2373" y="6842"/>
                    <a:pt x="2428" y="6851"/>
                    <a:pt x="2483" y="6851"/>
                  </a:cubicBezTo>
                  <a:cubicBezTo>
                    <a:pt x="2613" y="6850"/>
                    <a:pt x="2738" y="6799"/>
                    <a:pt x="2832" y="6710"/>
                  </a:cubicBezTo>
                  <a:cubicBezTo>
                    <a:pt x="3248" y="6324"/>
                    <a:pt x="3276" y="5180"/>
                    <a:pt x="3152" y="4686"/>
                  </a:cubicBezTo>
                  <a:cubicBezTo>
                    <a:pt x="3040" y="4233"/>
                    <a:pt x="2846" y="3625"/>
                    <a:pt x="2752" y="3337"/>
                  </a:cubicBezTo>
                  <a:lnTo>
                    <a:pt x="4284" y="1527"/>
                  </a:lnTo>
                  <a:cubicBezTo>
                    <a:pt x="4318" y="1487"/>
                    <a:pt x="4602" y="1113"/>
                    <a:pt x="4459" y="688"/>
                  </a:cubicBezTo>
                  <a:cubicBezTo>
                    <a:pt x="4351" y="365"/>
                    <a:pt x="4037" y="136"/>
                    <a:pt x="3530" y="9"/>
                  </a:cubicBezTo>
                  <a:cubicBezTo>
                    <a:pt x="3505" y="3"/>
                    <a:pt x="3481" y="0"/>
                    <a:pt x="34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985;p48">
              <a:extLst>
                <a:ext uri="{FF2B5EF4-FFF2-40B4-BE49-F238E27FC236}">
                  <a16:creationId xmlns:a16="http://schemas.microsoft.com/office/drawing/2014/main" id="{4D05E9C8-5A9D-1490-1A9B-658FCD9C5095}"/>
                </a:ext>
              </a:extLst>
            </p:cNvPr>
            <p:cNvSpPr/>
            <p:nvPr/>
          </p:nvSpPr>
          <p:spPr>
            <a:xfrm>
              <a:off x="3654425" y="2777450"/>
              <a:ext cx="1047600" cy="277425"/>
            </a:xfrm>
            <a:custGeom>
              <a:avLst/>
              <a:gdLst/>
              <a:ahLst/>
              <a:cxnLst/>
              <a:rect l="l" t="t" r="r" b="b"/>
              <a:pathLst>
                <a:path w="41904" h="11097" extrusionOk="0">
                  <a:moveTo>
                    <a:pt x="4161" y="1"/>
                  </a:moveTo>
                  <a:cubicBezTo>
                    <a:pt x="3121" y="1"/>
                    <a:pt x="1" y="5201"/>
                    <a:pt x="446" y="5795"/>
                  </a:cubicBezTo>
                  <a:cubicBezTo>
                    <a:pt x="892" y="6389"/>
                    <a:pt x="4607" y="9212"/>
                    <a:pt x="5647" y="9360"/>
                  </a:cubicBezTo>
                  <a:cubicBezTo>
                    <a:pt x="5701" y="9368"/>
                    <a:pt x="5759" y="9372"/>
                    <a:pt x="5820" y="9372"/>
                  </a:cubicBezTo>
                  <a:cubicBezTo>
                    <a:pt x="6915" y="9372"/>
                    <a:pt x="8916" y="8171"/>
                    <a:pt x="8916" y="8171"/>
                  </a:cubicBezTo>
                  <a:cubicBezTo>
                    <a:pt x="8916" y="8171"/>
                    <a:pt x="20061" y="9806"/>
                    <a:pt x="25261" y="10401"/>
                  </a:cubicBezTo>
                  <a:cubicBezTo>
                    <a:pt x="28108" y="10726"/>
                    <a:pt x="31312" y="11096"/>
                    <a:pt x="34043" y="11096"/>
                  </a:cubicBezTo>
                  <a:cubicBezTo>
                    <a:pt x="36300" y="11096"/>
                    <a:pt x="38234" y="10843"/>
                    <a:pt x="39377" y="10104"/>
                  </a:cubicBezTo>
                  <a:cubicBezTo>
                    <a:pt x="41903" y="8469"/>
                    <a:pt x="41160" y="4903"/>
                    <a:pt x="37743" y="3417"/>
                  </a:cubicBezTo>
                  <a:cubicBezTo>
                    <a:pt x="37743" y="3417"/>
                    <a:pt x="35544" y="2512"/>
                    <a:pt x="32715" y="2512"/>
                  </a:cubicBezTo>
                  <a:cubicBezTo>
                    <a:pt x="32512" y="2512"/>
                    <a:pt x="32306" y="2517"/>
                    <a:pt x="32097" y="2527"/>
                  </a:cubicBezTo>
                  <a:cubicBezTo>
                    <a:pt x="28976" y="2676"/>
                    <a:pt x="22437" y="4309"/>
                    <a:pt x="18277" y="4458"/>
                  </a:cubicBezTo>
                  <a:cubicBezTo>
                    <a:pt x="16415" y="4524"/>
                    <a:pt x="15417" y="4591"/>
                    <a:pt x="14681" y="4591"/>
                  </a:cubicBezTo>
                  <a:cubicBezTo>
                    <a:pt x="13774" y="4591"/>
                    <a:pt x="13268" y="4489"/>
                    <a:pt x="12036" y="4161"/>
                  </a:cubicBezTo>
                  <a:cubicBezTo>
                    <a:pt x="9807" y="3567"/>
                    <a:pt x="5201" y="1"/>
                    <a:pt x="41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86;p48">
              <a:extLst>
                <a:ext uri="{FF2B5EF4-FFF2-40B4-BE49-F238E27FC236}">
                  <a16:creationId xmlns:a16="http://schemas.microsoft.com/office/drawing/2014/main" id="{79DBB787-6BC2-4F9D-A076-7D12ACEB8148}"/>
                </a:ext>
              </a:extLst>
            </p:cNvPr>
            <p:cNvSpPr/>
            <p:nvPr/>
          </p:nvSpPr>
          <p:spPr>
            <a:xfrm>
              <a:off x="3651550" y="2769950"/>
              <a:ext cx="1034675" cy="292275"/>
            </a:xfrm>
            <a:custGeom>
              <a:avLst/>
              <a:gdLst/>
              <a:ahLst/>
              <a:cxnLst/>
              <a:rect l="l" t="t" r="r" b="b"/>
              <a:pathLst>
                <a:path w="41387" h="11691" extrusionOk="0">
                  <a:moveTo>
                    <a:pt x="4275" y="599"/>
                  </a:moveTo>
                  <a:cubicBezTo>
                    <a:pt x="4685" y="599"/>
                    <a:pt x="6116" y="1485"/>
                    <a:pt x="7377" y="2268"/>
                  </a:cubicBezTo>
                  <a:cubicBezTo>
                    <a:pt x="9011" y="3279"/>
                    <a:pt x="10861" y="4426"/>
                    <a:pt x="12074" y="4750"/>
                  </a:cubicBezTo>
                  <a:cubicBezTo>
                    <a:pt x="13338" y="5086"/>
                    <a:pt x="13880" y="5189"/>
                    <a:pt x="14808" y="5189"/>
                  </a:cubicBezTo>
                  <a:cubicBezTo>
                    <a:pt x="15249" y="5189"/>
                    <a:pt x="15778" y="5166"/>
                    <a:pt x="16514" y="5133"/>
                  </a:cubicBezTo>
                  <a:cubicBezTo>
                    <a:pt x="17026" y="5111"/>
                    <a:pt x="17643" y="5083"/>
                    <a:pt x="18403" y="5056"/>
                  </a:cubicBezTo>
                  <a:cubicBezTo>
                    <a:pt x="20698" y="4975"/>
                    <a:pt x="23756" y="4436"/>
                    <a:pt x="26454" y="3961"/>
                  </a:cubicBezTo>
                  <a:cubicBezTo>
                    <a:pt x="28704" y="3565"/>
                    <a:pt x="30831" y="3191"/>
                    <a:pt x="32225" y="3124"/>
                  </a:cubicBezTo>
                  <a:cubicBezTo>
                    <a:pt x="32422" y="3115"/>
                    <a:pt x="32617" y="3111"/>
                    <a:pt x="32809" y="3111"/>
                  </a:cubicBezTo>
                  <a:cubicBezTo>
                    <a:pt x="35512" y="3111"/>
                    <a:pt x="37660" y="3960"/>
                    <a:pt x="37742" y="3993"/>
                  </a:cubicBezTo>
                  <a:cubicBezTo>
                    <a:pt x="39439" y="4732"/>
                    <a:pt x="40565" y="6085"/>
                    <a:pt x="40684" y="7524"/>
                  </a:cubicBezTo>
                  <a:cubicBezTo>
                    <a:pt x="40772" y="8597"/>
                    <a:pt x="40291" y="9530"/>
                    <a:pt x="39330" y="10152"/>
                  </a:cubicBezTo>
                  <a:cubicBezTo>
                    <a:pt x="38242" y="10856"/>
                    <a:pt x="36368" y="11097"/>
                    <a:pt x="34172" y="11097"/>
                  </a:cubicBezTo>
                  <a:cubicBezTo>
                    <a:pt x="31480" y="11097"/>
                    <a:pt x="28305" y="10734"/>
                    <a:pt x="25507" y="10414"/>
                  </a:cubicBezTo>
                  <a:lnTo>
                    <a:pt x="25410" y="10404"/>
                  </a:lnTo>
                  <a:cubicBezTo>
                    <a:pt x="20273" y="9816"/>
                    <a:pt x="9186" y="8192"/>
                    <a:pt x="9074" y="8176"/>
                  </a:cubicBezTo>
                  <a:cubicBezTo>
                    <a:pt x="9059" y="8174"/>
                    <a:pt x="9046" y="8173"/>
                    <a:pt x="9031" y="8173"/>
                  </a:cubicBezTo>
                  <a:cubicBezTo>
                    <a:pt x="8977" y="8173"/>
                    <a:pt x="8923" y="8188"/>
                    <a:pt x="8877" y="8216"/>
                  </a:cubicBezTo>
                  <a:cubicBezTo>
                    <a:pt x="8317" y="8551"/>
                    <a:pt x="6770" y="9374"/>
                    <a:pt x="5948" y="9374"/>
                  </a:cubicBezTo>
                  <a:cubicBezTo>
                    <a:pt x="5897" y="9374"/>
                    <a:pt x="5849" y="9371"/>
                    <a:pt x="5805" y="9364"/>
                  </a:cubicBezTo>
                  <a:cubicBezTo>
                    <a:pt x="4874" y="9232"/>
                    <a:pt x="1231" y="6490"/>
                    <a:pt x="819" y="5951"/>
                  </a:cubicBezTo>
                  <a:cubicBezTo>
                    <a:pt x="729" y="5562"/>
                    <a:pt x="1850" y="3281"/>
                    <a:pt x="3158" y="1634"/>
                  </a:cubicBezTo>
                  <a:cubicBezTo>
                    <a:pt x="3970" y="611"/>
                    <a:pt x="4273" y="599"/>
                    <a:pt x="4275" y="599"/>
                  </a:cubicBezTo>
                  <a:close/>
                  <a:moveTo>
                    <a:pt x="4276" y="1"/>
                  </a:moveTo>
                  <a:cubicBezTo>
                    <a:pt x="3264" y="1"/>
                    <a:pt x="1463" y="2924"/>
                    <a:pt x="796" y="4257"/>
                  </a:cubicBezTo>
                  <a:cubicBezTo>
                    <a:pt x="0" y="5847"/>
                    <a:pt x="225" y="6147"/>
                    <a:pt x="322" y="6275"/>
                  </a:cubicBezTo>
                  <a:cubicBezTo>
                    <a:pt x="767" y="6870"/>
                    <a:pt x="4548" y="9790"/>
                    <a:pt x="5720" y="9958"/>
                  </a:cubicBezTo>
                  <a:cubicBezTo>
                    <a:pt x="5784" y="9967"/>
                    <a:pt x="5851" y="9971"/>
                    <a:pt x="5921" y="9971"/>
                  </a:cubicBezTo>
                  <a:cubicBezTo>
                    <a:pt x="6966" y="9971"/>
                    <a:pt x="8643" y="9047"/>
                    <a:pt x="9092" y="8784"/>
                  </a:cubicBezTo>
                  <a:cubicBezTo>
                    <a:pt x="10239" y="8952"/>
                    <a:pt x="20464" y="10441"/>
                    <a:pt x="25342" y="10999"/>
                  </a:cubicBezTo>
                  <a:lnTo>
                    <a:pt x="25438" y="11010"/>
                  </a:lnTo>
                  <a:cubicBezTo>
                    <a:pt x="28235" y="11329"/>
                    <a:pt x="31400" y="11691"/>
                    <a:pt x="34128" y="11691"/>
                  </a:cubicBezTo>
                  <a:cubicBezTo>
                    <a:pt x="36452" y="11691"/>
                    <a:pt x="38460" y="11428"/>
                    <a:pt x="39655" y="10656"/>
                  </a:cubicBezTo>
                  <a:cubicBezTo>
                    <a:pt x="40793" y="9918"/>
                    <a:pt x="41386" y="8759"/>
                    <a:pt x="41280" y="7475"/>
                  </a:cubicBezTo>
                  <a:cubicBezTo>
                    <a:pt x="41143" y="5814"/>
                    <a:pt x="39878" y="4270"/>
                    <a:pt x="37978" y="3443"/>
                  </a:cubicBezTo>
                  <a:lnTo>
                    <a:pt x="37972" y="3441"/>
                  </a:lnTo>
                  <a:cubicBezTo>
                    <a:pt x="37875" y="3400"/>
                    <a:pt x="35688" y="2511"/>
                    <a:pt x="32847" y="2511"/>
                  </a:cubicBezTo>
                  <a:cubicBezTo>
                    <a:pt x="32634" y="2511"/>
                    <a:pt x="32417" y="2516"/>
                    <a:pt x="32197" y="2527"/>
                  </a:cubicBezTo>
                  <a:cubicBezTo>
                    <a:pt x="30764" y="2595"/>
                    <a:pt x="28619" y="2973"/>
                    <a:pt x="26350" y="3372"/>
                  </a:cubicBezTo>
                  <a:cubicBezTo>
                    <a:pt x="23671" y="3844"/>
                    <a:pt x="20635" y="4378"/>
                    <a:pt x="18382" y="4459"/>
                  </a:cubicBezTo>
                  <a:cubicBezTo>
                    <a:pt x="17620" y="4486"/>
                    <a:pt x="17003" y="4513"/>
                    <a:pt x="16488" y="4536"/>
                  </a:cubicBezTo>
                  <a:cubicBezTo>
                    <a:pt x="15746" y="4569"/>
                    <a:pt x="15224" y="4592"/>
                    <a:pt x="14797" y="4592"/>
                  </a:cubicBezTo>
                  <a:cubicBezTo>
                    <a:pt x="13906" y="4592"/>
                    <a:pt x="13431" y="4491"/>
                    <a:pt x="12229" y="4171"/>
                  </a:cubicBezTo>
                  <a:cubicBezTo>
                    <a:pt x="11101" y="3871"/>
                    <a:pt x="9291" y="2749"/>
                    <a:pt x="7694" y="1759"/>
                  </a:cubicBezTo>
                  <a:cubicBezTo>
                    <a:pt x="5880" y="637"/>
                    <a:pt x="4828" y="1"/>
                    <a:pt x="42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987;p48">
              <a:extLst>
                <a:ext uri="{FF2B5EF4-FFF2-40B4-BE49-F238E27FC236}">
                  <a16:creationId xmlns:a16="http://schemas.microsoft.com/office/drawing/2014/main" id="{6A7B0808-0C27-E5F8-759F-4902607E9A64}"/>
                </a:ext>
              </a:extLst>
            </p:cNvPr>
            <p:cNvSpPr/>
            <p:nvPr/>
          </p:nvSpPr>
          <p:spPr>
            <a:xfrm>
              <a:off x="3678350" y="2814525"/>
              <a:ext cx="88625" cy="126450"/>
            </a:xfrm>
            <a:custGeom>
              <a:avLst/>
              <a:gdLst/>
              <a:ahLst/>
              <a:cxnLst/>
              <a:rect l="l" t="t" r="r" b="b"/>
              <a:pathLst>
                <a:path w="3545" h="5058" extrusionOk="0">
                  <a:moveTo>
                    <a:pt x="3205" y="1"/>
                  </a:moveTo>
                  <a:cubicBezTo>
                    <a:pt x="3105" y="1"/>
                    <a:pt x="3008" y="50"/>
                    <a:pt x="2951" y="140"/>
                  </a:cubicBezTo>
                  <a:lnTo>
                    <a:pt x="127" y="4597"/>
                  </a:lnTo>
                  <a:cubicBezTo>
                    <a:pt x="1" y="4797"/>
                    <a:pt x="144" y="5057"/>
                    <a:pt x="381" y="5057"/>
                  </a:cubicBezTo>
                  <a:cubicBezTo>
                    <a:pt x="483" y="5057"/>
                    <a:pt x="579" y="5005"/>
                    <a:pt x="633" y="4918"/>
                  </a:cubicBezTo>
                  <a:lnTo>
                    <a:pt x="3457" y="460"/>
                  </a:lnTo>
                  <a:cubicBezTo>
                    <a:pt x="3545" y="321"/>
                    <a:pt x="3504" y="135"/>
                    <a:pt x="3364" y="47"/>
                  </a:cubicBezTo>
                  <a:cubicBezTo>
                    <a:pt x="3314" y="16"/>
                    <a:pt x="3259" y="1"/>
                    <a:pt x="32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1988;p48">
              <a:extLst>
                <a:ext uri="{FF2B5EF4-FFF2-40B4-BE49-F238E27FC236}">
                  <a16:creationId xmlns:a16="http://schemas.microsoft.com/office/drawing/2014/main" id="{88B38B00-3EDD-A58F-DCBF-D01327E1E501}"/>
                </a:ext>
              </a:extLst>
            </p:cNvPr>
            <p:cNvSpPr/>
            <p:nvPr/>
          </p:nvSpPr>
          <p:spPr>
            <a:xfrm>
              <a:off x="3719050" y="2855375"/>
              <a:ext cx="99875" cy="126450"/>
            </a:xfrm>
            <a:custGeom>
              <a:avLst/>
              <a:gdLst/>
              <a:ahLst/>
              <a:cxnLst/>
              <a:rect l="l" t="t" r="r" b="b"/>
              <a:pathLst>
                <a:path w="3995" h="5058" extrusionOk="0">
                  <a:moveTo>
                    <a:pt x="3656" y="1"/>
                  </a:moveTo>
                  <a:cubicBezTo>
                    <a:pt x="3564" y="1"/>
                    <a:pt x="3473" y="43"/>
                    <a:pt x="3415" y="123"/>
                  </a:cubicBezTo>
                  <a:lnTo>
                    <a:pt x="145" y="4580"/>
                  </a:lnTo>
                  <a:cubicBezTo>
                    <a:pt x="1" y="4778"/>
                    <a:pt x="142" y="5057"/>
                    <a:pt x="386" y="5058"/>
                  </a:cubicBezTo>
                  <a:cubicBezTo>
                    <a:pt x="482" y="5058"/>
                    <a:pt x="572" y="5011"/>
                    <a:pt x="628" y="4935"/>
                  </a:cubicBezTo>
                  <a:lnTo>
                    <a:pt x="3898" y="478"/>
                  </a:lnTo>
                  <a:cubicBezTo>
                    <a:pt x="3995" y="344"/>
                    <a:pt x="3967" y="156"/>
                    <a:pt x="3833" y="59"/>
                  </a:cubicBezTo>
                  <a:cubicBezTo>
                    <a:pt x="3780" y="20"/>
                    <a:pt x="3718" y="1"/>
                    <a:pt x="36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989;p48">
              <a:extLst>
                <a:ext uri="{FF2B5EF4-FFF2-40B4-BE49-F238E27FC236}">
                  <a16:creationId xmlns:a16="http://schemas.microsoft.com/office/drawing/2014/main" id="{BABF2B06-466F-8C53-70A1-17842AF337F5}"/>
                </a:ext>
              </a:extLst>
            </p:cNvPr>
            <p:cNvSpPr/>
            <p:nvPr/>
          </p:nvSpPr>
          <p:spPr>
            <a:xfrm>
              <a:off x="3767175" y="2903650"/>
              <a:ext cx="88825" cy="100475"/>
            </a:xfrm>
            <a:custGeom>
              <a:avLst/>
              <a:gdLst/>
              <a:ahLst/>
              <a:cxnLst/>
              <a:rect l="l" t="t" r="r" b="b"/>
              <a:pathLst>
                <a:path w="3553" h="4019" extrusionOk="0">
                  <a:moveTo>
                    <a:pt x="3217" y="1"/>
                  </a:moveTo>
                  <a:cubicBezTo>
                    <a:pt x="3131" y="1"/>
                    <a:pt x="3045" y="38"/>
                    <a:pt x="2986" y="110"/>
                  </a:cubicBezTo>
                  <a:lnTo>
                    <a:pt x="163" y="3528"/>
                  </a:lnTo>
                  <a:cubicBezTo>
                    <a:pt x="1" y="3723"/>
                    <a:pt x="140" y="4018"/>
                    <a:pt x="393" y="4018"/>
                  </a:cubicBezTo>
                  <a:cubicBezTo>
                    <a:pt x="483" y="4018"/>
                    <a:pt x="568" y="3979"/>
                    <a:pt x="624" y="3910"/>
                  </a:cubicBezTo>
                  <a:lnTo>
                    <a:pt x="3448" y="492"/>
                  </a:lnTo>
                  <a:cubicBezTo>
                    <a:pt x="3553" y="364"/>
                    <a:pt x="3535" y="175"/>
                    <a:pt x="3408" y="70"/>
                  </a:cubicBezTo>
                  <a:cubicBezTo>
                    <a:pt x="3352" y="24"/>
                    <a:pt x="3284" y="1"/>
                    <a:pt x="3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990;p48">
              <a:extLst>
                <a:ext uri="{FF2B5EF4-FFF2-40B4-BE49-F238E27FC236}">
                  <a16:creationId xmlns:a16="http://schemas.microsoft.com/office/drawing/2014/main" id="{4FA08E91-8299-03D3-8D48-CDF82D4E9711}"/>
                </a:ext>
              </a:extLst>
            </p:cNvPr>
            <p:cNvSpPr/>
            <p:nvPr/>
          </p:nvSpPr>
          <p:spPr>
            <a:xfrm>
              <a:off x="3824200" y="2948275"/>
              <a:ext cx="61450" cy="41000"/>
            </a:xfrm>
            <a:custGeom>
              <a:avLst/>
              <a:gdLst/>
              <a:ahLst/>
              <a:cxnLst/>
              <a:rect l="l" t="t" r="r" b="b"/>
              <a:pathLst>
                <a:path w="2458" h="1640" extrusionOk="0">
                  <a:moveTo>
                    <a:pt x="1827" y="1"/>
                  </a:moveTo>
                  <a:cubicBezTo>
                    <a:pt x="1775" y="1"/>
                    <a:pt x="1722" y="14"/>
                    <a:pt x="1674" y="43"/>
                  </a:cubicBezTo>
                  <a:lnTo>
                    <a:pt x="188" y="935"/>
                  </a:lnTo>
                  <a:cubicBezTo>
                    <a:pt x="47" y="1019"/>
                    <a:pt x="0" y="1203"/>
                    <a:pt x="85" y="1344"/>
                  </a:cubicBezTo>
                  <a:cubicBezTo>
                    <a:pt x="141" y="1438"/>
                    <a:pt x="241" y="1491"/>
                    <a:pt x="343" y="1491"/>
                  </a:cubicBezTo>
                  <a:cubicBezTo>
                    <a:pt x="395" y="1491"/>
                    <a:pt x="448" y="1477"/>
                    <a:pt x="496" y="1448"/>
                  </a:cubicBezTo>
                  <a:lnTo>
                    <a:pt x="1648" y="757"/>
                  </a:lnTo>
                  <a:lnTo>
                    <a:pt x="1836" y="1422"/>
                  </a:lnTo>
                  <a:cubicBezTo>
                    <a:pt x="1874" y="1550"/>
                    <a:pt x="1991" y="1639"/>
                    <a:pt x="2125" y="1639"/>
                  </a:cubicBezTo>
                  <a:cubicBezTo>
                    <a:pt x="2152" y="1639"/>
                    <a:pt x="2180" y="1636"/>
                    <a:pt x="2207" y="1628"/>
                  </a:cubicBezTo>
                  <a:cubicBezTo>
                    <a:pt x="2366" y="1583"/>
                    <a:pt x="2457" y="1417"/>
                    <a:pt x="2412" y="1258"/>
                  </a:cubicBezTo>
                  <a:lnTo>
                    <a:pt x="2116" y="217"/>
                  </a:lnTo>
                  <a:cubicBezTo>
                    <a:pt x="2077" y="83"/>
                    <a:pt x="1955" y="1"/>
                    <a:pt x="18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991;p48">
              <a:extLst>
                <a:ext uri="{FF2B5EF4-FFF2-40B4-BE49-F238E27FC236}">
                  <a16:creationId xmlns:a16="http://schemas.microsoft.com/office/drawing/2014/main" id="{76BE9A58-2354-5DD7-793F-F55036A20621}"/>
                </a:ext>
              </a:extLst>
            </p:cNvPr>
            <p:cNvSpPr/>
            <p:nvPr/>
          </p:nvSpPr>
          <p:spPr>
            <a:xfrm>
              <a:off x="4289350" y="1965725"/>
              <a:ext cx="70900" cy="151700"/>
            </a:xfrm>
            <a:custGeom>
              <a:avLst/>
              <a:gdLst/>
              <a:ahLst/>
              <a:cxnLst/>
              <a:rect l="l" t="t" r="r" b="b"/>
              <a:pathLst>
                <a:path w="2836" h="6068" extrusionOk="0">
                  <a:moveTo>
                    <a:pt x="1607" y="1"/>
                  </a:moveTo>
                  <a:cubicBezTo>
                    <a:pt x="1333" y="1"/>
                    <a:pt x="1111" y="156"/>
                    <a:pt x="1111" y="156"/>
                  </a:cubicBezTo>
                  <a:lnTo>
                    <a:pt x="1" y="5704"/>
                  </a:lnTo>
                  <a:cubicBezTo>
                    <a:pt x="1" y="5704"/>
                    <a:pt x="438" y="6068"/>
                    <a:pt x="921" y="6068"/>
                  </a:cubicBezTo>
                  <a:cubicBezTo>
                    <a:pt x="1066" y="6068"/>
                    <a:pt x="1215" y="6035"/>
                    <a:pt x="1357" y="5949"/>
                  </a:cubicBezTo>
                  <a:cubicBezTo>
                    <a:pt x="1974" y="5580"/>
                    <a:pt x="2836" y="3978"/>
                    <a:pt x="2589" y="1635"/>
                  </a:cubicBezTo>
                  <a:cubicBezTo>
                    <a:pt x="2448" y="287"/>
                    <a:pt x="1979" y="1"/>
                    <a:pt x="1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1992;p48">
              <a:extLst>
                <a:ext uri="{FF2B5EF4-FFF2-40B4-BE49-F238E27FC236}">
                  <a16:creationId xmlns:a16="http://schemas.microsoft.com/office/drawing/2014/main" id="{E1689A52-6456-FA6A-3023-1D9D27064EA9}"/>
                </a:ext>
              </a:extLst>
            </p:cNvPr>
            <p:cNvSpPr/>
            <p:nvPr/>
          </p:nvSpPr>
          <p:spPr>
            <a:xfrm>
              <a:off x="4281475" y="1958275"/>
              <a:ext cx="86525" cy="166650"/>
            </a:xfrm>
            <a:custGeom>
              <a:avLst/>
              <a:gdLst/>
              <a:ahLst/>
              <a:cxnLst/>
              <a:rect l="l" t="t" r="r" b="b"/>
              <a:pathLst>
                <a:path w="3461" h="6666" extrusionOk="0">
                  <a:moveTo>
                    <a:pt x="1920" y="598"/>
                  </a:moveTo>
                  <a:cubicBezTo>
                    <a:pt x="1971" y="598"/>
                    <a:pt x="2023" y="607"/>
                    <a:pt x="2074" y="630"/>
                  </a:cubicBezTo>
                  <a:cubicBezTo>
                    <a:pt x="2228" y="700"/>
                    <a:pt x="2502" y="967"/>
                    <a:pt x="2607" y="1964"/>
                  </a:cubicBezTo>
                  <a:cubicBezTo>
                    <a:pt x="2843" y="4207"/>
                    <a:pt x="2014" y="5693"/>
                    <a:pt x="1518" y="5990"/>
                  </a:cubicBezTo>
                  <a:cubicBezTo>
                    <a:pt x="1427" y="6045"/>
                    <a:pt x="1329" y="6066"/>
                    <a:pt x="1232" y="6066"/>
                  </a:cubicBezTo>
                  <a:cubicBezTo>
                    <a:pt x="1009" y="6066"/>
                    <a:pt x="786" y="5955"/>
                    <a:pt x="647" y="5868"/>
                  </a:cubicBezTo>
                  <a:lnTo>
                    <a:pt x="1691" y="650"/>
                  </a:lnTo>
                  <a:cubicBezTo>
                    <a:pt x="1751" y="624"/>
                    <a:pt x="1833" y="598"/>
                    <a:pt x="1920" y="598"/>
                  </a:cubicBezTo>
                  <a:close/>
                  <a:moveTo>
                    <a:pt x="1921" y="0"/>
                  </a:moveTo>
                  <a:cubicBezTo>
                    <a:pt x="1640" y="0"/>
                    <a:pt x="1388" y="114"/>
                    <a:pt x="1254" y="209"/>
                  </a:cubicBezTo>
                  <a:cubicBezTo>
                    <a:pt x="1190" y="253"/>
                    <a:pt x="1147" y="320"/>
                    <a:pt x="1131" y="395"/>
                  </a:cubicBezTo>
                  <a:lnTo>
                    <a:pt x="22" y="5943"/>
                  </a:lnTo>
                  <a:cubicBezTo>
                    <a:pt x="0" y="6050"/>
                    <a:pt x="40" y="6161"/>
                    <a:pt x="123" y="6231"/>
                  </a:cubicBezTo>
                  <a:cubicBezTo>
                    <a:pt x="152" y="6254"/>
                    <a:pt x="655" y="6666"/>
                    <a:pt x="1239" y="6666"/>
                  </a:cubicBezTo>
                  <a:cubicBezTo>
                    <a:pt x="1241" y="6666"/>
                    <a:pt x="1243" y="6666"/>
                    <a:pt x="1245" y="6666"/>
                  </a:cubicBezTo>
                  <a:cubicBezTo>
                    <a:pt x="1449" y="6666"/>
                    <a:pt x="1650" y="6610"/>
                    <a:pt x="1825" y="6504"/>
                  </a:cubicBezTo>
                  <a:cubicBezTo>
                    <a:pt x="2552" y="6069"/>
                    <a:pt x="3461" y="4352"/>
                    <a:pt x="3202" y="1902"/>
                  </a:cubicBezTo>
                  <a:cubicBezTo>
                    <a:pt x="3099" y="916"/>
                    <a:pt x="2802" y="304"/>
                    <a:pt x="2321" y="85"/>
                  </a:cubicBezTo>
                  <a:cubicBezTo>
                    <a:pt x="2187" y="24"/>
                    <a:pt x="2051" y="0"/>
                    <a:pt x="1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1993;p48">
              <a:extLst>
                <a:ext uri="{FF2B5EF4-FFF2-40B4-BE49-F238E27FC236}">
                  <a16:creationId xmlns:a16="http://schemas.microsoft.com/office/drawing/2014/main" id="{1146DAA8-B12F-5187-F620-2BD514EFA7E4}"/>
                </a:ext>
              </a:extLst>
            </p:cNvPr>
            <p:cNvSpPr/>
            <p:nvPr/>
          </p:nvSpPr>
          <p:spPr>
            <a:xfrm>
              <a:off x="3768550" y="1701500"/>
              <a:ext cx="573225" cy="579925"/>
            </a:xfrm>
            <a:custGeom>
              <a:avLst/>
              <a:gdLst/>
              <a:ahLst/>
              <a:cxnLst/>
              <a:rect l="l" t="t" r="r" b="b"/>
              <a:pathLst>
                <a:path w="22929" h="23197" extrusionOk="0">
                  <a:moveTo>
                    <a:pt x="15533" y="0"/>
                  </a:moveTo>
                  <a:cubicBezTo>
                    <a:pt x="10725" y="0"/>
                    <a:pt x="8384" y="3205"/>
                    <a:pt x="8384" y="3205"/>
                  </a:cubicBezTo>
                  <a:cubicBezTo>
                    <a:pt x="8384" y="3205"/>
                    <a:pt x="9739" y="3945"/>
                    <a:pt x="8752" y="5301"/>
                  </a:cubicBezTo>
                  <a:cubicBezTo>
                    <a:pt x="7767" y="6656"/>
                    <a:pt x="6533" y="7519"/>
                    <a:pt x="6164" y="8382"/>
                  </a:cubicBezTo>
                  <a:cubicBezTo>
                    <a:pt x="5794" y="9246"/>
                    <a:pt x="6164" y="10109"/>
                    <a:pt x="5671" y="10849"/>
                  </a:cubicBezTo>
                  <a:cubicBezTo>
                    <a:pt x="5460" y="11165"/>
                    <a:pt x="5157" y="11256"/>
                    <a:pt x="4881" y="11256"/>
                  </a:cubicBezTo>
                  <a:cubicBezTo>
                    <a:pt x="4513" y="11256"/>
                    <a:pt x="4191" y="11095"/>
                    <a:pt x="4191" y="11095"/>
                  </a:cubicBezTo>
                  <a:cubicBezTo>
                    <a:pt x="4191" y="11095"/>
                    <a:pt x="3225" y="9826"/>
                    <a:pt x="2264" y="9826"/>
                  </a:cubicBezTo>
                  <a:cubicBezTo>
                    <a:pt x="1852" y="9826"/>
                    <a:pt x="1442" y="10059"/>
                    <a:pt x="1109" y="10725"/>
                  </a:cubicBezTo>
                  <a:cubicBezTo>
                    <a:pt x="0" y="12944"/>
                    <a:pt x="862" y="15780"/>
                    <a:pt x="2342" y="16888"/>
                  </a:cubicBezTo>
                  <a:cubicBezTo>
                    <a:pt x="2722" y="17174"/>
                    <a:pt x="3103" y="17280"/>
                    <a:pt x="3458" y="17280"/>
                  </a:cubicBezTo>
                  <a:cubicBezTo>
                    <a:pt x="4485" y="17280"/>
                    <a:pt x="5301" y="16395"/>
                    <a:pt x="5301" y="16395"/>
                  </a:cubicBezTo>
                  <a:cubicBezTo>
                    <a:pt x="5301" y="16395"/>
                    <a:pt x="8506" y="22929"/>
                    <a:pt x="11219" y="23175"/>
                  </a:cubicBezTo>
                  <a:cubicBezTo>
                    <a:pt x="11370" y="23189"/>
                    <a:pt x="11529" y="23196"/>
                    <a:pt x="11694" y="23196"/>
                  </a:cubicBezTo>
                  <a:cubicBezTo>
                    <a:pt x="14484" y="23196"/>
                    <a:pt x="19088" y="21236"/>
                    <a:pt x="20834" y="17628"/>
                  </a:cubicBezTo>
                  <a:cubicBezTo>
                    <a:pt x="22683" y="13807"/>
                    <a:pt x="22436" y="7643"/>
                    <a:pt x="22682" y="5301"/>
                  </a:cubicBezTo>
                  <a:cubicBezTo>
                    <a:pt x="22929" y="2958"/>
                    <a:pt x="20341" y="0"/>
                    <a:pt x="15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" name="Google Shape;1994;p48">
              <a:extLst>
                <a:ext uri="{FF2B5EF4-FFF2-40B4-BE49-F238E27FC236}">
                  <a16:creationId xmlns:a16="http://schemas.microsoft.com/office/drawing/2014/main" id="{087C26BE-95BB-5D8C-040E-1AE9BF2CEDEE}"/>
                </a:ext>
              </a:extLst>
            </p:cNvPr>
            <p:cNvSpPr/>
            <p:nvPr/>
          </p:nvSpPr>
          <p:spPr>
            <a:xfrm>
              <a:off x="3759850" y="1694025"/>
              <a:ext cx="586025" cy="594875"/>
            </a:xfrm>
            <a:custGeom>
              <a:avLst/>
              <a:gdLst/>
              <a:ahLst/>
              <a:cxnLst/>
              <a:rect l="l" t="t" r="r" b="b"/>
              <a:pathLst>
                <a:path w="23441" h="23795" extrusionOk="0">
                  <a:moveTo>
                    <a:pt x="15880" y="599"/>
                  </a:moveTo>
                  <a:cubicBezTo>
                    <a:pt x="18303" y="599"/>
                    <a:pt x="20417" y="1403"/>
                    <a:pt x="21681" y="2807"/>
                  </a:cubicBezTo>
                  <a:cubicBezTo>
                    <a:pt x="22444" y="3655"/>
                    <a:pt x="22828" y="4662"/>
                    <a:pt x="22733" y="5568"/>
                  </a:cubicBezTo>
                  <a:cubicBezTo>
                    <a:pt x="22675" y="6115"/>
                    <a:pt x="22645" y="6861"/>
                    <a:pt x="22608" y="7726"/>
                  </a:cubicBezTo>
                  <a:cubicBezTo>
                    <a:pt x="22490" y="10585"/>
                    <a:pt x="22311" y="14908"/>
                    <a:pt x="20912" y="17797"/>
                  </a:cubicBezTo>
                  <a:cubicBezTo>
                    <a:pt x="19245" y="21241"/>
                    <a:pt x="14742" y="23195"/>
                    <a:pt x="12037" y="23195"/>
                  </a:cubicBezTo>
                  <a:cubicBezTo>
                    <a:pt x="11883" y="23195"/>
                    <a:pt x="11735" y="23189"/>
                    <a:pt x="11594" y="23176"/>
                  </a:cubicBezTo>
                  <a:cubicBezTo>
                    <a:pt x="9508" y="22987"/>
                    <a:pt x="6789" y="18338"/>
                    <a:pt x="5917" y="16563"/>
                  </a:cubicBezTo>
                  <a:cubicBezTo>
                    <a:pt x="5874" y="16474"/>
                    <a:pt x="5789" y="16412"/>
                    <a:pt x="5691" y="16399"/>
                  </a:cubicBezTo>
                  <a:cubicBezTo>
                    <a:pt x="5677" y="16396"/>
                    <a:pt x="5663" y="16395"/>
                    <a:pt x="5648" y="16395"/>
                  </a:cubicBezTo>
                  <a:cubicBezTo>
                    <a:pt x="5565" y="16396"/>
                    <a:pt x="5486" y="16430"/>
                    <a:pt x="5431" y="16491"/>
                  </a:cubicBezTo>
                  <a:cubicBezTo>
                    <a:pt x="5391" y="16533"/>
                    <a:pt x="4686" y="17279"/>
                    <a:pt x="3815" y="17279"/>
                  </a:cubicBezTo>
                  <a:cubicBezTo>
                    <a:pt x="3513" y="17279"/>
                    <a:pt x="3192" y="17189"/>
                    <a:pt x="2871" y="16948"/>
                  </a:cubicBezTo>
                  <a:cubicBezTo>
                    <a:pt x="1484" y="15908"/>
                    <a:pt x="699" y="13211"/>
                    <a:pt x="1726" y="11158"/>
                  </a:cubicBezTo>
                  <a:cubicBezTo>
                    <a:pt x="1953" y="10703"/>
                    <a:pt x="2227" y="10458"/>
                    <a:pt x="2542" y="10428"/>
                  </a:cubicBezTo>
                  <a:cubicBezTo>
                    <a:pt x="2563" y="10426"/>
                    <a:pt x="2585" y="10425"/>
                    <a:pt x="2607" y="10425"/>
                  </a:cubicBezTo>
                  <a:cubicBezTo>
                    <a:pt x="3280" y="10425"/>
                    <a:pt x="4050" y="11245"/>
                    <a:pt x="4302" y="11575"/>
                  </a:cubicBezTo>
                  <a:cubicBezTo>
                    <a:pt x="4330" y="11611"/>
                    <a:pt x="4365" y="11641"/>
                    <a:pt x="4406" y="11662"/>
                  </a:cubicBezTo>
                  <a:cubicBezTo>
                    <a:pt x="4601" y="11760"/>
                    <a:pt x="4904" y="11854"/>
                    <a:pt x="5223" y="11854"/>
                  </a:cubicBezTo>
                  <a:cubicBezTo>
                    <a:pt x="5598" y="11854"/>
                    <a:pt x="5996" y="11723"/>
                    <a:pt x="6269" y="11313"/>
                  </a:cubicBezTo>
                  <a:cubicBezTo>
                    <a:pt x="6582" y="10843"/>
                    <a:pt x="6598" y="10349"/>
                    <a:pt x="6615" y="9872"/>
                  </a:cubicBezTo>
                  <a:cubicBezTo>
                    <a:pt x="6628" y="9498"/>
                    <a:pt x="6640" y="9145"/>
                    <a:pt x="6788" y="8800"/>
                  </a:cubicBezTo>
                  <a:cubicBezTo>
                    <a:pt x="6967" y="8382"/>
                    <a:pt x="7407" y="7929"/>
                    <a:pt x="7916" y="7405"/>
                  </a:cubicBezTo>
                  <a:cubicBezTo>
                    <a:pt x="8367" y="6941"/>
                    <a:pt x="8880" y="6413"/>
                    <a:pt x="9343" y="5777"/>
                  </a:cubicBezTo>
                  <a:cubicBezTo>
                    <a:pt x="9700" y="5284"/>
                    <a:pt x="9829" y="4800"/>
                    <a:pt x="9725" y="4338"/>
                  </a:cubicBezTo>
                  <a:cubicBezTo>
                    <a:pt x="9632" y="3927"/>
                    <a:pt x="9374" y="3632"/>
                    <a:pt x="9165" y="3451"/>
                  </a:cubicBezTo>
                  <a:cubicBezTo>
                    <a:pt x="9806" y="2735"/>
                    <a:pt x="12042" y="599"/>
                    <a:pt x="15880" y="599"/>
                  </a:cubicBezTo>
                  <a:close/>
                  <a:moveTo>
                    <a:pt x="15880" y="0"/>
                  </a:moveTo>
                  <a:cubicBezTo>
                    <a:pt x="10976" y="0"/>
                    <a:pt x="8588" y="3193"/>
                    <a:pt x="8488" y="3329"/>
                  </a:cubicBezTo>
                  <a:cubicBezTo>
                    <a:pt x="8383" y="3474"/>
                    <a:pt x="8429" y="3679"/>
                    <a:pt x="8586" y="3766"/>
                  </a:cubicBezTo>
                  <a:cubicBezTo>
                    <a:pt x="8589" y="3769"/>
                    <a:pt x="9043" y="4027"/>
                    <a:pt x="9141" y="4473"/>
                  </a:cubicBezTo>
                  <a:cubicBezTo>
                    <a:pt x="9205" y="4760"/>
                    <a:pt x="9108" y="5080"/>
                    <a:pt x="8858" y="5425"/>
                  </a:cubicBezTo>
                  <a:cubicBezTo>
                    <a:pt x="8419" y="6027"/>
                    <a:pt x="7923" y="6538"/>
                    <a:pt x="7485" y="6989"/>
                  </a:cubicBezTo>
                  <a:cubicBezTo>
                    <a:pt x="6934" y="7555"/>
                    <a:pt x="6459" y="8045"/>
                    <a:pt x="6236" y="8564"/>
                  </a:cubicBezTo>
                  <a:cubicBezTo>
                    <a:pt x="6044" y="9013"/>
                    <a:pt x="6029" y="9458"/>
                    <a:pt x="6016" y="9851"/>
                  </a:cubicBezTo>
                  <a:cubicBezTo>
                    <a:pt x="6001" y="10281"/>
                    <a:pt x="5988" y="10652"/>
                    <a:pt x="5769" y="10981"/>
                  </a:cubicBezTo>
                  <a:cubicBezTo>
                    <a:pt x="5628" y="11194"/>
                    <a:pt x="5419" y="11257"/>
                    <a:pt x="5221" y="11257"/>
                  </a:cubicBezTo>
                  <a:cubicBezTo>
                    <a:pt x="5015" y="11257"/>
                    <a:pt x="4822" y="11190"/>
                    <a:pt x="4728" y="11151"/>
                  </a:cubicBezTo>
                  <a:cubicBezTo>
                    <a:pt x="4495" y="10859"/>
                    <a:pt x="3592" y="9826"/>
                    <a:pt x="2613" y="9826"/>
                  </a:cubicBezTo>
                  <a:cubicBezTo>
                    <a:pt x="2571" y="9826"/>
                    <a:pt x="2528" y="9828"/>
                    <a:pt x="2485" y="9832"/>
                  </a:cubicBezTo>
                  <a:cubicBezTo>
                    <a:pt x="1951" y="9882"/>
                    <a:pt x="1514" y="10238"/>
                    <a:pt x="1190" y="10890"/>
                  </a:cubicBezTo>
                  <a:cubicBezTo>
                    <a:pt x="1" y="13267"/>
                    <a:pt x="932" y="16243"/>
                    <a:pt x="2511" y="17427"/>
                  </a:cubicBezTo>
                  <a:cubicBezTo>
                    <a:pt x="2942" y="17751"/>
                    <a:pt x="3384" y="17876"/>
                    <a:pt x="3804" y="17876"/>
                  </a:cubicBezTo>
                  <a:cubicBezTo>
                    <a:pt x="4497" y="17876"/>
                    <a:pt x="5132" y="17534"/>
                    <a:pt x="5562" y="17184"/>
                  </a:cubicBezTo>
                  <a:cubicBezTo>
                    <a:pt x="6292" y="18588"/>
                    <a:pt x="9043" y="23547"/>
                    <a:pt x="11539" y="23773"/>
                  </a:cubicBezTo>
                  <a:cubicBezTo>
                    <a:pt x="11700" y="23788"/>
                    <a:pt x="11870" y="23795"/>
                    <a:pt x="12045" y="23795"/>
                  </a:cubicBezTo>
                  <a:cubicBezTo>
                    <a:pt x="14969" y="23795"/>
                    <a:pt x="19658" y="21762"/>
                    <a:pt x="21450" y="18058"/>
                  </a:cubicBezTo>
                  <a:cubicBezTo>
                    <a:pt x="22903" y="15057"/>
                    <a:pt x="23085" y="10660"/>
                    <a:pt x="23206" y="7752"/>
                  </a:cubicBezTo>
                  <a:cubicBezTo>
                    <a:pt x="23242" y="6898"/>
                    <a:pt x="23271" y="6159"/>
                    <a:pt x="23328" y="5632"/>
                  </a:cubicBezTo>
                  <a:cubicBezTo>
                    <a:pt x="23441" y="4556"/>
                    <a:pt x="23002" y="3382"/>
                    <a:pt x="22125" y="2407"/>
                  </a:cubicBezTo>
                  <a:cubicBezTo>
                    <a:pt x="20749" y="877"/>
                    <a:pt x="18472" y="0"/>
                    <a:pt x="158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995;p48">
              <a:extLst>
                <a:ext uri="{FF2B5EF4-FFF2-40B4-BE49-F238E27FC236}">
                  <a16:creationId xmlns:a16="http://schemas.microsoft.com/office/drawing/2014/main" id="{5FE911D0-8856-B658-1F8F-A299366F81D3}"/>
                </a:ext>
              </a:extLst>
            </p:cNvPr>
            <p:cNvSpPr/>
            <p:nvPr/>
          </p:nvSpPr>
          <p:spPr>
            <a:xfrm>
              <a:off x="4121025" y="1846900"/>
              <a:ext cx="34425" cy="62750"/>
            </a:xfrm>
            <a:custGeom>
              <a:avLst/>
              <a:gdLst/>
              <a:ahLst/>
              <a:cxnLst/>
              <a:rect l="l" t="t" r="r" b="b"/>
              <a:pathLst>
                <a:path w="1377" h="2510" extrusionOk="0">
                  <a:moveTo>
                    <a:pt x="839" y="1"/>
                  </a:moveTo>
                  <a:cubicBezTo>
                    <a:pt x="530" y="1"/>
                    <a:pt x="210" y="504"/>
                    <a:pt x="107" y="1165"/>
                  </a:cubicBezTo>
                  <a:cubicBezTo>
                    <a:pt x="1" y="1856"/>
                    <a:pt x="174" y="2456"/>
                    <a:pt x="494" y="2507"/>
                  </a:cubicBezTo>
                  <a:cubicBezTo>
                    <a:pt x="508" y="2509"/>
                    <a:pt x="523" y="2510"/>
                    <a:pt x="537" y="2510"/>
                  </a:cubicBezTo>
                  <a:cubicBezTo>
                    <a:pt x="846" y="2510"/>
                    <a:pt x="1167" y="2005"/>
                    <a:pt x="1269" y="1345"/>
                  </a:cubicBezTo>
                  <a:cubicBezTo>
                    <a:pt x="1376" y="654"/>
                    <a:pt x="1203" y="53"/>
                    <a:pt x="882" y="4"/>
                  </a:cubicBezTo>
                  <a:cubicBezTo>
                    <a:pt x="868" y="2"/>
                    <a:pt x="853" y="1"/>
                    <a:pt x="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996;p48">
              <a:extLst>
                <a:ext uri="{FF2B5EF4-FFF2-40B4-BE49-F238E27FC236}">
                  <a16:creationId xmlns:a16="http://schemas.microsoft.com/office/drawing/2014/main" id="{694B286F-27EC-B93A-29AD-02F2438D096F}"/>
                </a:ext>
              </a:extLst>
            </p:cNvPr>
            <p:cNvSpPr/>
            <p:nvPr/>
          </p:nvSpPr>
          <p:spPr>
            <a:xfrm>
              <a:off x="4244225" y="1880800"/>
              <a:ext cx="34450" cy="62750"/>
            </a:xfrm>
            <a:custGeom>
              <a:avLst/>
              <a:gdLst/>
              <a:ahLst/>
              <a:cxnLst/>
              <a:rect l="l" t="t" r="r" b="b"/>
              <a:pathLst>
                <a:path w="1378" h="2510" extrusionOk="0">
                  <a:moveTo>
                    <a:pt x="840" y="0"/>
                  </a:moveTo>
                  <a:cubicBezTo>
                    <a:pt x="531" y="0"/>
                    <a:pt x="211" y="505"/>
                    <a:pt x="108" y="1165"/>
                  </a:cubicBezTo>
                  <a:cubicBezTo>
                    <a:pt x="0" y="1855"/>
                    <a:pt x="175" y="2456"/>
                    <a:pt x="495" y="2506"/>
                  </a:cubicBezTo>
                  <a:cubicBezTo>
                    <a:pt x="509" y="2508"/>
                    <a:pt x="523" y="2509"/>
                    <a:pt x="538" y="2509"/>
                  </a:cubicBezTo>
                  <a:cubicBezTo>
                    <a:pt x="846" y="2509"/>
                    <a:pt x="1168" y="2005"/>
                    <a:pt x="1270" y="1345"/>
                  </a:cubicBezTo>
                  <a:cubicBezTo>
                    <a:pt x="1377" y="654"/>
                    <a:pt x="1204" y="53"/>
                    <a:pt x="883" y="3"/>
                  </a:cubicBezTo>
                  <a:cubicBezTo>
                    <a:pt x="868" y="1"/>
                    <a:pt x="854" y="0"/>
                    <a:pt x="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997;p48">
              <a:extLst>
                <a:ext uri="{FF2B5EF4-FFF2-40B4-BE49-F238E27FC236}">
                  <a16:creationId xmlns:a16="http://schemas.microsoft.com/office/drawing/2014/main" id="{38D7C0C1-119C-58A8-C7B7-77F71DC933AD}"/>
                </a:ext>
              </a:extLst>
            </p:cNvPr>
            <p:cNvSpPr/>
            <p:nvPr/>
          </p:nvSpPr>
          <p:spPr>
            <a:xfrm>
              <a:off x="4082025" y="1772900"/>
              <a:ext cx="106725" cy="42775"/>
            </a:xfrm>
            <a:custGeom>
              <a:avLst/>
              <a:gdLst/>
              <a:ahLst/>
              <a:cxnLst/>
              <a:rect l="l" t="t" r="r" b="b"/>
              <a:pathLst>
                <a:path w="4269" h="1711" extrusionOk="0">
                  <a:moveTo>
                    <a:pt x="2717" y="1"/>
                  </a:moveTo>
                  <a:cubicBezTo>
                    <a:pt x="1222" y="1"/>
                    <a:pt x="179" y="1201"/>
                    <a:pt x="166" y="1217"/>
                  </a:cubicBezTo>
                  <a:cubicBezTo>
                    <a:pt x="1" y="1411"/>
                    <a:pt x="139" y="1711"/>
                    <a:pt x="394" y="1711"/>
                  </a:cubicBezTo>
                  <a:cubicBezTo>
                    <a:pt x="483" y="1711"/>
                    <a:pt x="565" y="1671"/>
                    <a:pt x="623" y="1605"/>
                  </a:cubicBezTo>
                  <a:cubicBezTo>
                    <a:pt x="634" y="1592"/>
                    <a:pt x="1493" y="601"/>
                    <a:pt x="2713" y="601"/>
                  </a:cubicBezTo>
                  <a:cubicBezTo>
                    <a:pt x="3047" y="601"/>
                    <a:pt x="3408" y="675"/>
                    <a:pt x="3787" y="865"/>
                  </a:cubicBezTo>
                  <a:cubicBezTo>
                    <a:pt x="3831" y="888"/>
                    <a:pt x="3879" y="899"/>
                    <a:pt x="3926" y="899"/>
                  </a:cubicBezTo>
                  <a:cubicBezTo>
                    <a:pt x="4036" y="899"/>
                    <a:pt x="4142" y="839"/>
                    <a:pt x="4194" y="734"/>
                  </a:cubicBezTo>
                  <a:cubicBezTo>
                    <a:pt x="4269" y="583"/>
                    <a:pt x="4207" y="401"/>
                    <a:pt x="4055" y="330"/>
                  </a:cubicBezTo>
                  <a:cubicBezTo>
                    <a:pt x="3582" y="93"/>
                    <a:pt x="3132" y="1"/>
                    <a:pt x="27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998;p48">
              <a:extLst>
                <a:ext uri="{FF2B5EF4-FFF2-40B4-BE49-F238E27FC236}">
                  <a16:creationId xmlns:a16="http://schemas.microsoft.com/office/drawing/2014/main" id="{3C45A2B2-7AFF-A223-54C1-9B252C96F611}"/>
                </a:ext>
              </a:extLst>
            </p:cNvPr>
            <p:cNvSpPr/>
            <p:nvPr/>
          </p:nvSpPr>
          <p:spPr>
            <a:xfrm>
              <a:off x="4246200" y="1814075"/>
              <a:ext cx="84300" cy="73950"/>
            </a:xfrm>
            <a:custGeom>
              <a:avLst/>
              <a:gdLst/>
              <a:ahLst/>
              <a:cxnLst/>
              <a:rect l="l" t="t" r="r" b="b"/>
              <a:pathLst>
                <a:path w="3372" h="2958" extrusionOk="0">
                  <a:moveTo>
                    <a:pt x="984" y="0"/>
                  </a:moveTo>
                  <a:cubicBezTo>
                    <a:pt x="565" y="0"/>
                    <a:pt x="259" y="108"/>
                    <a:pt x="237" y="116"/>
                  </a:cubicBezTo>
                  <a:cubicBezTo>
                    <a:pt x="82" y="171"/>
                    <a:pt x="1" y="342"/>
                    <a:pt x="56" y="497"/>
                  </a:cubicBezTo>
                  <a:cubicBezTo>
                    <a:pt x="100" y="620"/>
                    <a:pt x="215" y="697"/>
                    <a:pt x="338" y="697"/>
                  </a:cubicBezTo>
                  <a:cubicBezTo>
                    <a:pt x="371" y="697"/>
                    <a:pt x="405" y="691"/>
                    <a:pt x="438" y="679"/>
                  </a:cubicBezTo>
                  <a:cubicBezTo>
                    <a:pt x="442" y="677"/>
                    <a:pt x="671" y="599"/>
                    <a:pt x="982" y="599"/>
                  </a:cubicBezTo>
                  <a:cubicBezTo>
                    <a:pt x="1221" y="599"/>
                    <a:pt x="1509" y="645"/>
                    <a:pt x="1780" y="809"/>
                  </a:cubicBezTo>
                  <a:cubicBezTo>
                    <a:pt x="2288" y="1117"/>
                    <a:pt x="2616" y="1754"/>
                    <a:pt x="2755" y="2702"/>
                  </a:cubicBezTo>
                  <a:cubicBezTo>
                    <a:pt x="2777" y="2848"/>
                    <a:pt x="2903" y="2956"/>
                    <a:pt x="3051" y="2958"/>
                  </a:cubicBezTo>
                  <a:cubicBezTo>
                    <a:pt x="3066" y="2958"/>
                    <a:pt x="3081" y="2956"/>
                    <a:pt x="3094" y="2954"/>
                  </a:cubicBezTo>
                  <a:cubicBezTo>
                    <a:pt x="3258" y="2929"/>
                    <a:pt x="3372" y="2778"/>
                    <a:pt x="3348" y="2615"/>
                  </a:cubicBezTo>
                  <a:cubicBezTo>
                    <a:pt x="3180" y="1477"/>
                    <a:pt x="2755" y="695"/>
                    <a:pt x="2083" y="292"/>
                  </a:cubicBezTo>
                  <a:cubicBezTo>
                    <a:pt x="1703" y="65"/>
                    <a:pt x="1309" y="0"/>
                    <a:pt x="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999;p48">
              <a:extLst>
                <a:ext uri="{FF2B5EF4-FFF2-40B4-BE49-F238E27FC236}">
                  <a16:creationId xmlns:a16="http://schemas.microsoft.com/office/drawing/2014/main" id="{5E64D907-7E7B-2A0F-7F2A-FB8A730C2CA1}"/>
                </a:ext>
              </a:extLst>
            </p:cNvPr>
            <p:cNvSpPr/>
            <p:nvPr/>
          </p:nvSpPr>
          <p:spPr>
            <a:xfrm>
              <a:off x="4171425" y="1875375"/>
              <a:ext cx="96900" cy="132500"/>
            </a:xfrm>
            <a:custGeom>
              <a:avLst/>
              <a:gdLst/>
              <a:ahLst/>
              <a:cxnLst/>
              <a:rect l="l" t="t" r="r" b="b"/>
              <a:pathLst>
                <a:path w="3876" h="5300" extrusionOk="0">
                  <a:moveTo>
                    <a:pt x="2333" y="1"/>
                  </a:moveTo>
                  <a:cubicBezTo>
                    <a:pt x="2227" y="1"/>
                    <a:pt x="2124" y="57"/>
                    <a:pt x="2070" y="156"/>
                  </a:cubicBezTo>
                  <a:cubicBezTo>
                    <a:pt x="1805" y="656"/>
                    <a:pt x="1213" y="1873"/>
                    <a:pt x="1424" y="2398"/>
                  </a:cubicBezTo>
                  <a:cubicBezTo>
                    <a:pt x="1529" y="2659"/>
                    <a:pt x="1856" y="2835"/>
                    <a:pt x="2382" y="3101"/>
                  </a:cubicBezTo>
                  <a:cubicBezTo>
                    <a:pt x="2653" y="3237"/>
                    <a:pt x="3217" y="3524"/>
                    <a:pt x="3265" y="3641"/>
                  </a:cubicBezTo>
                  <a:cubicBezTo>
                    <a:pt x="3265" y="3641"/>
                    <a:pt x="3259" y="3658"/>
                    <a:pt x="3223" y="3689"/>
                  </a:cubicBezTo>
                  <a:cubicBezTo>
                    <a:pt x="2582" y="4249"/>
                    <a:pt x="1331" y="4710"/>
                    <a:pt x="755" y="4710"/>
                  </a:cubicBezTo>
                  <a:cubicBezTo>
                    <a:pt x="647" y="4710"/>
                    <a:pt x="563" y="4694"/>
                    <a:pt x="511" y="4659"/>
                  </a:cubicBezTo>
                  <a:cubicBezTo>
                    <a:pt x="459" y="4624"/>
                    <a:pt x="401" y="4607"/>
                    <a:pt x="343" y="4607"/>
                  </a:cubicBezTo>
                  <a:cubicBezTo>
                    <a:pt x="246" y="4607"/>
                    <a:pt x="151" y="4654"/>
                    <a:pt x="93" y="4741"/>
                  </a:cubicBezTo>
                  <a:cubicBezTo>
                    <a:pt x="1" y="4880"/>
                    <a:pt x="39" y="5067"/>
                    <a:pt x="179" y="5158"/>
                  </a:cubicBezTo>
                  <a:cubicBezTo>
                    <a:pt x="328" y="5257"/>
                    <a:pt x="528" y="5300"/>
                    <a:pt x="759" y="5300"/>
                  </a:cubicBezTo>
                  <a:cubicBezTo>
                    <a:pt x="1667" y="5300"/>
                    <a:pt x="3047" y="4638"/>
                    <a:pt x="3617" y="4139"/>
                  </a:cubicBezTo>
                  <a:cubicBezTo>
                    <a:pt x="3848" y="3938"/>
                    <a:pt x="3875" y="3730"/>
                    <a:pt x="3857" y="3590"/>
                  </a:cubicBezTo>
                  <a:cubicBezTo>
                    <a:pt x="3802" y="3148"/>
                    <a:pt x="3243" y="2865"/>
                    <a:pt x="2652" y="2567"/>
                  </a:cubicBezTo>
                  <a:cubicBezTo>
                    <a:pt x="2407" y="2442"/>
                    <a:pt x="2037" y="2256"/>
                    <a:pt x="1980" y="2176"/>
                  </a:cubicBezTo>
                  <a:cubicBezTo>
                    <a:pt x="1918" y="1991"/>
                    <a:pt x="2208" y="1177"/>
                    <a:pt x="2599" y="437"/>
                  </a:cubicBezTo>
                  <a:cubicBezTo>
                    <a:pt x="2674" y="291"/>
                    <a:pt x="2617" y="112"/>
                    <a:pt x="2472" y="35"/>
                  </a:cubicBezTo>
                  <a:cubicBezTo>
                    <a:pt x="2428" y="12"/>
                    <a:pt x="2380" y="1"/>
                    <a:pt x="2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2000;p48">
              <a:extLst>
                <a:ext uri="{FF2B5EF4-FFF2-40B4-BE49-F238E27FC236}">
                  <a16:creationId xmlns:a16="http://schemas.microsoft.com/office/drawing/2014/main" id="{668549EB-1038-E7C1-D464-BF072D89D7B3}"/>
                </a:ext>
              </a:extLst>
            </p:cNvPr>
            <p:cNvSpPr/>
            <p:nvPr/>
          </p:nvSpPr>
          <p:spPr>
            <a:xfrm>
              <a:off x="4051850" y="1997350"/>
              <a:ext cx="104300" cy="80575"/>
            </a:xfrm>
            <a:custGeom>
              <a:avLst/>
              <a:gdLst/>
              <a:ahLst/>
              <a:cxnLst/>
              <a:rect l="l" t="t" r="r" b="b"/>
              <a:pathLst>
                <a:path w="4172" h="3223" extrusionOk="0">
                  <a:moveTo>
                    <a:pt x="334" y="0"/>
                  </a:moveTo>
                  <a:cubicBezTo>
                    <a:pt x="307" y="0"/>
                    <a:pt x="279" y="4"/>
                    <a:pt x="251" y="12"/>
                  </a:cubicBezTo>
                  <a:cubicBezTo>
                    <a:pt x="92" y="60"/>
                    <a:pt x="1" y="226"/>
                    <a:pt x="48" y="384"/>
                  </a:cubicBezTo>
                  <a:cubicBezTo>
                    <a:pt x="75" y="481"/>
                    <a:pt x="769" y="2743"/>
                    <a:pt x="3815" y="3219"/>
                  </a:cubicBezTo>
                  <a:cubicBezTo>
                    <a:pt x="3831" y="3222"/>
                    <a:pt x="3847" y="3223"/>
                    <a:pt x="3863" y="3223"/>
                  </a:cubicBezTo>
                  <a:cubicBezTo>
                    <a:pt x="4019" y="3222"/>
                    <a:pt x="4148" y="3102"/>
                    <a:pt x="4160" y="2946"/>
                  </a:cubicBezTo>
                  <a:cubicBezTo>
                    <a:pt x="4172" y="2791"/>
                    <a:pt x="4062" y="2651"/>
                    <a:pt x="3908" y="2628"/>
                  </a:cubicBezTo>
                  <a:cubicBezTo>
                    <a:pt x="1251" y="2213"/>
                    <a:pt x="647" y="297"/>
                    <a:pt x="623" y="216"/>
                  </a:cubicBezTo>
                  <a:cubicBezTo>
                    <a:pt x="584" y="85"/>
                    <a:pt x="464" y="0"/>
                    <a:pt x="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2001;p48">
              <a:extLst>
                <a:ext uri="{FF2B5EF4-FFF2-40B4-BE49-F238E27FC236}">
                  <a16:creationId xmlns:a16="http://schemas.microsoft.com/office/drawing/2014/main" id="{0A6AE52F-C17A-7B00-CD3E-020306B6F59A}"/>
                </a:ext>
              </a:extLst>
            </p:cNvPr>
            <p:cNvSpPr/>
            <p:nvPr/>
          </p:nvSpPr>
          <p:spPr>
            <a:xfrm>
              <a:off x="2611500" y="3304400"/>
              <a:ext cx="1228650" cy="1295050"/>
            </a:xfrm>
            <a:custGeom>
              <a:avLst/>
              <a:gdLst/>
              <a:ahLst/>
              <a:cxnLst/>
              <a:rect l="l" t="t" r="r" b="b"/>
              <a:pathLst>
                <a:path w="49146" h="51802" extrusionOk="0">
                  <a:moveTo>
                    <a:pt x="34369" y="1"/>
                  </a:moveTo>
                  <a:cubicBezTo>
                    <a:pt x="31628" y="1"/>
                    <a:pt x="28501" y="632"/>
                    <a:pt x="24986" y="2244"/>
                  </a:cubicBezTo>
                  <a:cubicBezTo>
                    <a:pt x="24986" y="2244"/>
                    <a:pt x="21682" y="5548"/>
                    <a:pt x="16933" y="10504"/>
                  </a:cubicBezTo>
                  <a:cubicBezTo>
                    <a:pt x="12183" y="15459"/>
                    <a:pt x="0" y="32185"/>
                    <a:pt x="1239" y="37760"/>
                  </a:cubicBezTo>
                  <a:cubicBezTo>
                    <a:pt x="2478" y="43336"/>
                    <a:pt x="33039" y="51802"/>
                    <a:pt x="33039" y="51802"/>
                  </a:cubicBezTo>
                  <a:lnTo>
                    <a:pt x="36342" y="49530"/>
                  </a:lnTo>
                  <a:cubicBezTo>
                    <a:pt x="36342" y="49530"/>
                    <a:pt x="17965" y="35902"/>
                    <a:pt x="16726" y="32805"/>
                  </a:cubicBezTo>
                  <a:cubicBezTo>
                    <a:pt x="15487" y="29707"/>
                    <a:pt x="31386" y="19589"/>
                    <a:pt x="31386" y="19589"/>
                  </a:cubicBezTo>
                  <a:lnTo>
                    <a:pt x="49145" y="8233"/>
                  </a:lnTo>
                  <a:cubicBezTo>
                    <a:pt x="49145" y="8233"/>
                    <a:pt x="44269" y="1"/>
                    <a:pt x="343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" name="Google Shape;2002;p48">
              <a:extLst>
                <a:ext uri="{FF2B5EF4-FFF2-40B4-BE49-F238E27FC236}">
                  <a16:creationId xmlns:a16="http://schemas.microsoft.com/office/drawing/2014/main" id="{F086C208-0E1D-A402-9BFA-F99D80F37DB0}"/>
                </a:ext>
              </a:extLst>
            </p:cNvPr>
            <p:cNvSpPr/>
            <p:nvPr/>
          </p:nvSpPr>
          <p:spPr>
            <a:xfrm>
              <a:off x="2602925" y="3297250"/>
              <a:ext cx="1245700" cy="1309700"/>
            </a:xfrm>
            <a:custGeom>
              <a:avLst/>
              <a:gdLst/>
              <a:ahLst/>
              <a:cxnLst/>
              <a:rect l="l" t="t" r="r" b="b"/>
              <a:pathLst>
                <a:path w="49828" h="52388" extrusionOk="0">
                  <a:moveTo>
                    <a:pt x="34639" y="612"/>
                  </a:moveTo>
                  <a:cubicBezTo>
                    <a:pt x="43354" y="612"/>
                    <a:pt x="48167" y="7081"/>
                    <a:pt x="49073" y="8428"/>
                  </a:cubicBezTo>
                  <a:lnTo>
                    <a:pt x="31569" y="19623"/>
                  </a:lnTo>
                  <a:cubicBezTo>
                    <a:pt x="29920" y="20672"/>
                    <a:pt x="15497" y="29968"/>
                    <a:pt x="16791" y="33202"/>
                  </a:cubicBezTo>
                  <a:cubicBezTo>
                    <a:pt x="17968" y="36144"/>
                    <a:pt x="33587" y="47880"/>
                    <a:pt x="36170" y="49807"/>
                  </a:cubicBezTo>
                  <a:lnTo>
                    <a:pt x="33327" y="51762"/>
                  </a:lnTo>
                  <a:cubicBezTo>
                    <a:pt x="22780" y="48831"/>
                    <a:pt x="2820" y="42234"/>
                    <a:pt x="1874" y="37981"/>
                  </a:cubicBezTo>
                  <a:cubicBezTo>
                    <a:pt x="715" y="32763"/>
                    <a:pt x="12432" y="16277"/>
                    <a:pt x="17492" y="10997"/>
                  </a:cubicBezTo>
                  <a:cubicBezTo>
                    <a:pt x="21914" y="6382"/>
                    <a:pt x="25121" y="3162"/>
                    <a:pt x="25502" y="2780"/>
                  </a:cubicBezTo>
                  <a:cubicBezTo>
                    <a:pt x="28916" y="1222"/>
                    <a:pt x="31962" y="612"/>
                    <a:pt x="34639" y="612"/>
                  </a:cubicBezTo>
                  <a:close/>
                  <a:moveTo>
                    <a:pt x="34696" y="1"/>
                  </a:moveTo>
                  <a:cubicBezTo>
                    <a:pt x="31944" y="1"/>
                    <a:pt x="28774" y="620"/>
                    <a:pt x="25203" y="2258"/>
                  </a:cubicBezTo>
                  <a:cubicBezTo>
                    <a:pt x="25172" y="2273"/>
                    <a:pt x="25142" y="2294"/>
                    <a:pt x="25117" y="2318"/>
                  </a:cubicBezTo>
                  <a:cubicBezTo>
                    <a:pt x="25083" y="2351"/>
                    <a:pt x="21756" y="5682"/>
                    <a:pt x="17060" y="10583"/>
                  </a:cubicBezTo>
                  <a:cubicBezTo>
                    <a:pt x="12636" y="15197"/>
                    <a:pt x="1" y="32311"/>
                    <a:pt x="1290" y="38111"/>
                  </a:cubicBezTo>
                  <a:cubicBezTo>
                    <a:pt x="2554" y="43797"/>
                    <a:pt x="32047" y="52029"/>
                    <a:pt x="33302" y="52376"/>
                  </a:cubicBezTo>
                  <a:cubicBezTo>
                    <a:pt x="33328" y="52383"/>
                    <a:pt x="33355" y="52387"/>
                    <a:pt x="33382" y="52387"/>
                  </a:cubicBezTo>
                  <a:cubicBezTo>
                    <a:pt x="33442" y="52386"/>
                    <a:pt x="33502" y="52368"/>
                    <a:pt x="33552" y="52334"/>
                  </a:cubicBezTo>
                  <a:lnTo>
                    <a:pt x="36855" y="50063"/>
                  </a:lnTo>
                  <a:cubicBezTo>
                    <a:pt x="37025" y="49946"/>
                    <a:pt x="37029" y="49697"/>
                    <a:pt x="36864" y="49575"/>
                  </a:cubicBezTo>
                  <a:cubicBezTo>
                    <a:pt x="30531" y="44880"/>
                    <a:pt x="18302" y="35367"/>
                    <a:pt x="17347" y="32979"/>
                  </a:cubicBezTo>
                  <a:cubicBezTo>
                    <a:pt x="16511" y="30891"/>
                    <a:pt x="25824" y="23987"/>
                    <a:pt x="31891" y="20127"/>
                  </a:cubicBezTo>
                  <a:lnTo>
                    <a:pt x="49649" y="8770"/>
                  </a:lnTo>
                  <a:cubicBezTo>
                    <a:pt x="49785" y="8683"/>
                    <a:pt x="49828" y="8504"/>
                    <a:pt x="49746" y="8366"/>
                  </a:cubicBezTo>
                  <a:cubicBezTo>
                    <a:pt x="49663" y="8226"/>
                    <a:pt x="47674" y="4918"/>
                    <a:pt x="43641" y="2480"/>
                  </a:cubicBezTo>
                  <a:cubicBezTo>
                    <a:pt x="41484" y="1176"/>
                    <a:pt x="38487" y="1"/>
                    <a:pt x="346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2003;p48">
              <a:extLst>
                <a:ext uri="{FF2B5EF4-FFF2-40B4-BE49-F238E27FC236}">
                  <a16:creationId xmlns:a16="http://schemas.microsoft.com/office/drawing/2014/main" id="{E5993428-6555-003F-2730-67866EA86DC1}"/>
                </a:ext>
              </a:extLst>
            </p:cNvPr>
            <p:cNvSpPr/>
            <p:nvPr/>
          </p:nvSpPr>
          <p:spPr>
            <a:xfrm>
              <a:off x="3411650" y="3146900"/>
              <a:ext cx="480100" cy="735100"/>
            </a:xfrm>
            <a:custGeom>
              <a:avLst/>
              <a:gdLst/>
              <a:ahLst/>
              <a:cxnLst/>
              <a:rect l="l" t="t" r="r" b="b"/>
              <a:pathLst>
                <a:path w="19204" h="29404" extrusionOk="0">
                  <a:moveTo>
                    <a:pt x="12650" y="0"/>
                  </a:moveTo>
                  <a:cubicBezTo>
                    <a:pt x="5880" y="0"/>
                    <a:pt x="5316" y="6670"/>
                    <a:pt x="3097" y="11848"/>
                  </a:cubicBezTo>
                  <a:cubicBezTo>
                    <a:pt x="620" y="17630"/>
                    <a:pt x="0" y="29193"/>
                    <a:pt x="7640" y="29399"/>
                  </a:cubicBezTo>
                  <a:cubicBezTo>
                    <a:pt x="7751" y="29402"/>
                    <a:pt x="7860" y="29404"/>
                    <a:pt x="7968" y="29404"/>
                  </a:cubicBezTo>
                  <a:cubicBezTo>
                    <a:pt x="15369" y="29404"/>
                    <a:pt x="18384" y="22473"/>
                    <a:pt x="18791" y="14739"/>
                  </a:cubicBezTo>
                  <a:cubicBezTo>
                    <a:pt x="19204" y="6892"/>
                    <a:pt x="15281" y="285"/>
                    <a:pt x="15281" y="285"/>
                  </a:cubicBezTo>
                  <a:cubicBezTo>
                    <a:pt x="14311" y="91"/>
                    <a:pt x="13438" y="0"/>
                    <a:pt x="126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2004;p48">
              <a:extLst>
                <a:ext uri="{FF2B5EF4-FFF2-40B4-BE49-F238E27FC236}">
                  <a16:creationId xmlns:a16="http://schemas.microsoft.com/office/drawing/2014/main" id="{3FB38FD1-3C38-0110-C586-984C08282400}"/>
                </a:ext>
              </a:extLst>
            </p:cNvPr>
            <p:cNvSpPr/>
            <p:nvPr/>
          </p:nvSpPr>
          <p:spPr>
            <a:xfrm>
              <a:off x="3412775" y="3139425"/>
              <a:ext cx="486450" cy="750075"/>
            </a:xfrm>
            <a:custGeom>
              <a:avLst/>
              <a:gdLst/>
              <a:ahLst/>
              <a:cxnLst/>
              <a:rect l="l" t="t" r="r" b="b"/>
              <a:pathLst>
                <a:path w="19458" h="30003" extrusionOk="0">
                  <a:moveTo>
                    <a:pt x="12628" y="602"/>
                  </a:moveTo>
                  <a:cubicBezTo>
                    <a:pt x="13356" y="602"/>
                    <a:pt x="14158" y="681"/>
                    <a:pt x="15043" y="851"/>
                  </a:cubicBezTo>
                  <a:cubicBezTo>
                    <a:pt x="15551" y="1759"/>
                    <a:pt x="18822" y="7911"/>
                    <a:pt x="18447" y="15023"/>
                  </a:cubicBezTo>
                  <a:cubicBezTo>
                    <a:pt x="18218" y="19377"/>
                    <a:pt x="16719" y="29403"/>
                    <a:pt x="7909" y="29403"/>
                  </a:cubicBezTo>
                  <a:cubicBezTo>
                    <a:pt x="7808" y="29403"/>
                    <a:pt x="7706" y="29402"/>
                    <a:pt x="7603" y="29400"/>
                  </a:cubicBezTo>
                  <a:cubicBezTo>
                    <a:pt x="5658" y="29346"/>
                    <a:pt x="4158" y="28518"/>
                    <a:pt x="3146" y="26939"/>
                  </a:cubicBezTo>
                  <a:cubicBezTo>
                    <a:pt x="887" y="23409"/>
                    <a:pt x="1481" y="16574"/>
                    <a:pt x="3327" y="12265"/>
                  </a:cubicBezTo>
                  <a:cubicBezTo>
                    <a:pt x="3783" y="11202"/>
                    <a:pt x="4174" y="10066"/>
                    <a:pt x="4550" y="8969"/>
                  </a:cubicBezTo>
                  <a:cubicBezTo>
                    <a:pt x="6023" y="4681"/>
                    <a:pt x="7424" y="602"/>
                    <a:pt x="12628" y="602"/>
                  </a:cubicBezTo>
                  <a:close/>
                  <a:moveTo>
                    <a:pt x="12608" y="1"/>
                  </a:moveTo>
                  <a:cubicBezTo>
                    <a:pt x="6998" y="1"/>
                    <a:pt x="5469" y="4453"/>
                    <a:pt x="3983" y="8775"/>
                  </a:cubicBezTo>
                  <a:cubicBezTo>
                    <a:pt x="3610" y="9861"/>
                    <a:pt x="3224" y="10985"/>
                    <a:pt x="2778" y="12028"/>
                  </a:cubicBezTo>
                  <a:cubicBezTo>
                    <a:pt x="1131" y="15870"/>
                    <a:pt x="0" y="23136"/>
                    <a:pt x="2643" y="27263"/>
                  </a:cubicBezTo>
                  <a:cubicBezTo>
                    <a:pt x="3767" y="29019"/>
                    <a:pt x="5431" y="29940"/>
                    <a:pt x="7588" y="29998"/>
                  </a:cubicBezTo>
                  <a:cubicBezTo>
                    <a:pt x="7697" y="30001"/>
                    <a:pt x="7807" y="30002"/>
                    <a:pt x="7916" y="30002"/>
                  </a:cubicBezTo>
                  <a:cubicBezTo>
                    <a:pt x="14494" y="30002"/>
                    <a:pt x="18543" y="24576"/>
                    <a:pt x="19045" y="15054"/>
                  </a:cubicBezTo>
                  <a:cubicBezTo>
                    <a:pt x="19457" y="7207"/>
                    <a:pt x="15533" y="498"/>
                    <a:pt x="15493" y="432"/>
                  </a:cubicBezTo>
                  <a:cubicBezTo>
                    <a:pt x="15450" y="359"/>
                    <a:pt x="15377" y="307"/>
                    <a:pt x="15295" y="291"/>
                  </a:cubicBezTo>
                  <a:cubicBezTo>
                    <a:pt x="14307" y="93"/>
                    <a:pt x="13415" y="1"/>
                    <a:pt x="126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2005;p48">
              <a:extLst>
                <a:ext uri="{FF2B5EF4-FFF2-40B4-BE49-F238E27FC236}">
                  <a16:creationId xmlns:a16="http://schemas.microsoft.com/office/drawing/2014/main" id="{D2A8AF9B-2E1C-DB37-7B4C-10184F0FC4D5}"/>
                </a:ext>
              </a:extLst>
            </p:cNvPr>
            <p:cNvSpPr/>
            <p:nvPr/>
          </p:nvSpPr>
          <p:spPr>
            <a:xfrm>
              <a:off x="3210325" y="3113350"/>
              <a:ext cx="655600" cy="1104100"/>
            </a:xfrm>
            <a:custGeom>
              <a:avLst/>
              <a:gdLst/>
              <a:ahLst/>
              <a:cxnLst/>
              <a:rect l="l" t="t" r="r" b="b"/>
              <a:pathLst>
                <a:path w="26224" h="44164" extrusionOk="0">
                  <a:moveTo>
                    <a:pt x="19819" y="0"/>
                  </a:moveTo>
                  <a:cubicBezTo>
                    <a:pt x="17281" y="0"/>
                    <a:pt x="14100" y="1589"/>
                    <a:pt x="12183" y="5550"/>
                  </a:cubicBezTo>
                  <a:cubicBezTo>
                    <a:pt x="12183" y="5550"/>
                    <a:pt x="7846" y="25579"/>
                    <a:pt x="5782" y="29504"/>
                  </a:cubicBezTo>
                  <a:cubicBezTo>
                    <a:pt x="3717" y="33428"/>
                    <a:pt x="0" y="42924"/>
                    <a:pt x="0" y="42924"/>
                  </a:cubicBezTo>
                  <a:lnTo>
                    <a:pt x="4543" y="44163"/>
                  </a:lnTo>
                  <a:cubicBezTo>
                    <a:pt x="4543" y="44163"/>
                    <a:pt x="10945" y="35284"/>
                    <a:pt x="18584" y="25992"/>
                  </a:cubicBezTo>
                  <a:cubicBezTo>
                    <a:pt x="26224" y="16702"/>
                    <a:pt x="24986" y="4311"/>
                    <a:pt x="23334" y="1627"/>
                  </a:cubicBezTo>
                  <a:cubicBezTo>
                    <a:pt x="22704" y="603"/>
                    <a:pt x="21383" y="0"/>
                    <a:pt x="19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2006;p48">
              <a:extLst>
                <a:ext uri="{FF2B5EF4-FFF2-40B4-BE49-F238E27FC236}">
                  <a16:creationId xmlns:a16="http://schemas.microsoft.com/office/drawing/2014/main" id="{DD8F4A53-E642-13E4-C84B-333641383859}"/>
                </a:ext>
              </a:extLst>
            </p:cNvPr>
            <p:cNvSpPr/>
            <p:nvPr/>
          </p:nvSpPr>
          <p:spPr>
            <a:xfrm>
              <a:off x="3202575" y="3105850"/>
              <a:ext cx="674750" cy="1119075"/>
            </a:xfrm>
            <a:custGeom>
              <a:avLst/>
              <a:gdLst/>
              <a:ahLst/>
              <a:cxnLst/>
              <a:rect l="l" t="t" r="r" b="b"/>
              <a:pathLst>
                <a:path w="26990" h="44763" extrusionOk="0">
                  <a:moveTo>
                    <a:pt x="20140" y="598"/>
                  </a:moveTo>
                  <a:cubicBezTo>
                    <a:pt x="21592" y="598"/>
                    <a:pt x="22818" y="1158"/>
                    <a:pt x="23388" y="2083"/>
                  </a:cubicBezTo>
                  <a:cubicBezTo>
                    <a:pt x="24886" y="4517"/>
                    <a:pt x="26342" y="16764"/>
                    <a:pt x="18663" y="26102"/>
                  </a:cubicBezTo>
                  <a:cubicBezTo>
                    <a:pt x="11677" y="34599"/>
                    <a:pt x="5655" y="42849"/>
                    <a:pt x="4732" y="44120"/>
                  </a:cubicBezTo>
                  <a:lnTo>
                    <a:pt x="710" y="43023"/>
                  </a:lnTo>
                  <a:cubicBezTo>
                    <a:pt x="1370" y="41355"/>
                    <a:pt x="4533" y="33408"/>
                    <a:pt x="6356" y="29942"/>
                  </a:cubicBezTo>
                  <a:cubicBezTo>
                    <a:pt x="8394" y="26072"/>
                    <a:pt x="12514" y="7170"/>
                    <a:pt x="12778" y="5948"/>
                  </a:cubicBezTo>
                  <a:cubicBezTo>
                    <a:pt x="14338" y="2747"/>
                    <a:pt x="16973" y="752"/>
                    <a:pt x="19832" y="607"/>
                  </a:cubicBezTo>
                  <a:cubicBezTo>
                    <a:pt x="19935" y="601"/>
                    <a:pt x="20038" y="598"/>
                    <a:pt x="20140" y="598"/>
                  </a:cubicBezTo>
                  <a:close/>
                  <a:moveTo>
                    <a:pt x="20112" y="1"/>
                  </a:moveTo>
                  <a:cubicBezTo>
                    <a:pt x="20009" y="1"/>
                    <a:pt x="19905" y="3"/>
                    <a:pt x="19801" y="8"/>
                  </a:cubicBezTo>
                  <a:cubicBezTo>
                    <a:pt x="16712" y="164"/>
                    <a:pt x="13878" y="2299"/>
                    <a:pt x="12224" y="5719"/>
                  </a:cubicBezTo>
                  <a:cubicBezTo>
                    <a:pt x="12213" y="5740"/>
                    <a:pt x="12206" y="5763"/>
                    <a:pt x="12200" y="5787"/>
                  </a:cubicBezTo>
                  <a:cubicBezTo>
                    <a:pt x="12157" y="5987"/>
                    <a:pt x="7848" y="25821"/>
                    <a:pt x="5827" y="29663"/>
                  </a:cubicBezTo>
                  <a:cubicBezTo>
                    <a:pt x="3778" y="33556"/>
                    <a:pt x="69" y="43020"/>
                    <a:pt x="32" y="43115"/>
                  </a:cubicBezTo>
                  <a:cubicBezTo>
                    <a:pt x="0" y="43194"/>
                    <a:pt x="5" y="43282"/>
                    <a:pt x="43" y="43359"/>
                  </a:cubicBezTo>
                  <a:cubicBezTo>
                    <a:pt x="80" y="43435"/>
                    <a:pt x="149" y="43490"/>
                    <a:pt x="232" y="43513"/>
                  </a:cubicBezTo>
                  <a:lnTo>
                    <a:pt x="4774" y="44753"/>
                  </a:lnTo>
                  <a:cubicBezTo>
                    <a:pt x="4800" y="44760"/>
                    <a:pt x="4826" y="44763"/>
                    <a:pt x="4853" y="44763"/>
                  </a:cubicBezTo>
                  <a:cubicBezTo>
                    <a:pt x="4949" y="44763"/>
                    <a:pt x="5040" y="44717"/>
                    <a:pt x="5096" y="44638"/>
                  </a:cubicBezTo>
                  <a:cubicBezTo>
                    <a:pt x="5160" y="44550"/>
                    <a:pt x="11578" y="35661"/>
                    <a:pt x="19126" y="26482"/>
                  </a:cubicBezTo>
                  <a:cubicBezTo>
                    <a:pt x="26990" y="16917"/>
                    <a:pt x="25448" y="4288"/>
                    <a:pt x="23898" y="1770"/>
                  </a:cubicBezTo>
                  <a:cubicBezTo>
                    <a:pt x="23216" y="659"/>
                    <a:pt x="21777" y="1"/>
                    <a:pt x="201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2007;p48">
              <a:extLst>
                <a:ext uri="{FF2B5EF4-FFF2-40B4-BE49-F238E27FC236}">
                  <a16:creationId xmlns:a16="http://schemas.microsoft.com/office/drawing/2014/main" id="{6404523E-4FF8-1846-386C-F93773E6621E}"/>
                </a:ext>
              </a:extLst>
            </p:cNvPr>
            <p:cNvSpPr/>
            <p:nvPr/>
          </p:nvSpPr>
          <p:spPr>
            <a:xfrm>
              <a:off x="3610975" y="3342675"/>
              <a:ext cx="219325" cy="518325"/>
            </a:xfrm>
            <a:custGeom>
              <a:avLst/>
              <a:gdLst/>
              <a:ahLst/>
              <a:cxnLst/>
              <a:rect l="l" t="t" r="r" b="b"/>
              <a:pathLst>
                <a:path w="8773" h="20733" extrusionOk="0">
                  <a:moveTo>
                    <a:pt x="8442" y="1"/>
                  </a:moveTo>
                  <a:cubicBezTo>
                    <a:pt x="8307" y="1"/>
                    <a:pt x="8184" y="93"/>
                    <a:pt x="8152" y="230"/>
                  </a:cubicBezTo>
                  <a:cubicBezTo>
                    <a:pt x="8118" y="372"/>
                    <a:pt x="4707" y="14480"/>
                    <a:pt x="155" y="20247"/>
                  </a:cubicBezTo>
                  <a:cubicBezTo>
                    <a:pt x="0" y="20444"/>
                    <a:pt x="139" y="20732"/>
                    <a:pt x="390" y="20732"/>
                  </a:cubicBezTo>
                  <a:cubicBezTo>
                    <a:pt x="482" y="20732"/>
                    <a:pt x="568" y="20690"/>
                    <a:pt x="626" y="20618"/>
                  </a:cubicBezTo>
                  <a:cubicBezTo>
                    <a:pt x="5259" y="14749"/>
                    <a:pt x="8595" y="954"/>
                    <a:pt x="8734" y="369"/>
                  </a:cubicBezTo>
                  <a:cubicBezTo>
                    <a:pt x="8773" y="208"/>
                    <a:pt x="8673" y="48"/>
                    <a:pt x="8512" y="9"/>
                  </a:cubicBezTo>
                  <a:cubicBezTo>
                    <a:pt x="8489" y="4"/>
                    <a:pt x="8465" y="1"/>
                    <a:pt x="8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2008;p48">
              <a:extLst>
                <a:ext uri="{FF2B5EF4-FFF2-40B4-BE49-F238E27FC236}">
                  <a16:creationId xmlns:a16="http://schemas.microsoft.com/office/drawing/2014/main" id="{40601F9B-2A83-FE8A-BC4E-28DEACFEB769}"/>
                </a:ext>
              </a:extLst>
            </p:cNvPr>
            <p:cNvSpPr/>
            <p:nvPr/>
          </p:nvSpPr>
          <p:spPr>
            <a:xfrm>
              <a:off x="3318700" y="4542650"/>
              <a:ext cx="356250" cy="377100"/>
            </a:xfrm>
            <a:custGeom>
              <a:avLst/>
              <a:gdLst/>
              <a:ahLst/>
              <a:cxnLst/>
              <a:rect l="l" t="t" r="r" b="b"/>
              <a:pathLst>
                <a:path w="14250" h="15084" extrusionOk="0">
                  <a:moveTo>
                    <a:pt x="8055" y="0"/>
                  </a:moveTo>
                  <a:lnTo>
                    <a:pt x="5371" y="1446"/>
                  </a:lnTo>
                  <a:lnTo>
                    <a:pt x="4751" y="2272"/>
                  </a:lnTo>
                  <a:cubicBezTo>
                    <a:pt x="4751" y="2272"/>
                    <a:pt x="5370" y="5576"/>
                    <a:pt x="4131" y="7846"/>
                  </a:cubicBezTo>
                  <a:cubicBezTo>
                    <a:pt x="2892" y="10118"/>
                    <a:pt x="1" y="14868"/>
                    <a:pt x="2067" y="15074"/>
                  </a:cubicBezTo>
                  <a:cubicBezTo>
                    <a:pt x="2133" y="15080"/>
                    <a:pt x="2199" y="15084"/>
                    <a:pt x="2267" y="15084"/>
                  </a:cubicBezTo>
                  <a:cubicBezTo>
                    <a:pt x="4316" y="15084"/>
                    <a:pt x="7088" y="12104"/>
                    <a:pt x="9087" y="9705"/>
                  </a:cubicBezTo>
                  <a:cubicBezTo>
                    <a:pt x="11153" y="7228"/>
                    <a:pt x="11358" y="4956"/>
                    <a:pt x="12804" y="3097"/>
                  </a:cubicBezTo>
                  <a:cubicBezTo>
                    <a:pt x="14250" y="1239"/>
                    <a:pt x="8055" y="0"/>
                    <a:pt x="8055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009;p48">
              <a:extLst>
                <a:ext uri="{FF2B5EF4-FFF2-40B4-BE49-F238E27FC236}">
                  <a16:creationId xmlns:a16="http://schemas.microsoft.com/office/drawing/2014/main" id="{0057756A-07DD-B2CD-A04E-176408630130}"/>
                </a:ext>
              </a:extLst>
            </p:cNvPr>
            <p:cNvSpPr/>
            <p:nvPr/>
          </p:nvSpPr>
          <p:spPr>
            <a:xfrm>
              <a:off x="3333850" y="4535150"/>
              <a:ext cx="319650" cy="392075"/>
            </a:xfrm>
            <a:custGeom>
              <a:avLst/>
              <a:gdLst/>
              <a:ahLst/>
              <a:cxnLst/>
              <a:rect l="l" t="t" r="r" b="b"/>
              <a:pathLst>
                <a:path w="12786" h="15683" extrusionOk="0">
                  <a:moveTo>
                    <a:pt x="7495" y="616"/>
                  </a:moveTo>
                  <a:cubicBezTo>
                    <a:pt x="9142" y="959"/>
                    <a:pt x="11759" y="1796"/>
                    <a:pt x="12086" y="2675"/>
                  </a:cubicBezTo>
                  <a:cubicBezTo>
                    <a:pt x="12127" y="2784"/>
                    <a:pt x="12160" y="2960"/>
                    <a:pt x="11962" y="3214"/>
                  </a:cubicBezTo>
                  <a:cubicBezTo>
                    <a:pt x="11294" y="4072"/>
                    <a:pt x="10887" y="5003"/>
                    <a:pt x="10456" y="5989"/>
                  </a:cubicBezTo>
                  <a:cubicBezTo>
                    <a:pt x="9921" y="7210"/>
                    <a:pt x="9369" y="8472"/>
                    <a:pt x="8251" y="9814"/>
                  </a:cubicBezTo>
                  <a:cubicBezTo>
                    <a:pt x="7149" y="11137"/>
                    <a:pt x="3850" y="15084"/>
                    <a:pt x="1654" y="15084"/>
                  </a:cubicBezTo>
                  <a:cubicBezTo>
                    <a:pt x="1598" y="15084"/>
                    <a:pt x="1544" y="15081"/>
                    <a:pt x="1490" y="15076"/>
                  </a:cubicBezTo>
                  <a:cubicBezTo>
                    <a:pt x="1239" y="15051"/>
                    <a:pt x="1155" y="14950"/>
                    <a:pt x="1111" y="14864"/>
                  </a:cubicBezTo>
                  <a:cubicBezTo>
                    <a:pt x="635" y="13953"/>
                    <a:pt x="2414" y="10761"/>
                    <a:pt x="3370" y="9046"/>
                  </a:cubicBezTo>
                  <a:cubicBezTo>
                    <a:pt x="3522" y="8774"/>
                    <a:pt x="3663" y="8520"/>
                    <a:pt x="3788" y="8290"/>
                  </a:cubicBezTo>
                  <a:cubicBezTo>
                    <a:pt x="4936" y="6185"/>
                    <a:pt x="4566" y="3304"/>
                    <a:pt x="4462" y="2649"/>
                  </a:cubicBezTo>
                  <a:lnTo>
                    <a:pt x="4964" y="1978"/>
                  </a:lnTo>
                  <a:lnTo>
                    <a:pt x="7495" y="616"/>
                  </a:lnTo>
                  <a:close/>
                  <a:moveTo>
                    <a:pt x="7446" y="1"/>
                  </a:moveTo>
                  <a:cubicBezTo>
                    <a:pt x="7398" y="1"/>
                    <a:pt x="7350" y="13"/>
                    <a:pt x="7307" y="37"/>
                  </a:cubicBezTo>
                  <a:lnTo>
                    <a:pt x="4621" y="1481"/>
                  </a:lnTo>
                  <a:cubicBezTo>
                    <a:pt x="4583" y="1502"/>
                    <a:pt x="4550" y="1531"/>
                    <a:pt x="4524" y="1566"/>
                  </a:cubicBezTo>
                  <a:lnTo>
                    <a:pt x="3905" y="2392"/>
                  </a:lnTo>
                  <a:cubicBezTo>
                    <a:pt x="3854" y="2459"/>
                    <a:pt x="3835" y="2545"/>
                    <a:pt x="3850" y="2627"/>
                  </a:cubicBezTo>
                  <a:cubicBezTo>
                    <a:pt x="3855" y="2659"/>
                    <a:pt x="4433" y="5854"/>
                    <a:pt x="3261" y="8004"/>
                  </a:cubicBezTo>
                  <a:cubicBezTo>
                    <a:pt x="3137" y="8231"/>
                    <a:pt x="2997" y="8483"/>
                    <a:pt x="2846" y="8754"/>
                  </a:cubicBezTo>
                  <a:cubicBezTo>
                    <a:pt x="1264" y="11593"/>
                    <a:pt x="0" y="14033"/>
                    <a:pt x="579" y="15141"/>
                  </a:cubicBezTo>
                  <a:cubicBezTo>
                    <a:pt x="691" y="15356"/>
                    <a:pt x="930" y="15621"/>
                    <a:pt x="1430" y="15671"/>
                  </a:cubicBezTo>
                  <a:cubicBezTo>
                    <a:pt x="1505" y="15679"/>
                    <a:pt x="1581" y="15683"/>
                    <a:pt x="1656" y="15683"/>
                  </a:cubicBezTo>
                  <a:cubicBezTo>
                    <a:pt x="3876" y="15683"/>
                    <a:pt x="6730" y="12574"/>
                    <a:pt x="8711" y="10197"/>
                  </a:cubicBezTo>
                  <a:cubicBezTo>
                    <a:pt x="9884" y="8790"/>
                    <a:pt x="10479" y="7429"/>
                    <a:pt x="11005" y="6229"/>
                  </a:cubicBezTo>
                  <a:cubicBezTo>
                    <a:pt x="11420" y="5279"/>
                    <a:pt x="11814" y="4381"/>
                    <a:pt x="12433" y="3582"/>
                  </a:cubicBezTo>
                  <a:cubicBezTo>
                    <a:pt x="12785" y="3129"/>
                    <a:pt x="12745" y="2726"/>
                    <a:pt x="12647" y="2466"/>
                  </a:cubicBezTo>
                  <a:cubicBezTo>
                    <a:pt x="12088" y="963"/>
                    <a:pt x="7974" y="100"/>
                    <a:pt x="7507" y="7"/>
                  </a:cubicBezTo>
                  <a:cubicBezTo>
                    <a:pt x="7487" y="3"/>
                    <a:pt x="7466" y="1"/>
                    <a:pt x="7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010;p48">
              <a:extLst>
                <a:ext uri="{FF2B5EF4-FFF2-40B4-BE49-F238E27FC236}">
                  <a16:creationId xmlns:a16="http://schemas.microsoft.com/office/drawing/2014/main" id="{CCA7082D-7D10-1444-F32C-03DB7F9B1D40}"/>
                </a:ext>
              </a:extLst>
            </p:cNvPr>
            <p:cNvSpPr/>
            <p:nvPr/>
          </p:nvSpPr>
          <p:spPr>
            <a:xfrm>
              <a:off x="3351525" y="4578425"/>
              <a:ext cx="299650" cy="341325"/>
            </a:xfrm>
            <a:custGeom>
              <a:avLst/>
              <a:gdLst/>
              <a:ahLst/>
              <a:cxnLst/>
              <a:rect l="l" t="t" r="r" b="b"/>
              <a:pathLst>
                <a:path w="11986" h="13653" extrusionOk="0">
                  <a:moveTo>
                    <a:pt x="10843" y="0"/>
                  </a:moveTo>
                  <a:cubicBezTo>
                    <a:pt x="9597" y="2636"/>
                    <a:pt x="7773" y="6077"/>
                    <a:pt x="5605" y="8894"/>
                  </a:cubicBezTo>
                  <a:cubicBezTo>
                    <a:pt x="3445" y="11704"/>
                    <a:pt x="1454" y="12476"/>
                    <a:pt x="45" y="12575"/>
                  </a:cubicBezTo>
                  <a:cubicBezTo>
                    <a:pt x="0" y="13176"/>
                    <a:pt x="183" y="13586"/>
                    <a:pt x="752" y="13643"/>
                  </a:cubicBezTo>
                  <a:cubicBezTo>
                    <a:pt x="818" y="13649"/>
                    <a:pt x="885" y="13653"/>
                    <a:pt x="953" y="13653"/>
                  </a:cubicBezTo>
                  <a:cubicBezTo>
                    <a:pt x="3001" y="13653"/>
                    <a:pt x="5774" y="10673"/>
                    <a:pt x="7774" y="8274"/>
                  </a:cubicBezTo>
                  <a:cubicBezTo>
                    <a:pt x="9838" y="5797"/>
                    <a:pt x="10045" y="3525"/>
                    <a:pt x="11491" y="1666"/>
                  </a:cubicBezTo>
                  <a:cubicBezTo>
                    <a:pt x="11985" y="1031"/>
                    <a:pt x="11585" y="466"/>
                    <a:pt x="108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011;p48">
              <a:extLst>
                <a:ext uri="{FF2B5EF4-FFF2-40B4-BE49-F238E27FC236}">
                  <a16:creationId xmlns:a16="http://schemas.microsoft.com/office/drawing/2014/main" id="{58FE50F5-1E22-6D62-4937-5E6AC10B75DD}"/>
                </a:ext>
              </a:extLst>
            </p:cNvPr>
            <p:cNvSpPr/>
            <p:nvPr/>
          </p:nvSpPr>
          <p:spPr>
            <a:xfrm>
              <a:off x="3343050" y="4570950"/>
              <a:ext cx="309675" cy="356275"/>
            </a:xfrm>
            <a:custGeom>
              <a:avLst/>
              <a:gdLst/>
              <a:ahLst/>
              <a:cxnLst/>
              <a:rect l="l" t="t" r="r" b="b"/>
              <a:pathLst>
                <a:path w="12387" h="14251" extrusionOk="0">
                  <a:moveTo>
                    <a:pt x="11301" y="747"/>
                  </a:moveTo>
                  <a:cubicBezTo>
                    <a:pt x="11559" y="951"/>
                    <a:pt x="11710" y="1149"/>
                    <a:pt x="11742" y="1330"/>
                  </a:cubicBezTo>
                  <a:cubicBezTo>
                    <a:pt x="11767" y="1473"/>
                    <a:pt x="11718" y="1620"/>
                    <a:pt x="11594" y="1782"/>
                  </a:cubicBezTo>
                  <a:cubicBezTo>
                    <a:pt x="10926" y="2640"/>
                    <a:pt x="10519" y="3571"/>
                    <a:pt x="10088" y="4556"/>
                  </a:cubicBezTo>
                  <a:cubicBezTo>
                    <a:pt x="9553" y="5778"/>
                    <a:pt x="9001" y="7040"/>
                    <a:pt x="7882" y="8382"/>
                  </a:cubicBezTo>
                  <a:cubicBezTo>
                    <a:pt x="6781" y="9705"/>
                    <a:pt x="3508" y="13652"/>
                    <a:pt x="1288" y="13652"/>
                  </a:cubicBezTo>
                  <a:cubicBezTo>
                    <a:pt x="1232" y="13652"/>
                    <a:pt x="1177" y="13649"/>
                    <a:pt x="1122" y="13644"/>
                  </a:cubicBezTo>
                  <a:cubicBezTo>
                    <a:pt x="918" y="13624"/>
                    <a:pt x="707" y="13563"/>
                    <a:pt x="680" y="13145"/>
                  </a:cubicBezTo>
                  <a:lnTo>
                    <a:pt x="681" y="13145"/>
                  </a:lnTo>
                  <a:cubicBezTo>
                    <a:pt x="2056" y="12971"/>
                    <a:pt x="4050" y="12148"/>
                    <a:pt x="6182" y="9375"/>
                  </a:cubicBezTo>
                  <a:cubicBezTo>
                    <a:pt x="8320" y="6596"/>
                    <a:pt x="10122" y="3208"/>
                    <a:pt x="11301" y="747"/>
                  </a:cubicBezTo>
                  <a:close/>
                  <a:moveTo>
                    <a:pt x="11183" y="0"/>
                  </a:moveTo>
                  <a:cubicBezTo>
                    <a:pt x="11072" y="0"/>
                    <a:pt x="10963" y="62"/>
                    <a:pt x="10912" y="171"/>
                  </a:cubicBezTo>
                  <a:cubicBezTo>
                    <a:pt x="9751" y="2625"/>
                    <a:pt x="7907" y="6150"/>
                    <a:pt x="5707" y="9011"/>
                  </a:cubicBezTo>
                  <a:cubicBezTo>
                    <a:pt x="3564" y="11797"/>
                    <a:pt x="1619" y="12487"/>
                    <a:pt x="364" y="12575"/>
                  </a:cubicBezTo>
                  <a:cubicBezTo>
                    <a:pt x="216" y="12585"/>
                    <a:pt x="97" y="12703"/>
                    <a:pt x="86" y="12851"/>
                  </a:cubicBezTo>
                  <a:cubicBezTo>
                    <a:pt x="1" y="13967"/>
                    <a:pt x="660" y="14200"/>
                    <a:pt x="1062" y="14239"/>
                  </a:cubicBezTo>
                  <a:cubicBezTo>
                    <a:pt x="1137" y="14247"/>
                    <a:pt x="1213" y="14251"/>
                    <a:pt x="1288" y="14251"/>
                  </a:cubicBezTo>
                  <a:cubicBezTo>
                    <a:pt x="3508" y="14251"/>
                    <a:pt x="6362" y="11142"/>
                    <a:pt x="8343" y="8765"/>
                  </a:cubicBezTo>
                  <a:cubicBezTo>
                    <a:pt x="9515" y="7358"/>
                    <a:pt x="10111" y="5997"/>
                    <a:pt x="10636" y="4796"/>
                  </a:cubicBezTo>
                  <a:cubicBezTo>
                    <a:pt x="11052" y="3847"/>
                    <a:pt x="11444" y="2947"/>
                    <a:pt x="12065" y="2150"/>
                  </a:cubicBezTo>
                  <a:cubicBezTo>
                    <a:pt x="12297" y="1851"/>
                    <a:pt x="12387" y="1541"/>
                    <a:pt x="12331" y="1226"/>
                  </a:cubicBezTo>
                  <a:cubicBezTo>
                    <a:pt x="12258" y="804"/>
                    <a:pt x="11933" y="418"/>
                    <a:pt x="11341" y="46"/>
                  </a:cubicBezTo>
                  <a:cubicBezTo>
                    <a:pt x="11292" y="15"/>
                    <a:pt x="11237" y="0"/>
                    <a:pt x="11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012;p48">
              <a:extLst>
                <a:ext uri="{FF2B5EF4-FFF2-40B4-BE49-F238E27FC236}">
                  <a16:creationId xmlns:a16="http://schemas.microsoft.com/office/drawing/2014/main" id="{4713FADD-4A95-A10E-C4FC-5C4B49F98C83}"/>
                </a:ext>
              </a:extLst>
            </p:cNvPr>
            <p:cNvSpPr/>
            <p:nvPr/>
          </p:nvSpPr>
          <p:spPr>
            <a:xfrm>
              <a:off x="2931550" y="4089825"/>
              <a:ext cx="392350" cy="329600"/>
            </a:xfrm>
            <a:custGeom>
              <a:avLst/>
              <a:gdLst/>
              <a:ahLst/>
              <a:cxnLst/>
              <a:rect l="l" t="t" r="r" b="b"/>
              <a:pathLst>
                <a:path w="15694" h="13184" extrusionOk="0">
                  <a:moveTo>
                    <a:pt x="999" y="0"/>
                  </a:moveTo>
                  <a:cubicBezTo>
                    <a:pt x="204" y="0"/>
                    <a:pt x="1" y="909"/>
                    <a:pt x="1" y="3039"/>
                  </a:cubicBezTo>
                  <a:cubicBezTo>
                    <a:pt x="1" y="6756"/>
                    <a:pt x="4544" y="8614"/>
                    <a:pt x="7021" y="10473"/>
                  </a:cubicBezTo>
                  <a:cubicBezTo>
                    <a:pt x="9290" y="12174"/>
                    <a:pt x="10694" y="13183"/>
                    <a:pt x="12341" y="13183"/>
                  </a:cubicBezTo>
                  <a:cubicBezTo>
                    <a:pt x="12492" y="13183"/>
                    <a:pt x="12646" y="13175"/>
                    <a:pt x="12803" y="13157"/>
                  </a:cubicBezTo>
                  <a:cubicBezTo>
                    <a:pt x="14661" y="12950"/>
                    <a:pt x="15694" y="5104"/>
                    <a:pt x="15694" y="5104"/>
                  </a:cubicBezTo>
                  <a:cubicBezTo>
                    <a:pt x="15694" y="5104"/>
                    <a:pt x="14977" y="3670"/>
                    <a:pt x="12706" y="3670"/>
                  </a:cubicBezTo>
                  <a:cubicBezTo>
                    <a:pt x="12252" y="3670"/>
                    <a:pt x="11736" y="3728"/>
                    <a:pt x="11151" y="3865"/>
                  </a:cubicBezTo>
                  <a:cubicBezTo>
                    <a:pt x="11151" y="3865"/>
                    <a:pt x="7228" y="3451"/>
                    <a:pt x="3924" y="1387"/>
                  </a:cubicBezTo>
                  <a:cubicBezTo>
                    <a:pt x="2513" y="505"/>
                    <a:pt x="1592" y="0"/>
                    <a:pt x="99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013;p48">
              <a:extLst>
                <a:ext uri="{FF2B5EF4-FFF2-40B4-BE49-F238E27FC236}">
                  <a16:creationId xmlns:a16="http://schemas.microsoft.com/office/drawing/2014/main" id="{D3C46AD7-DB6B-986C-A39D-A52ED9027B67}"/>
                </a:ext>
              </a:extLst>
            </p:cNvPr>
            <p:cNvSpPr/>
            <p:nvPr/>
          </p:nvSpPr>
          <p:spPr>
            <a:xfrm>
              <a:off x="2924075" y="4082300"/>
              <a:ext cx="407450" cy="344625"/>
            </a:xfrm>
            <a:custGeom>
              <a:avLst/>
              <a:gdLst/>
              <a:ahLst/>
              <a:cxnLst/>
              <a:rect l="l" t="t" r="r" b="b"/>
              <a:pathLst>
                <a:path w="16298" h="13785" extrusionOk="0">
                  <a:moveTo>
                    <a:pt x="1297" y="602"/>
                  </a:moveTo>
                  <a:cubicBezTo>
                    <a:pt x="1865" y="602"/>
                    <a:pt x="2968" y="1257"/>
                    <a:pt x="4064" y="1942"/>
                  </a:cubicBezTo>
                  <a:cubicBezTo>
                    <a:pt x="7389" y="4019"/>
                    <a:pt x="11255" y="4447"/>
                    <a:pt x="11418" y="4464"/>
                  </a:cubicBezTo>
                  <a:cubicBezTo>
                    <a:pt x="11429" y="4465"/>
                    <a:pt x="11439" y="4465"/>
                    <a:pt x="11449" y="4465"/>
                  </a:cubicBezTo>
                  <a:cubicBezTo>
                    <a:pt x="11472" y="4465"/>
                    <a:pt x="11496" y="4463"/>
                    <a:pt x="11518" y="4457"/>
                  </a:cubicBezTo>
                  <a:cubicBezTo>
                    <a:pt x="12083" y="4325"/>
                    <a:pt x="12578" y="4270"/>
                    <a:pt x="13011" y="4270"/>
                  </a:cubicBezTo>
                  <a:cubicBezTo>
                    <a:pt x="14787" y="4270"/>
                    <a:pt x="15508" y="5194"/>
                    <a:pt x="15683" y="5467"/>
                  </a:cubicBezTo>
                  <a:cubicBezTo>
                    <a:pt x="15257" y="8622"/>
                    <a:pt x="14177" y="13037"/>
                    <a:pt x="13069" y="13161"/>
                  </a:cubicBezTo>
                  <a:cubicBezTo>
                    <a:pt x="12923" y="13177"/>
                    <a:pt x="12779" y="13185"/>
                    <a:pt x="12637" y="13185"/>
                  </a:cubicBezTo>
                  <a:cubicBezTo>
                    <a:pt x="11104" y="13185"/>
                    <a:pt x="9765" y="12234"/>
                    <a:pt x="7500" y="10534"/>
                  </a:cubicBezTo>
                  <a:cubicBezTo>
                    <a:pt x="6953" y="10126"/>
                    <a:pt x="6319" y="9722"/>
                    <a:pt x="5647" y="9294"/>
                  </a:cubicBezTo>
                  <a:cubicBezTo>
                    <a:pt x="3280" y="7791"/>
                    <a:pt x="599" y="6087"/>
                    <a:pt x="599" y="3341"/>
                  </a:cubicBezTo>
                  <a:cubicBezTo>
                    <a:pt x="599" y="2140"/>
                    <a:pt x="656" y="882"/>
                    <a:pt x="1074" y="651"/>
                  </a:cubicBezTo>
                  <a:cubicBezTo>
                    <a:pt x="1136" y="618"/>
                    <a:pt x="1209" y="602"/>
                    <a:pt x="1297" y="602"/>
                  </a:cubicBezTo>
                  <a:close/>
                  <a:moveTo>
                    <a:pt x="1297" y="1"/>
                  </a:moveTo>
                  <a:cubicBezTo>
                    <a:pt x="1106" y="1"/>
                    <a:pt x="938" y="42"/>
                    <a:pt x="785" y="127"/>
                  </a:cubicBezTo>
                  <a:cubicBezTo>
                    <a:pt x="129" y="491"/>
                    <a:pt x="1" y="1580"/>
                    <a:pt x="1" y="3341"/>
                  </a:cubicBezTo>
                  <a:cubicBezTo>
                    <a:pt x="1" y="6416"/>
                    <a:pt x="2953" y="8292"/>
                    <a:pt x="5326" y="9800"/>
                  </a:cubicBezTo>
                  <a:cubicBezTo>
                    <a:pt x="5987" y="10221"/>
                    <a:pt x="6613" y="10618"/>
                    <a:pt x="7141" y="11014"/>
                  </a:cubicBezTo>
                  <a:cubicBezTo>
                    <a:pt x="9510" y="12791"/>
                    <a:pt x="10922" y="13784"/>
                    <a:pt x="12625" y="13784"/>
                  </a:cubicBezTo>
                  <a:cubicBezTo>
                    <a:pt x="12795" y="13784"/>
                    <a:pt x="12966" y="13775"/>
                    <a:pt x="13136" y="13756"/>
                  </a:cubicBezTo>
                  <a:cubicBezTo>
                    <a:pt x="15125" y="13535"/>
                    <a:pt x="16112" y="6793"/>
                    <a:pt x="16289" y="5445"/>
                  </a:cubicBezTo>
                  <a:cubicBezTo>
                    <a:pt x="16297" y="5385"/>
                    <a:pt x="16287" y="5325"/>
                    <a:pt x="16261" y="5272"/>
                  </a:cubicBezTo>
                  <a:cubicBezTo>
                    <a:pt x="16222" y="5193"/>
                    <a:pt x="15428" y="3670"/>
                    <a:pt x="13020" y="3670"/>
                  </a:cubicBezTo>
                  <a:cubicBezTo>
                    <a:pt x="12554" y="3670"/>
                    <a:pt x="12027" y="3727"/>
                    <a:pt x="11433" y="3863"/>
                  </a:cubicBezTo>
                  <a:cubicBezTo>
                    <a:pt x="10977" y="3807"/>
                    <a:pt x="7395" y="3318"/>
                    <a:pt x="4382" y="1435"/>
                  </a:cubicBezTo>
                  <a:cubicBezTo>
                    <a:pt x="2880" y="497"/>
                    <a:pt x="1955" y="1"/>
                    <a:pt x="1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014;p48">
              <a:extLst>
                <a:ext uri="{FF2B5EF4-FFF2-40B4-BE49-F238E27FC236}">
                  <a16:creationId xmlns:a16="http://schemas.microsoft.com/office/drawing/2014/main" id="{68BA188F-33A7-FD8D-4986-07ABD87305DD}"/>
                </a:ext>
              </a:extLst>
            </p:cNvPr>
            <p:cNvSpPr/>
            <p:nvPr/>
          </p:nvSpPr>
          <p:spPr>
            <a:xfrm>
              <a:off x="2931550" y="4089825"/>
              <a:ext cx="318850" cy="329500"/>
            </a:xfrm>
            <a:custGeom>
              <a:avLst/>
              <a:gdLst/>
              <a:ahLst/>
              <a:cxnLst/>
              <a:rect l="l" t="t" r="r" b="b"/>
              <a:pathLst>
                <a:path w="12754" h="13180" extrusionOk="0">
                  <a:moveTo>
                    <a:pt x="999" y="0"/>
                  </a:moveTo>
                  <a:cubicBezTo>
                    <a:pt x="204" y="0"/>
                    <a:pt x="1" y="910"/>
                    <a:pt x="1" y="3040"/>
                  </a:cubicBezTo>
                  <a:cubicBezTo>
                    <a:pt x="1" y="6757"/>
                    <a:pt x="4544" y="8614"/>
                    <a:pt x="7021" y="10473"/>
                  </a:cubicBezTo>
                  <a:cubicBezTo>
                    <a:pt x="9289" y="12173"/>
                    <a:pt x="10692" y="13179"/>
                    <a:pt x="12338" y="13179"/>
                  </a:cubicBezTo>
                  <a:cubicBezTo>
                    <a:pt x="12475" y="13179"/>
                    <a:pt x="12613" y="13172"/>
                    <a:pt x="12754" y="13158"/>
                  </a:cubicBezTo>
                  <a:cubicBezTo>
                    <a:pt x="8422" y="10401"/>
                    <a:pt x="7946" y="5984"/>
                    <a:pt x="3924" y="1388"/>
                  </a:cubicBezTo>
                  <a:cubicBezTo>
                    <a:pt x="2513" y="506"/>
                    <a:pt x="1592" y="0"/>
                    <a:pt x="9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015;p48">
              <a:extLst>
                <a:ext uri="{FF2B5EF4-FFF2-40B4-BE49-F238E27FC236}">
                  <a16:creationId xmlns:a16="http://schemas.microsoft.com/office/drawing/2014/main" id="{C2497472-40EC-200A-8714-A5FAA7C7C189}"/>
                </a:ext>
              </a:extLst>
            </p:cNvPr>
            <p:cNvSpPr/>
            <p:nvPr/>
          </p:nvSpPr>
          <p:spPr>
            <a:xfrm>
              <a:off x="2924075" y="4082300"/>
              <a:ext cx="334375" cy="344550"/>
            </a:xfrm>
            <a:custGeom>
              <a:avLst/>
              <a:gdLst/>
              <a:ahLst/>
              <a:cxnLst/>
              <a:rect l="l" t="t" r="r" b="b"/>
              <a:pathLst>
                <a:path w="13375" h="13782" extrusionOk="0">
                  <a:moveTo>
                    <a:pt x="1297" y="602"/>
                  </a:moveTo>
                  <a:cubicBezTo>
                    <a:pt x="1858" y="602"/>
                    <a:pt x="2942" y="1242"/>
                    <a:pt x="4027" y="1920"/>
                  </a:cubicBezTo>
                  <a:cubicBezTo>
                    <a:pt x="5673" y="3809"/>
                    <a:pt x="6699" y="5637"/>
                    <a:pt x="7691" y="7405"/>
                  </a:cubicBezTo>
                  <a:cubicBezTo>
                    <a:pt x="8887" y="9535"/>
                    <a:pt x="10024" y="11560"/>
                    <a:pt x="12072" y="13138"/>
                  </a:cubicBezTo>
                  <a:cubicBezTo>
                    <a:pt x="10758" y="12935"/>
                    <a:pt x="9487" y="12025"/>
                    <a:pt x="7500" y="10535"/>
                  </a:cubicBezTo>
                  <a:cubicBezTo>
                    <a:pt x="6953" y="10126"/>
                    <a:pt x="6319" y="9723"/>
                    <a:pt x="5647" y="9295"/>
                  </a:cubicBezTo>
                  <a:cubicBezTo>
                    <a:pt x="3281" y="7792"/>
                    <a:pt x="599" y="6088"/>
                    <a:pt x="599" y="3342"/>
                  </a:cubicBezTo>
                  <a:cubicBezTo>
                    <a:pt x="599" y="2142"/>
                    <a:pt x="656" y="884"/>
                    <a:pt x="1076" y="651"/>
                  </a:cubicBezTo>
                  <a:cubicBezTo>
                    <a:pt x="1136" y="618"/>
                    <a:pt x="1210" y="603"/>
                    <a:pt x="1297" y="603"/>
                  </a:cubicBezTo>
                  <a:lnTo>
                    <a:pt x="1297" y="602"/>
                  </a:lnTo>
                  <a:close/>
                  <a:moveTo>
                    <a:pt x="1297" y="1"/>
                  </a:moveTo>
                  <a:cubicBezTo>
                    <a:pt x="1107" y="1"/>
                    <a:pt x="938" y="42"/>
                    <a:pt x="785" y="127"/>
                  </a:cubicBezTo>
                  <a:cubicBezTo>
                    <a:pt x="129" y="490"/>
                    <a:pt x="1" y="1580"/>
                    <a:pt x="1" y="3341"/>
                  </a:cubicBezTo>
                  <a:cubicBezTo>
                    <a:pt x="1" y="6416"/>
                    <a:pt x="2953" y="8292"/>
                    <a:pt x="5326" y="9800"/>
                  </a:cubicBezTo>
                  <a:cubicBezTo>
                    <a:pt x="5988" y="10221"/>
                    <a:pt x="6614" y="10619"/>
                    <a:pt x="7141" y="11015"/>
                  </a:cubicBezTo>
                  <a:cubicBezTo>
                    <a:pt x="9513" y="12793"/>
                    <a:pt x="10917" y="13782"/>
                    <a:pt x="12624" y="13782"/>
                  </a:cubicBezTo>
                  <a:cubicBezTo>
                    <a:pt x="12777" y="13781"/>
                    <a:pt x="12930" y="13773"/>
                    <a:pt x="13082" y="13758"/>
                  </a:cubicBezTo>
                  <a:cubicBezTo>
                    <a:pt x="13210" y="13746"/>
                    <a:pt x="13314" y="13654"/>
                    <a:pt x="13345" y="13530"/>
                  </a:cubicBezTo>
                  <a:cubicBezTo>
                    <a:pt x="13374" y="13405"/>
                    <a:pt x="13321" y="13276"/>
                    <a:pt x="13214" y="13207"/>
                  </a:cubicBezTo>
                  <a:cubicBezTo>
                    <a:pt x="10759" y="11644"/>
                    <a:pt x="9579" y="9543"/>
                    <a:pt x="8214" y="7111"/>
                  </a:cubicBezTo>
                  <a:cubicBezTo>
                    <a:pt x="7248" y="5389"/>
                    <a:pt x="6152" y="3439"/>
                    <a:pt x="4449" y="1492"/>
                  </a:cubicBezTo>
                  <a:cubicBezTo>
                    <a:pt x="4430" y="1470"/>
                    <a:pt x="4407" y="1450"/>
                    <a:pt x="4382" y="1436"/>
                  </a:cubicBezTo>
                  <a:cubicBezTo>
                    <a:pt x="2880" y="497"/>
                    <a:pt x="1955" y="1"/>
                    <a:pt x="1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016;p48">
              <a:extLst>
                <a:ext uri="{FF2B5EF4-FFF2-40B4-BE49-F238E27FC236}">
                  <a16:creationId xmlns:a16="http://schemas.microsoft.com/office/drawing/2014/main" id="{75980CB3-6478-0286-E604-2D15B1B50357}"/>
                </a:ext>
              </a:extLst>
            </p:cNvPr>
            <p:cNvSpPr/>
            <p:nvPr/>
          </p:nvSpPr>
          <p:spPr>
            <a:xfrm>
              <a:off x="2924075" y="4082300"/>
              <a:ext cx="366500" cy="344625"/>
            </a:xfrm>
            <a:custGeom>
              <a:avLst/>
              <a:gdLst/>
              <a:ahLst/>
              <a:cxnLst/>
              <a:rect l="l" t="t" r="r" b="b"/>
              <a:pathLst>
                <a:path w="14660" h="13785" extrusionOk="0">
                  <a:moveTo>
                    <a:pt x="1297" y="602"/>
                  </a:moveTo>
                  <a:cubicBezTo>
                    <a:pt x="1865" y="602"/>
                    <a:pt x="2968" y="1257"/>
                    <a:pt x="4064" y="1942"/>
                  </a:cubicBezTo>
                  <a:cubicBezTo>
                    <a:pt x="4783" y="2390"/>
                    <a:pt x="5588" y="2798"/>
                    <a:pt x="6461" y="3153"/>
                  </a:cubicBezTo>
                  <a:cubicBezTo>
                    <a:pt x="7748" y="4953"/>
                    <a:pt x="9392" y="7372"/>
                    <a:pt x="10040" y="8830"/>
                  </a:cubicBezTo>
                  <a:cubicBezTo>
                    <a:pt x="10801" y="10541"/>
                    <a:pt x="12093" y="11722"/>
                    <a:pt x="13883" y="12344"/>
                  </a:cubicBezTo>
                  <a:cubicBezTo>
                    <a:pt x="13602" y="12846"/>
                    <a:pt x="13318" y="13133"/>
                    <a:pt x="13069" y="13161"/>
                  </a:cubicBezTo>
                  <a:cubicBezTo>
                    <a:pt x="12923" y="13177"/>
                    <a:pt x="12779" y="13185"/>
                    <a:pt x="12637" y="13185"/>
                  </a:cubicBezTo>
                  <a:cubicBezTo>
                    <a:pt x="11105" y="13185"/>
                    <a:pt x="9765" y="12234"/>
                    <a:pt x="7501" y="10534"/>
                  </a:cubicBezTo>
                  <a:cubicBezTo>
                    <a:pt x="6953" y="10126"/>
                    <a:pt x="6319" y="9722"/>
                    <a:pt x="5647" y="9294"/>
                  </a:cubicBezTo>
                  <a:cubicBezTo>
                    <a:pt x="3281" y="7791"/>
                    <a:pt x="599" y="6087"/>
                    <a:pt x="599" y="3341"/>
                  </a:cubicBezTo>
                  <a:cubicBezTo>
                    <a:pt x="599" y="2140"/>
                    <a:pt x="656" y="882"/>
                    <a:pt x="1076" y="651"/>
                  </a:cubicBezTo>
                  <a:cubicBezTo>
                    <a:pt x="1136" y="617"/>
                    <a:pt x="1210" y="602"/>
                    <a:pt x="1297" y="602"/>
                  </a:cubicBezTo>
                  <a:close/>
                  <a:moveTo>
                    <a:pt x="1297" y="0"/>
                  </a:moveTo>
                  <a:cubicBezTo>
                    <a:pt x="1107" y="0"/>
                    <a:pt x="938" y="42"/>
                    <a:pt x="785" y="127"/>
                  </a:cubicBezTo>
                  <a:cubicBezTo>
                    <a:pt x="129" y="490"/>
                    <a:pt x="1" y="1580"/>
                    <a:pt x="1" y="3341"/>
                  </a:cubicBezTo>
                  <a:cubicBezTo>
                    <a:pt x="1" y="6416"/>
                    <a:pt x="2953" y="8292"/>
                    <a:pt x="5326" y="9800"/>
                  </a:cubicBezTo>
                  <a:cubicBezTo>
                    <a:pt x="5987" y="10221"/>
                    <a:pt x="6613" y="10618"/>
                    <a:pt x="7141" y="11014"/>
                  </a:cubicBezTo>
                  <a:cubicBezTo>
                    <a:pt x="9510" y="12791"/>
                    <a:pt x="10922" y="13784"/>
                    <a:pt x="12625" y="13784"/>
                  </a:cubicBezTo>
                  <a:cubicBezTo>
                    <a:pt x="12795" y="13784"/>
                    <a:pt x="12965" y="13775"/>
                    <a:pt x="13134" y="13756"/>
                  </a:cubicBezTo>
                  <a:cubicBezTo>
                    <a:pt x="13665" y="13696"/>
                    <a:pt x="14138" y="13220"/>
                    <a:pt x="14580" y="12297"/>
                  </a:cubicBezTo>
                  <a:cubicBezTo>
                    <a:pt x="14659" y="12130"/>
                    <a:pt x="14572" y="11933"/>
                    <a:pt x="14396" y="11880"/>
                  </a:cubicBezTo>
                  <a:cubicBezTo>
                    <a:pt x="12578" y="11338"/>
                    <a:pt x="11331" y="10261"/>
                    <a:pt x="10588" y="8587"/>
                  </a:cubicBezTo>
                  <a:cubicBezTo>
                    <a:pt x="9910" y="7063"/>
                    <a:pt x="8207" y="4563"/>
                    <a:pt x="6897" y="2734"/>
                  </a:cubicBezTo>
                  <a:cubicBezTo>
                    <a:pt x="6864" y="2688"/>
                    <a:pt x="6819" y="2652"/>
                    <a:pt x="6766" y="2630"/>
                  </a:cubicBezTo>
                  <a:cubicBezTo>
                    <a:pt x="5893" y="2281"/>
                    <a:pt x="5091" y="1878"/>
                    <a:pt x="4382" y="1435"/>
                  </a:cubicBezTo>
                  <a:cubicBezTo>
                    <a:pt x="2881" y="496"/>
                    <a:pt x="1955" y="0"/>
                    <a:pt x="1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017;p48">
              <a:extLst>
                <a:ext uri="{FF2B5EF4-FFF2-40B4-BE49-F238E27FC236}">
                  <a16:creationId xmlns:a16="http://schemas.microsoft.com/office/drawing/2014/main" id="{A9B96689-D6A3-5A0C-DB70-8073D250AE96}"/>
                </a:ext>
              </a:extLst>
            </p:cNvPr>
            <p:cNvSpPr/>
            <p:nvPr/>
          </p:nvSpPr>
          <p:spPr>
            <a:xfrm>
              <a:off x="1641725" y="2530025"/>
              <a:ext cx="2200" cy="22375"/>
            </a:xfrm>
            <a:custGeom>
              <a:avLst/>
              <a:gdLst/>
              <a:ahLst/>
              <a:cxnLst/>
              <a:rect l="l" t="t" r="r" b="b"/>
              <a:pathLst>
                <a:path w="88" h="895" fill="none" extrusionOk="0">
                  <a:moveTo>
                    <a:pt x="1" y="894"/>
                  </a:moveTo>
                  <a:cubicBezTo>
                    <a:pt x="28" y="596"/>
                    <a:pt x="57" y="298"/>
                    <a:pt x="88" y="1"/>
                  </a:cubicBezTo>
                </a:path>
              </a:pathLst>
            </a:custGeom>
            <a:noFill/>
            <a:ln w="375" cap="flat" cmpd="sng">
              <a:solidFill>
                <a:srgbClr val="263238"/>
              </a:solidFill>
              <a:prstDash val="solid"/>
              <a:miter lim="1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018;p48">
              <a:extLst>
                <a:ext uri="{FF2B5EF4-FFF2-40B4-BE49-F238E27FC236}">
                  <a16:creationId xmlns:a16="http://schemas.microsoft.com/office/drawing/2014/main" id="{9DA8BC6C-F64D-8613-FE20-B3866E6B5D1F}"/>
                </a:ext>
              </a:extLst>
            </p:cNvPr>
            <p:cNvSpPr/>
            <p:nvPr/>
          </p:nvSpPr>
          <p:spPr>
            <a:xfrm>
              <a:off x="1648925" y="567750"/>
              <a:ext cx="4341600" cy="1917900"/>
            </a:xfrm>
            <a:custGeom>
              <a:avLst/>
              <a:gdLst/>
              <a:ahLst/>
              <a:cxnLst/>
              <a:rect l="l" t="t" r="r" b="b"/>
              <a:pathLst>
                <a:path w="173664" h="76716" fill="none" extrusionOk="0">
                  <a:moveTo>
                    <a:pt x="0" y="76716"/>
                  </a:moveTo>
                  <a:cubicBezTo>
                    <a:pt x="5326" y="33478"/>
                    <a:pt x="42187" y="1"/>
                    <a:pt x="86866" y="1"/>
                  </a:cubicBezTo>
                  <a:cubicBezTo>
                    <a:pt x="131359" y="1"/>
                    <a:pt x="168099" y="33200"/>
                    <a:pt x="173663" y="76178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019;p48">
              <a:extLst>
                <a:ext uri="{FF2B5EF4-FFF2-40B4-BE49-F238E27FC236}">
                  <a16:creationId xmlns:a16="http://schemas.microsoft.com/office/drawing/2014/main" id="{5EEB975D-716E-CC9B-224F-A0A9623415F6}"/>
                </a:ext>
              </a:extLst>
            </p:cNvPr>
            <p:cNvSpPr/>
            <p:nvPr/>
          </p:nvSpPr>
          <p:spPr>
            <a:xfrm>
              <a:off x="5993250" y="2494375"/>
              <a:ext cx="2550" cy="22325"/>
            </a:xfrm>
            <a:custGeom>
              <a:avLst/>
              <a:gdLst/>
              <a:ahLst/>
              <a:cxnLst/>
              <a:rect l="l" t="t" r="r" b="b"/>
              <a:pathLst>
                <a:path w="102" h="893" fill="none" extrusionOk="0">
                  <a:moveTo>
                    <a:pt x="1" y="0"/>
                  </a:moveTo>
                  <a:cubicBezTo>
                    <a:pt x="36" y="298"/>
                    <a:pt x="70" y="595"/>
                    <a:pt x="102" y="893"/>
                  </a:cubicBezTo>
                </a:path>
              </a:pathLst>
            </a:custGeom>
            <a:noFill/>
            <a:ln w="375" cap="flat" cmpd="sng">
              <a:solidFill>
                <a:srgbClr val="263238"/>
              </a:solidFill>
              <a:prstDash val="solid"/>
              <a:miter lim="11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020;p48">
              <a:extLst>
                <a:ext uri="{FF2B5EF4-FFF2-40B4-BE49-F238E27FC236}">
                  <a16:creationId xmlns:a16="http://schemas.microsoft.com/office/drawing/2014/main" id="{989251E2-1DE7-C652-5FDB-107759806769}"/>
                </a:ext>
              </a:extLst>
            </p:cNvPr>
            <p:cNvSpPr/>
            <p:nvPr/>
          </p:nvSpPr>
          <p:spPr>
            <a:xfrm>
              <a:off x="1744250" y="1034900"/>
              <a:ext cx="898250" cy="720150"/>
            </a:xfrm>
            <a:custGeom>
              <a:avLst/>
              <a:gdLst/>
              <a:ahLst/>
              <a:cxnLst/>
              <a:rect l="l" t="t" r="r" b="b"/>
              <a:pathLst>
                <a:path w="35930" h="28806" extrusionOk="0">
                  <a:moveTo>
                    <a:pt x="7744" y="0"/>
                  </a:moveTo>
                  <a:lnTo>
                    <a:pt x="0" y="24160"/>
                  </a:lnTo>
                  <a:lnTo>
                    <a:pt x="30663" y="28806"/>
                  </a:lnTo>
                  <a:lnTo>
                    <a:pt x="35929" y="6505"/>
                  </a:lnTo>
                  <a:cubicBezTo>
                    <a:pt x="35929" y="6505"/>
                    <a:pt x="17345" y="5266"/>
                    <a:pt x="77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021;p48">
              <a:extLst>
                <a:ext uri="{FF2B5EF4-FFF2-40B4-BE49-F238E27FC236}">
                  <a16:creationId xmlns:a16="http://schemas.microsoft.com/office/drawing/2014/main" id="{3313D18E-D337-E11D-330C-CE03E87B8DD3}"/>
                </a:ext>
              </a:extLst>
            </p:cNvPr>
            <p:cNvSpPr/>
            <p:nvPr/>
          </p:nvSpPr>
          <p:spPr>
            <a:xfrm>
              <a:off x="2735400" y="508350"/>
              <a:ext cx="1076350" cy="549800"/>
            </a:xfrm>
            <a:custGeom>
              <a:avLst/>
              <a:gdLst/>
              <a:ahLst/>
              <a:cxnLst/>
              <a:rect l="l" t="t" r="r" b="b"/>
              <a:pathLst>
                <a:path w="43054" h="21992" extrusionOk="0">
                  <a:moveTo>
                    <a:pt x="25089" y="1"/>
                  </a:moveTo>
                  <a:cubicBezTo>
                    <a:pt x="17749" y="4966"/>
                    <a:pt x="8453" y="5718"/>
                    <a:pt x="3494" y="5718"/>
                  </a:cubicBezTo>
                  <a:cubicBezTo>
                    <a:pt x="1337" y="5718"/>
                    <a:pt x="1" y="5576"/>
                    <a:pt x="0" y="5576"/>
                  </a:cubicBezTo>
                  <a:lnTo>
                    <a:pt x="0" y="5576"/>
                  </a:lnTo>
                  <a:cubicBezTo>
                    <a:pt x="7434" y="13009"/>
                    <a:pt x="27257" y="21992"/>
                    <a:pt x="27257" y="21992"/>
                  </a:cubicBezTo>
                  <a:cubicBezTo>
                    <a:pt x="35310" y="19513"/>
                    <a:pt x="43054" y="11151"/>
                    <a:pt x="43054" y="11151"/>
                  </a:cubicBezTo>
                  <a:cubicBezTo>
                    <a:pt x="38098" y="10222"/>
                    <a:pt x="25089" y="1"/>
                    <a:pt x="250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022;p48">
              <a:extLst>
                <a:ext uri="{FF2B5EF4-FFF2-40B4-BE49-F238E27FC236}">
                  <a16:creationId xmlns:a16="http://schemas.microsoft.com/office/drawing/2014/main" id="{02B34C6D-8CD6-D7F7-2962-BAC9AE5386FF}"/>
                </a:ext>
              </a:extLst>
            </p:cNvPr>
            <p:cNvSpPr/>
            <p:nvPr/>
          </p:nvSpPr>
          <p:spPr>
            <a:xfrm>
              <a:off x="2735400" y="561750"/>
              <a:ext cx="305075" cy="299325"/>
            </a:xfrm>
            <a:custGeom>
              <a:avLst/>
              <a:gdLst/>
              <a:ahLst/>
              <a:cxnLst/>
              <a:rect l="l" t="t" r="r" b="b"/>
              <a:pathLst>
                <a:path w="12203" h="11973" extrusionOk="0">
                  <a:moveTo>
                    <a:pt x="7223" y="1"/>
                  </a:moveTo>
                  <a:cubicBezTo>
                    <a:pt x="2577" y="1239"/>
                    <a:pt x="0" y="3440"/>
                    <a:pt x="0" y="3440"/>
                  </a:cubicBezTo>
                  <a:cubicBezTo>
                    <a:pt x="3189" y="7118"/>
                    <a:pt x="12203" y="11972"/>
                    <a:pt x="12203" y="11972"/>
                  </a:cubicBezTo>
                  <a:cubicBezTo>
                    <a:pt x="7223" y="6321"/>
                    <a:pt x="7223" y="1"/>
                    <a:pt x="7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023;p48">
              <a:extLst>
                <a:ext uri="{FF2B5EF4-FFF2-40B4-BE49-F238E27FC236}">
                  <a16:creationId xmlns:a16="http://schemas.microsoft.com/office/drawing/2014/main" id="{211641D5-89CA-02EB-915C-36BAE29B11DD}"/>
                </a:ext>
              </a:extLst>
            </p:cNvPr>
            <p:cNvSpPr/>
            <p:nvPr/>
          </p:nvSpPr>
          <p:spPr>
            <a:xfrm>
              <a:off x="4159375" y="785825"/>
              <a:ext cx="400000" cy="260550"/>
            </a:xfrm>
            <a:custGeom>
              <a:avLst/>
              <a:gdLst/>
              <a:ahLst/>
              <a:cxnLst/>
              <a:rect l="l" t="t" r="r" b="b"/>
              <a:pathLst>
                <a:path w="16000" h="10422" extrusionOk="0">
                  <a:moveTo>
                    <a:pt x="16000" y="0"/>
                  </a:moveTo>
                  <a:cubicBezTo>
                    <a:pt x="15999" y="0"/>
                    <a:pt x="2372" y="1858"/>
                    <a:pt x="513" y="4646"/>
                  </a:cubicBezTo>
                  <a:cubicBezTo>
                    <a:pt x="513" y="4646"/>
                    <a:pt x="1" y="6198"/>
                    <a:pt x="3095" y="8776"/>
                  </a:cubicBezTo>
                  <a:cubicBezTo>
                    <a:pt x="4504" y="9951"/>
                    <a:pt x="7675" y="10421"/>
                    <a:pt x="7675" y="10421"/>
                  </a:cubicBezTo>
                  <a:lnTo>
                    <a:pt x="160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024;p48">
              <a:extLst>
                <a:ext uri="{FF2B5EF4-FFF2-40B4-BE49-F238E27FC236}">
                  <a16:creationId xmlns:a16="http://schemas.microsoft.com/office/drawing/2014/main" id="{72701BD5-84E8-BFBF-4F39-7E7E386BD731}"/>
                </a:ext>
              </a:extLst>
            </p:cNvPr>
            <p:cNvSpPr/>
            <p:nvPr/>
          </p:nvSpPr>
          <p:spPr>
            <a:xfrm>
              <a:off x="4172200" y="545525"/>
              <a:ext cx="882725" cy="449375"/>
            </a:xfrm>
            <a:custGeom>
              <a:avLst/>
              <a:gdLst/>
              <a:ahLst/>
              <a:cxnLst/>
              <a:rect l="l" t="t" r="r" b="b"/>
              <a:pathLst>
                <a:path w="35309" h="17975" extrusionOk="0">
                  <a:moveTo>
                    <a:pt x="19445" y="1"/>
                  </a:moveTo>
                  <a:cubicBezTo>
                    <a:pt x="19262" y="1"/>
                    <a:pt x="19077" y="4"/>
                    <a:pt x="18893" y="11"/>
                  </a:cubicBezTo>
                  <a:cubicBezTo>
                    <a:pt x="10221" y="319"/>
                    <a:pt x="619" y="11780"/>
                    <a:pt x="0" y="14258"/>
                  </a:cubicBezTo>
                  <a:cubicBezTo>
                    <a:pt x="0" y="14258"/>
                    <a:pt x="5762" y="12063"/>
                    <a:pt x="12895" y="12063"/>
                  </a:cubicBezTo>
                  <a:cubicBezTo>
                    <a:pt x="13341" y="12063"/>
                    <a:pt x="13792" y="12072"/>
                    <a:pt x="14248" y="12090"/>
                  </a:cubicBezTo>
                  <a:cubicBezTo>
                    <a:pt x="21991" y="12400"/>
                    <a:pt x="26327" y="17974"/>
                    <a:pt x="26327" y="17974"/>
                  </a:cubicBezTo>
                  <a:lnTo>
                    <a:pt x="35309" y="6824"/>
                  </a:lnTo>
                  <a:cubicBezTo>
                    <a:pt x="35309" y="6824"/>
                    <a:pt x="27892" y="1"/>
                    <a:pt x="194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025;p48">
              <a:extLst>
                <a:ext uri="{FF2B5EF4-FFF2-40B4-BE49-F238E27FC236}">
                  <a16:creationId xmlns:a16="http://schemas.microsoft.com/office/drawing/2014/main" id="{D94849CA-C1BD-B352-E8A6-22324C3E3E83}"/>
                </a:ext>
              </a:extLst>
            </p:cNvPr>
            <p:cNvSpPr/>
            <p:nvPr/>
          </p:nvSpPr>
          <p:spPr>
            <a:xfrm>
              <a:off x="5033625" y="1051000"/>
              <a:ext cx="913725" cy="820825"/>
            </a:xfrm>
            <a:custGeom>
              <a:avLst/>
              <a:gdLst/>
              <a:ahLst/>
              <a:cxnLst/>
              <a:rect l="l" t="t" r="r" b="b"/>
              <a:pathLst>
                <a:path w="36549" h="32833" extrusionOk="0">
                  <a:moveTo>
                    <a:pt x="17758" y="1"/>
                  </a:moveTo>
                  <a:cubicBezTo>
                    <a:pt x="17758" y="1"/>
                    <a:pt x="12183" y="14662"/>
                    <a:pt x="0" y="16726"/>
                  </a:cubicBezTo>
                  <a:cubicBezTo>
                    <a:pt x="0" y="16726"/>
                    <a:pt x="12183" y="31181"/>
                    <a:pt x="18998" y="32832"/>
                  </a:cubicBezTo>
                  <a:cubicBezTo>
                    <a:pt x="18998" y="32832"/>
                    <a:pt x="32833" y="26638"/>
                    <a:pt x="36549" y="20029"/>
                  </a:cubicBezTo>
                  <a:lnTo>
                    <a:pt x="36549" y="20029"/>
                  </a:lnTo>
                  <a:cubicBezTo>
                    <a:pt x="36549" y="20029"/>
                    <a:pt x="36549" y="20029"/>
                    <a:pt x="36549" y="20029"/>
                  </a:cubicBezTo>
                  <a:cubicBezTo>
                    <a:pt x="36547" y="20029"/>
                    <a:pt x="24365" y="13008"/>
                    <a:pt x="17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026;p48">
              <a:extLst>
                <a:ext uri="{FF2B5EF4-FFF2-40B4-BE49-F238E27FC236}">
                  <a16:creationId xmlns:a16="http://schemas.microsoft.com/office/drawing/2014/main" id="{D04FF9CA-8BA0-F4D3-301C-8E69B4178C2E}"/>
                </a:ext>
              </a:extLst>
            </p:cNvPr>
            <p:cNvSpPr/>
            <p:nvPr/>
          </p:nvSpPr>
          <p:spPr>
            <a:xfrm>
              <a:off x="1362300" y="2344800"/>
              <a:ext cx="927700" cy="573400"/>
            </a:xfrm>
            <a:custGeom>
              <a:avLst/>
              <a:gdLst/>
              <a:ahLst/>
              <a:cxnLst/>
              <a:rect l="l" t="t" r="r" b="b"/>
              <a:pathLst>
                <a:path w="37108" h="22936" extrusionOk="0">
                  <a:moveTo>
                    <a:pt x="773" y="0"/>
                  </a:moveTo>
                  <a:lnTo>
                    <a:pt x="0" y="22936"/>
                  </a:lnTo>
                  <a:lnTo>
                    <a:pt x="31696" y="22936"/>
                  </a:lnTo>
                  <a:lnTo>
                    <a:pt x="371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027;p48">
              <a:extLst>
                <a:ext uri="{FF2B5EF4-FFF2-40B4-BE49-F238E27FC236}">
                  <a16:creationId xmlns:a16="http://schemas.microsoft.com/office/drawing/2014/main" id="{6D588E98-D829-44B6-ACD2-4D22C92CD4C1}"/>
                </a:ext>
              </a:extLst>
            </p:cNvPr>
            <p:cNvSpPr/>
            <p:nvPr/>
          </p:nvSpPr>
          <p:spPr>
            <a:xfrm>
              <a:off x="1480700" y="2132325"/>
              <a:ext cx="730850" cy="727700"/>
            </a:xfrm>
            <a:custGeom>
              <a:avLst/>
              <a:gdLst/>
              <a:ahLst/>
              <a:cxnLst/>
              <a:rect l="l" t="t" r="r" b="b"/>
              <a:pathLst>
                <a:path w="29234" h="29108" extrusionOk="0">
                  <a:moveTo>
                    <a:pt x="117" y="0"/>
                  </a:moveTo>
                  <a:lnTo>
                    <a:pt x="1" y="26346"/>
                  </a:lnTo>
                  <a:lnTo>
                    <a:pt x="27186" y="29108"/>
                  </a:lnTo>
                  <a:lnTo>
                    <a:pt x="29234" y="109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028;p48">
              <a:extLst>
                <a:ext uri="{FF2B5EF4-FFF2-40B4-BE49-F238E27FC236}">
                  <a16:creationId xmlns:a16="http://schemas.microsoft.com/office/drawing/2014/main" id="{CF86BC85-9174-DA19-6D60-CCFA330BFA8D}"/>
                </a:ext>
              </a:extLst>
            </p:cNvPr>
            <p:cNvSpPr/>
            <p:nvPr/>
          </p:nvSpPr>
          <p:spPr>
            <a:xfrm>
              <a:off x="1259200" y="2235897"/>
              <a:ext cx="895500" cy="689350"/>
            </a:xfrm>
            <a:custGeom>
              <a:avLst/>
              <a:gdLst/>
              <a:ahLst/>
              <a:cxnLst/>
              <a:rect l="l" t="t" r="r" b="b"/>
              <a:pathLst>
                <a:path w="35820" h="27574" extrusionOk="0">
                  <a:moveTo>
                    <a:pt x="15204" y="0"/>
                  </a:moveTo>
                  <a:lnTo>
                    <a:pt x="1" y="516"/>
                  </a:lnTo>
                  <a:lnTo>
                    <a:pt x="4124" y="27574"/>
                  </a:lnTo>
                  <a:lnTo>
                    <a:pt x="35820" y="27574"/>
                  </a:lnTo>
                  <a:lnTo>
                    <a:pt x="33759" y="3093"/>
                  </a:lnTo>
                  <a:lnTo>
                    <a:pt x="16751" y="3093"/>
                  </a:lnTo>
                  <a:lnTo>
                    <a:pt x="15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029;p48">
              <a:extLst>
                <a:ext uri="{FF2B5EF4-FFF2-40B4-BE49-F238E27FC236}">
                  <a16:creationId xmlns:a16="http://schemas.microsoft.com/office/drawing/2014/main" id="{1D18A443-6BEF-FD28-24E9-688AD59B5B77}"/>
                </a:ext>
              </a:extLst>
            </p:cNvPr>
            <p:cNvSpPr/>
            <p:nvPr/>
          </p:nvSpPr>
          <p:spPr>
            <a:xfrm>
              <a:off x="5431450" y="2344800"/>
              <a:ext cx="927700" cy="573400"/>
            </a:xfrm>
            <a:custGeom>
              <a:avLst/>
              <a:gdLst/>
              <a:ahLst/>
              <a:cxnLst/>
              <a:rect l="l" t="t" r="r" b="b"/>
              <a:pathLst>
                <a:path w="37108" h="22936" extrusionOk="0">
                  <a:moveTo>
                    <a:pt x="0" y="0"/>
                  </a:moveTo>
                  <a:lnTo>
                    <a:pt x="5412" y="22936"/>
                  </a:lnTo>
                  <a:lnTo>
                    <a:pt x="37108" y="22936"/>
                  </a:lnTo>
                  <a:lnTo>
                    <a:pt x="363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030;p48">
              <a:extLst>
                <a:ext uri="{FF2B5EF4-FFF2-40B4-BE49-F238E27FC236}">
                  <a16:creationId xmlns:a16="http://schemas.microsoft.com/office/drawing/2014/main" id="{FE8F5549-5EF1-9915-D6E5-03E1F292F37F}"/>
                </a:ext>
              </a:extLst>
            </p:cNvPr>
            <p:cNvSpPr/>
            <p:nvPr/>
          </p:nvSpPr>
          <p:spPr>
            <a:xfrm>
              <a:off x="5566725" y="2235897"/>
              <a:ext cx="895500" cy="689350"/>
            </a:xfrm>
            <a:custGeom>
              <a:avLst/>
              <a:gdLst/>
              <a:ahLst/>
              <a:cxnLst/>
              <a:rect l="l" t="t" r="r" b="b"/>
              <a:pathLst>
                <a:path w="35820" h="27574" extrusionOk="0">
                  <a:moveTo>
                    <a:pt x="20616" y="0"/>
                  </a:moveTo>
                  <a:lnTo>
                    <a:pt x="19070" y="3093"/>
                  </a:lnTo>
                  <a:lnTo>
                    <a:pt x="2062" y="3093"/>
                  </a:lnTo>
                  <a:lnTo>
                    <a:pt x="1" y="27574"/>
                  </a:lnTo>
                  <a:lnTo>
                    <a:pt x="31697" y="27574"/>
                  </a:lnTo>
                  <a:lnTo>
                    <a:pt x="35820" y="516"/>
                  </a:lnTo>
                  <a:lnTo>
                    <a:pt x="2061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031;p48">
            <a:extLst>
              <a:ext uri="{FF2B5EF4-FFF2-40B4-BE49-F238E27FC236}">
                <a16:creationId xmlns:a16="http://schemas.microsoft.com/office/drawing/2014/main" id="{CF7BDF8C-A420-4CA5-484C-FA312A0B3624}"/>
              </a:ext>
            </a:extLst>
          </p:cNvPr>
          <p:cNvSpPr txBox="1">
            <a:spLocks/>
          </p:cNvSpPr>
          <p:nvPr/>
        </p:nvSpPr>
        <p:spPr>
          <a:xfrm>
            <a:off x="454214" y="2181503"/>
            <a:ext cx="1971843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r">
              <a:spcAft>
                <a:spcPts val="1600"/>
              </a:spcAft>
              <a:buNone/>
            </a:pPr>
            <a:r>
              <a:rPr lang="en-US" sz="1400" dirty="0" err="1">
                <a:latin typeface="montserrat" panose="00000500000000000000" pitchFamily="2" charset="0"/>
              </a:rPr>
              <a:t>Kết</a:t>
            </a:r>
            <a:r>
              <a:rPr lang="en-US" sz="1400" dirty="0">
                <a:latin typeface="montserrat" panose="00000500000000000000" pitchFamily="2" charset="0"/>
              </a:rPr>
              <a:t> </a:t>
            </a:r>
            <a:r>
              <a:rPr lang="en-US" sz="1400" dirty="0" err="1">
                <a:latin typeface="montserrat" panose="00000500000000000000" pitchFamily="2" charset="0"/>
              </a:rPr>
              <a:t>hợp</a:t>
            </a:r>
            <a:r>
              <a:rPr lang="en-US" sz="1400" dirty="0">
                <a:latin typeface="montserrat" panose="00000500000000000000" pitchFamily="2" charset="0"/>
              </a:rPr>
              <a:t> IEEE 802.1X, RADIUS </a:t>
            </a:r>
            <a:r>
              <a:rPr lang="en-US" sz="1400" dirty="0" err="1">
                <a:latin typeface="montserrat" panose="00000500000000000000" pitchFamily="2" charset="0"/>
              </a:rPr>
              <a:t>và</a:t>
            </a:r>
            <a:r>
              <a:rPr lang="en-US" sz="1400" dirty="0">
                <a:latin typeface="montserrat" panose="00000500000000000000" pitchFamily="2" charset="0"/>
              </a:rPr>
              <a:t> </a:t>
            </a:r>
            <a:r>
              <a:rPr lang="en-US" sz="1400" dirty="0" err="1">
                <a:latin typeface="montserrat" panose="00000500000000000000" pitchFamily="2" charset="0"/>
              </a:rPr>
              <a:t>xác</a:t>
            </a:r>
            <a:r>
              <a:rPr lang="en-US" sz="1400" dirty="0">
                <a:latin typeface="montserrat" panose="00000500000000000000" pitchFamily="2" charset="0"/>
              </a:rPr>
              <a:t> </a:t>
            </a:r>
            <a:r>
              <a:rPr lang="en-US" sz="1400" dirty="0" err="1">
                <a:latin typeface="montserrat" panose="00000500000000000000" pitchFamily="2" charset="0"/>
              </a:rPr>
              <a:t>thực</a:t>
            </a:r>
            <a:r>
              <a:rPr lang="en-US" sz="1400" dirty="0">
                <a:latin typeface="montserrat" panose="00000500000000000000" pitchFamily="2" charset="0"/>
              </a:rPr>
              <a:t> 2 </a:t>
            </a:r>
            <a:r>
              <a:rPr lang="en-US" sz="1400" dirty="0" err="1">
                <a:latin typeface="montserrat" panose="00000500000000000000" pitchFamily="2" charset="0"/>
              </a:rPr>
              <a:t>yếu</a:t>
            </a:r>
            <a:r>
              <a:rPr lang="en-US" sz="1400" dirty="0">
                <a:latin typeface="montserrat" panose="00000500000000000000" pitchFamily="2" charset="0"/>
              </a:rPr>
              <a:t> </a:t>
            </a:r>
            <a:r>
              <a:rPr lang="en-US" sz="1400" dirty="0" err="1">
                <a:latin typeface="montserrat" panose="00000500000000000000" pitchFamily="2" charset="0"/>
              </a:rPr>
              <a:t>tố</a:t>
            </a:r>
            <a:r>
              <a:rPr lang="en-US" sz="1400" dirty="0">
                <a:latin typeface="montserrat" panose="00000500000000000000" pitchFamily="2" charset="0"/>
              </a:rPr>
              <a:t>. </a:t>
            </a:r>
          </a:p>
        </p:txBody>
      </p:sp>
      <p:sp>
        <p:nvSpPr>
          <p:cNvPr id="279" name="Google Shape;2032;p48">
            <a:extLst>
              <a:ext uri="{FF2B5EF4-FFF2-40B4-BE49-F238E27FC236}">
                <a16:creationId xmlns:a16="http://schemas.microsoft.com/office/drawing/2014/main" id="{51406A78-B5BA-32B8-A0B5-6FF78D0F2104}"/>
              </a:ext>
            </a:extLst>
          </p:cNvPr>
          <p:cNvSpPr txBox="1">
            <a:spLocks/>
          </p:cNvSpPr>
          <p:nvPr/>
        </p:nvSpPr>
        <p:spPr>
          <a:xfrm>
            <a:off x="638466" y="1592386"/>
            <a:ext cx="18084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r">
              <a:buClr>
                <a:schemeClr val="lt2"/>
              </a:buClr>
              <a:buSzPts val="2800"/>
              <a:buFont typeface="Viga"/>
              <a:buNone/>
              <a:defRPr sz="1800">
                <a:solidFill>
                  <a:schemeClr val="lt2"/>
                </a:solidFill>
                <a:latin typeface="Montserrat Black" panose="00000A00000000000000" pitchFamily="2" charset="0"/>
                <a:ea typeface="Viga"/>
                <a:cs typeface="Viga"/>
              </a:defRPr>
            </a:lvl1pPr>
            <a:lvl2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mạnh</a:t>
            </a:r>
            <a:endParaRPr lang="en-US" dirty="0"/>
          </a:p>
        </p:txBody>
      </p:sp>
      <p:sp>
        <p:nvSpPr>
          <p:cNvPr id="302" name="Google Shape;2033;p48">
            <a:extLst>
              <a:ext uri="{FF2B5EF4-FFF2-40B4-BE49-F238E27FC236}">
                <a16:creationId xmlns:a16="http://schemas.microsoft.com/office/drawing/2014/main" id="{9052B00C-F401-5C26-6477-9E9D4F4BE992}"/>
              </a:ext>
            </a:extLst>
          </p:cNvPr>
          <p:cNvSpPr txBox="1">
            <a:spLocks/>
          </p:cNvSpPr>
          <p:nvPr/>
        </p:nvSpPr>
        <p:spPr>
          <a:xfrm>
            <a:off x="454212" y="3785342"/>
            <a:ext cx="1971843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spcAft>
                <a:spcPts val="1600"/>
              </a:spcAft>
              <a:buClr>
                <a:schemeClr val="lt2"/>
              </a:buClr>
              <a:buSzPts val="1800"/>
              <a:buFont typeface="DM Sans"/>
              <a:buNone/>
              <a:defRPr>
                <a:solidFill>
                  <a:schemeClr val="lt2"/>
                </a:solidFill>
                <a:latin typeface="montserrat" panose="00000500000000000000" pitchFamily="2" charset="0"/>
                <a:ea typeface="DM Sans"/>
                <a:cs typeface="DM Sans"/>
              </a:defRPr>
            </a:lvl1pPr>
            <a:lvl2pPr marL="914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2pPr>
            <a:lvl3pPr marL="1371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3pPr>
            <a:lvl4pPr marL="18288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4pPr>
            <a:lvl5pPr marL="22860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5pPr>
            <a:lvl6pPr marL="27432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6pPr>
            <a:lvl7pPr marL="3200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7pPr>
            <a:lvl8pPr marL="3657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9pPr>
          </a:lstStyle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qua SSL/TLS </a:t>
            </a:r>
            <a:r>
              <a:rPr lang="en-US" dirty="0" err="1"/>
              <a:t>và</a:t>
            </a:r>
            <a:r>
              <a:rPr lang="en-US" dirty="0"/>
              <a:t> VPN.</a:t>
            </a:r>
          </a:p>
        </p:txBody>
      </p:sp>
      <p:sp>
        <p:nvSpPr>
          <p:cNvPr id="303" name="Google Shape;2034;p48">
            <a:extLst>
              <a:ext uri="{FF2B5EF4-FFF2-40B4-BE49-F238E27FC236}">
                <a16:creationId xmlns:a16="http://schemas.microsoft.com/office/drawing/2014/main" id="{AC4BDCEC-0236-A14D-1B0A-0E319504682A}"/>
              </a:ext>
            </a:extLst>
          </p:cNvPr>
          <p:cNvSpPr txBox="1">
            <a:spLocks/>
          </p:cNvSpPr>
          <p:nvPr/>
        </p:nvSpPr>
        <p:spPr>
          <a:xfrm>
            <a:off x="617656" y="3127703"/>
            <a:ext cx="18084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800" dirty="0">
                <a:latin typeface="Montserrat Black" panose="00000A00000000000000" pitchFamily="2" charset="0"/>
              </a:rPr>
              <a:t>Bảo </a:t>
            </a:r>
            <a:r>
              <a:rPr lang="en-US" sz="1800" dirty="0" err="1">
                <a:latin typeface="Montserrat Black" panose="00000A00000000000000" pitchFamily="2" charset="0"/>
              </a:rPr>
              <a:t>mật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truyền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tải</a:t>
            </a:r>
            <a:endParaRPr lang="en-US" sz="1800" dirty="0">
              <a:latin typeface="Montserrat Black" panose="00000A00000000000000" pitchFamily="2" charset="0"/>
            </a:endParaRPr>
          </a:p>
        </p:txBody>
      </p:sp>
      <p:sp>
        <p:nvSpPr>
          <p:cNvPr id="576" name="Google Shape;2035;p48">
            <a:extLst>
              <a:ext uri="{FF2B5EF4-FFF2-40B4-BE49-F238E27FC236}">
                <a16:creationId xmlns:a16="http://schemas.microsoft.com/office/drawing/2014/main" id="{2E3455AD-876B-C1B0-54DB-7BD40E0FBAAD}"/>
              </a:ext>
            </a:extLst>
          </p:cNvPr>
          <p:cNvSpPr txBox="1">
            <a:spLocks/>
          </p:cNvSpPr>
          <p:nvPr/>
        </p:nvSpPr>
        <p:spPr>
          <a:xfrm>
            <a:off x="6645380" y="2133841"/>
            <a:ext cx="2309934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r">
              <a:spcAft>
                <a:spcPts val="1600"/>
              </a:spcAft>
              <a:buClr>
                <a:schemeClr val="lt2"/>
              </a:buClr>
              <a:buSzPts val="1800"/>
              <a:buFont typeface="DM Sans"/>
              <a:buNone/>
              <a:defRPr>
                <a:solidFill>
                  <a:schemeClr val="lt2"/>
                </a:solidFill>
                <a:latin typeface="montserrat" panose="00000500000000000000" pitchFamily="2" charset="0"/>
                <a:ea typeface="DM Sans"/>
                <a:cs typeface="DM Sans"/>
              </a:defRPr>
            </a:lvl1pPr>
            <a:lvl2pPr marL="914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2pPr>
            <a:lvl3pPr marL="1371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3pPr>
            <a:lvl4pPr marL="18288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4pPr>
            <a:lvl5pPr marL="22860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5pPr>
            <a:lvl6pPr marL="27432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6pPr>
            <a:lvl7pPr marL="32004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7pPr>
            <a:lvl8pPr marL="3657600" indent="-317500">
              <a:spcBef>
                <a:spcPts val="1600"/>
              </a:spcBef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</a:defRPr>
            </a:lvl9pPr>
          </a:lstStyle>
          <a:p>
            <a:pPr algn="l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băm</a:t>
            </a:r>
            <a:r>
              <a:rPr lang="en-US" dirty="0"/>
              <a:t>.</a:t>
            </a:r>
          </a:p>
        </p:txBody>
      </p:sp>
      <p:sp>
        <p:nvSpPr>
          <p:cNvPr id="577" name="Google Shape;2036;p48">
            <a:extLst>
              <a:ext uri="{FF2B5EF4-FFF2-40B4-BE49-F238E27FC236}">
                <a16:creationId xmlns:a16="http://schemas.microsoft.com/office/drawing/2014/main" id="{921C91B2-9DE0-E263-8511-DC9F11BDC12D}"/>
              </a:ext>
            </a:extLst>
          </p:cNvPr>
          <p:cNvSpPr txBox="1">
            <a:spLocks/>
          </p:cNvSpPr>
          <p:nvPr/>
        </p:nvSpPr>
        <p:spPr>
          <a:xfrm>
            <a:off x="6645380" y="1565378"/>
            <a:ext cx="2026905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 err="1">
                <a:latin typeface="Montserrat Black" panose="00000A00000000000000" pitchFamily="2" charset="0"/>
              </a:rPr>
              <a:t>Đảm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bảo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tính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toàn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ven</a:t>
            </a:r>
            <a:endParaRPr lang="en-US" sz="1800" dirty="0">
              <a:latin typeface="Montserrat Black" panose="00000A00000000000000" pitchFamily="2" charset="0"/>
            </a:endParaRPr>
          </a:p>
        </p:txBody>
      </p:sp>
      <p:sp>
        <p:nvSpPr>
          <p:cNvPr id="578" name="Google Shape;2037;p48">
            <a:extLst>
              <a:ext uri="{FF2B5EF4-FFF2-40B4-BE49-F238E27FC236}">
                <a16:creationId xmlns:a16="http://schemas.microsoft.com/office/drawing/2014/main" id="{0058D2F1-A1F6-0D56-7BBB-13D8E8E5177D}"/>
              </a:ext>
            </a:extLst>
          </p:cNvPr>
          <p:cNvSpPr txBox="1">
            <a:spLocks/>
          </p:cNvSpPr>
          <p:nvPr/>
        </p:nvSpPr>
        <p:spPr>
          <a:xfrm>
            <a:off x="6645379" y="3785342"/>
            <a:ext cx="2172049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latin typeface="montserrat" panose="00000500000000000000" pitchFamily="2" charset="0"/>
                <a:sym typeface="Arial"/>
              </a:rPr>
              <a:t>SIEM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thu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thập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log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tập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trung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;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tự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động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kích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hoạt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ACL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khẩn</a:t>
            </a:r>
            <a:r>
              <a:rPr lang="en-US" sz="1400" dirty="0">
                <a:latin typeface="montserrat" panose="00000500000000000000" pitchFamily="2" charset="0"/>
                <a:sym typeface="Arial"/>
              </a:rPr>
              <a:t> </a:t>
            </a:r>
            <a:r>
              <a:rPr lang="en-US" sz="1400" dirty="0" err="1">
                <a:latin typeface="montserrat" panose="00000500000000000000" pitchFamily="2" charset="0"/>
                <a:sym typeface="Arial"/>
              </a:rPr>
              <a:t>cấp</a:t>
            </a:r>
            <a:endParaRPr lang="en-US" sz="1400" dirty="0"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579" name="Google Shape;2038;p48">
            <a:extLst>
              <a:ext uri="{FF2B5EF4-FFF2-40B4-BE49-F238E27FC236}">
                <a16:creationId xmlns:a16="http://schemas.microsoft.com/office/drawing/2014/main" id="{DFE27BBA-8169-1BD3-9B1E-BE980A738B83}"/>
              </a:ext>
            </a:extLst>
          </p:cNvPr>
          <p:cNvSpPr txBox="1">
            <a:spLocks/>
          </p:cNvSpPr>
          <p:nvPr/>
        </p:nvSpPr>
        <p:spPr>
          <a:xfrm>
            <a:off x="6645381" y="3127703"/>
            <a:ext cx="1722105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 err="1">
                <a:latin typeface="Montserrat Black" panose="00000A00000000000000" pitchFamily="2" charset="0"/>
              </a:rPr>
              <a:t>Giám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sát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và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phản</a:t>
            </a:r>
            <a:r>
              <a:rPr lang="en-US" sz="1800" dirty="0">
                <a:latin typeface="Montserrat Black" panose="00000A00000000000000" pitchFamily="2" charset="0"/>
              </a:rPr>
              <a:t> </a:t>
            </a:r>
            <a:r>
              <a:rPr lang="en-US" sz="1800" dirty="0" err="1">
                <a:latin typeface="Montserrat Black" panose="00000A00000000000000" pitchFamily="2" charset="0"/>
              </a:rPr>
              <a:t>ứng</a:t>
            </a:r>
            <a:endParaRPr lang="en-US" sz="1800" dirty="0">
              <a:latin typeface="Montserrat Black" panose="00000A00000000000000" pitchFamily="2" charset="0"/>
            </a:endParaRPr>
          </a:p>
        </p:txBody>
      </p:sp>
      <p:cxnSp>
        <p:nvCxnSpPr>
          <p:cNvPr id="580" name="Google Shape;2039;p48">
            <a:extLst>
              <a:ext uri="{FF2B5EF4-FFF2-40B4-BE49-F238E27FC236}">
                <a16:creationId xmlns:a16="http://schemas.microsoft.com/office/drawing/2014/main" id="{A55B15FA-DDDC-BB37-9845-BFB63F39B45D}"/>
              </a:ext>
            </a:extLst>
          </p:cNvPr>
          <p:cNvCxnSpPr>
            <a:cxnSpLocks/>
            <a:stCxn id="303" idx="3"/>
          </p:cNvCxnSpPr>
          <p:nvPr/>
        </p:nvCxnSpPr>
        <p:spPr>
          <a:xfrm flipV="1">
            <a:off x="2426056" y="2203852"/>
            <a:ext cx="973311" cy="1193701"/>
          </a:xfrm>
          <a:prstGeom prst="bentConnector2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81" name="Google Shape;2040;p48">
            <a:extLst>
              <a:ext uri="{FF2B5EF4-FFF2-40B4-BE49-F238E27FC236}">
                <a16:creationId xmlns:a16="http://schemas.microsoft.com/office/drawing/2014/main" id="{6AED1834-B13D-405A-99C1-B59CB1992079}"/>
              </a:ext>
            </a:extLst>
          </p:cNvPr>
          <p:cNvCxnSpPr>
            <a:stCxn id="279" idx="3"/>
          </p:cNvCxnSpPr>
          <p:nvPr/>
        </p:nvCxnSpPr>
        <p:spPr>
          <a:xfrm rot="10800000" flipH="1">
            <a:off x="2446866" y="1621036"/>
            <a:ext cx="1738200" cy="241200"/>
          </a:xfrm>
          <a:prstGeom prst="bentConnector3">
            <a:avLst>
              <a:gd name="adj1" fmla="val 22186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82" name="Google Shape;2041;p48">
            <a:extLst>
              <a:ext uri="{FF2B5EF4-FFF2-40B4-BE49-F238E27FC236}">
                <a16:creationId xmlns:a16="http://schemas.microsoft.com/office/drawing/2014/main" id="{AD2D6844-4DFC-5D7B-91F9-9AC82F680E70}"/>
              </a:ext>
            </a:extLst>
          </p:cNvPr>
          <p:cNvCxnSpPr>
            <a:cxnSpLocks/>
            <a:stCxn id="577" idx="1"/>
          </p:cNvCxnSpPr>
          <p:nvPr/>
        </p:nvCxnSpPr>
        <p:spPr>
          <a:xfrm rot="10800000">
            <a:off x="5145384" y="1594028"/>
            <a:ext cx="1499997" cy="241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83" name="Google Shape;2042;p48">
            <a:extLst>
              <a:ext uri="{FF2B5EF4-FFF2-40B4-BE49-F238E27FC236}">
                <a16:creationId xmlns:a16="http://schemas.microsoft.com/office/drawing/2014/main" id="{93F1CC70-15B4-CABD-8BFC-277DCC1AD128}"/>
              </a:ext>
            </a:extLst>
          </p:cNvPr>
          <p:cNvCxnSpPr>
            <a:cxnSpLocks/>
            <a:stCxn id="579" idx="1"/>
          </p:cNvCxnSpPr>
          <p:nvPr/>
        </p:nvCxnSpPr>
        <p:spPr>
          <a:xfrm rot="10800000">
            <a:off x="5430981" y="2203853"/>
            <a:ext cx="1214400" cy="1193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182780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4A95DB10-8DBA-C313-A7E2-07061E01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C1327FE7-5637-18D3-F71E-32DC7DCC6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7" y="699367"/>
            <a:ext cx="3460357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Các kịch bản triển khai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E7C3ECFD-A737-04E2-32C9-E6FA86980637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F496A82C-C40F-937E-3DAD-C3032C6CB065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C93F3413-03E1-C887-4404-144A70B65676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B4C6F1A-FFE2-6E42-3917-5AA857799F5A}"/>
              </a:ext>
            </a:extLst>
          </p:cNvPr>
          <p:cNvGrpSpPr/>
          <p:nvPr/>
        </p:nvGrpSpPr>
        <p:grpSpPr>
          <a:xfrm>
            <a:off x="1094866" y="1259491"/>
            <a:ext cx="5197300" cy="743553"/>
            <a:chOff x="0" y="0"/>
            <a:chExt cx="2737672" cy="477342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048F825-BDD8-312F-E280-DB12E3577C47}"/>
                </a:ext>
              </a:extLst>
            </p:cNvPr>
            <p:cNvSpPr/>
            <p:nvPr/>
          </p:nvSpPr>
          <p:spPr>
            <a:xfrm>
              <a:off x="0" y="0"/>
              <a:ext cx="2737672" cy="477342"/>
            </a:xfrm>
            <a:custGeom>
              <a:avLst/>
              <a:gdLst/>
              <a:ahLst/>
              <a:cxnLst/>
              <a:rect l="l" t="t" r="r" b="b"/>
              <a:pathLst>
                <a:path w="2737672" h="477342">
                  <a:moveTo>
                    <a:pt x="22344" y="0"/>
                  </a:moveTo>
                  <a:lnTo>
                    <a:pt x="2715328" y="0"/>
                  </a:lnTo>
                  <a:cubicBezTo>
                    <a:pt x="2727669" y="0"/>
                    <a:pt x="2737672" y="10004"/>
                    <a:pt x="2737672" y="22344"/>
                  </a:cubicBezTo>
                  <a:lnTo>
                    <a:pt x="2737672" y="454998"/>
                  </a:lnTo>
                  <a:cubicBezTo>
                    <a:pt x="2737672" y="467338"/>
                    <a:pt x="2727669" y="477342"/>
                    <a:pt x="2715328" y="477342"/>
                  </a:cubicBezTo>
                  <a:lnTo>
                    <a:pt x="22344" y="477342"/>
                  </a:lnTo>
                  <a:cubicBezTo>
                    <a:pt x="10004" y="477342"/>
                    <a:pt x="0" y="467338"/>
                    <a:pt x="0" y="454998"/>
                  </a:cubicBezTo>
                  <a:lnTo>
                    <a:pt x="0" y="22344"/>
                  </a:lnTo>
                  <a:cubicBezTo>
                    <a:pt x="0" y="10004"/>
                    <a:pt x="10004" y="0"/>
                    <a:pt x="22344" y="0"/>
                  </a:cubicBezTo>
                  <a:close/>
                </a:path>
              </a:pathLst>
            </a:custGeom>
            <a:solidFill>
              <a:srgbClr val="4A5F7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65B01B-7E9F-54F8-C61D-9AEEA7379252}"/>
                </a:ext>
              </a:extLst>
            </p:cNvPr>
            <p:cNvSpPr txBox="1"/>
            <p:nvPr/>
          </p:nvSpPr>
          <p:spPr>
            <a:xfrm>
              <a:off x="0" y="9525"/>
              <a:ext cx="2737672" cy="46781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50"/>
                </a:lnSpc>
              </a:pPr>
              <a:endParaRPr sz="450"/>
            </a:p>
          </p:txBody>
        </p:sp>
      </p:grpSp>
      <p:grpSp>
        <p:nvGrpSpPr>
          <p:cNvPr id="7" name="Group 14">
            <a:extLst>
              <a:ext uri="{FF2B5EF4-FFF2-40B4-BE49-F238E27FC236}">
                <a16:creationId xmlns:a16="http://schemas.microsoft.com/office/drawing/2014/main" id="{8ACAF686-026C-8E95-2D5A-11B6B38C305A}"/>
              </a:ext>
            </a:extLst>
          </p:cNvPr>
          <p:cNvGrpSpPr/>
          <p:nvPr/>
        </p:nvGrpSpPr>
        <p:grpSpPr>
          <a:xfrm>
            <a:off x="458563" y="1350036"/>
            <a:ext cx="522388" cy="539700"/>
            <a:chOff x="-3" y="0"/>
            <a:chExt cx="1393035" cy="1620131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E4A2CF21-8926-2865-00AE-F8D4AB0083F3}"/>
                </a:ext>
              </a:extLst>
            </p:cNvPr>
            <p:cNvGrpSpPr/>
            <p:nvPr/>
          </p:nvGrpSpPr>
          <p:grpSpPr>
            <a:xfrm>
              <a:off x="0" y="0"/>
              <a:ext cx="1393032" cy="1620131"/>
              <a:chOff x="0" y="0"/>
              <a:chExt cx="195028" cy="226823"/>
            </a:xfrm>
          </p:grpSpPr>
          <p:sp>
            <p:nvSpPr>
              <p:cNvPr id="11" name="Freeform 16">
                <a:extLst>
                  <a:ext uri="{FF2B5EF4-FFF2-40B4-BE49-F238E27FC236}">
                    <a16:creationId xmlns:a16="http://schemas.microsoft.com/office/drawing/2014/main" id="{AE9742D5-F72F-BCC6-B0B6-6EDB079D0A7F}"/>
                  </a:ext>
                </a:extLst>
              </p:cNvPr>
              <p:cNvSpPr/>
              <p:nvPr/>
            </p:nvSpPr>
            <p:spPr>
              <a:xfrm>
                <a:off x="0" y="0"/>
                <a:ext cx="195028" cy="226823"/>
              </a:xfrm>
              <a:custGeom>
                <a:avLst/>
                <a:gdLst/>
                <a:ahLst/>
                <a:cxnLst/>
                <a:rect l="l" t="t" r="r" b="b"/>
                <a:pathLst>
                  <a:path w="195028" h="226823">
                    <a:moveTo>
                      <a:pt x="97514" y="0"/>
                    </a:moveTo>
                    <a:lnTo>
                      <a:pt x="97514" y="0"/>
                    </a:lnTo>
                    <a:cubicBezTo>
                      <a:pt x="151370" y="0"/>
                      <a:pt x="195028" y="43659"/>
                      <a:pt x="195028" y="97514"/>
                    </a:cubicBezTo>
                    <a:lnTo>
                      <a:pt x="195028" y="129308"/>
                    </a:lnTo>
                    <a:cubicBezTo>
                      <a:pt x="195028" y="183164"/>
                      <a:pt x="151370" y="226823"/>
                      <a:pt x="97514" y="226823"/>
                    </a:cubicBezTo>
                    <a:lnTo>
                      <a:pt x="97514" y="226823"/>
                    </a:lnTo>
                    <a:cubicBezTo>
                      <a:pt x="43659" y="226823"/>
                      <a:pt x="0" y="183164"/>
                      <a:pt x="0" y="129308"/>
                    </a:cubicBezTo>
                    <a:lnTo>
                      <a:pt x="0" y="97514"/>
                    </a:lnTo>
                    <a:cubicBezTo>
                      <a:pt x="0" y="43659"/>
                      <a:pt x="43659" y="0"/>
                      <a:pt x="97514" y="0"/>
                    </a:cubicBezTo>
                    <a:close/>
                  </a:path>
                </a:pathLst>
              </a:custGeom>
              <a:solidFill>
                <a:srgbClr val="B5B5B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7">
                <a:extLst>
                  <a:ext uri="{FF2B5EF4-FFF2-40B4-BE49-F238E27FC236}">
                    <a16:creationId xmlns:a16="http://schemas.microsoft.com/office/drawing/2014/main" id="{D326EB4C-70FB-68DD-27ED-FEF785999E2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95028" cy="226823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250"/>
                  </a:lnSpc>
                </a:pPr>
                <a:endParaRPr sz="450"/>
              </a:p>
            </p:txBody>
          </p:sp>
        </p:grpSp>
        <p:sp>
          <p:nvSpPr>
            <p:cNvPr id="10" name="TextBox 18">
              <a:extLst>
                <a:ext uri="{FF2B5EF4-FFF2-40B4-BE49-F238E27FC236}">
                  <a16:creationId xmlns:a16="http://schemas.microsoft.com/office/drawing/2014/main" id="{829852AC-5C9B-C0E9-A73C-B9183321DDE4}"/>
                </a:ext>
              </a:extLst>
            </p:cNvPr>
            <p:cNvSpPr txBox="1"/>
            <p:nvPr/>
          </p:nvSpPr>
          <p:spPr>
            <a:xfrm>
              <a:off x="-3" y="139790"/>
              <a:ext cx="1393032" cy="1083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</a:pPr>
              <a:r>
                <a:rPr lang="en-US" sz="2399" b="1" dirty="0">
                  <a:solidFill>
                    <a:srgbClr val="4A5F73"/>
                  </a:solidFill>
                  <a:latin typeface="+mj-lt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</p:grpSp>
      <p:sp>
        <p:nvSpPr>
          <p:cNvPr id="13" name="TextBox 36">
            <a:extLst>
              <a:ext uri="{FF2B5EF4-FFF2-40B4-BE49-F238E27FC236}">
                <a16:creationId xmlns:a16="http://schemas.microsoft.com/office/drawing/2014/main" id="{88AD9089-4BE0-968C-76D8-EAC65DBFCE3E}"/>
              </a:ext>
            </a:extLst>
          </p:cNvPr>
          <p:cNvSpPr txBox="1"/>
          <p:nvPr/>
        </p:nvSpPr>
        <p:spPr>
          <a:xfrm>
            <a:off x="1238738" y="1378230"/>
            <a:ext cx="5053428" cy="520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58"/>
              </a:lnSpc>
            </a:pPr>
            <a:r>
              <a:rPr lang="en-US" sz="1700" dirty="0" err="1">
                <a:solidFill>
                  <a:schemeClr val="bg1"/>
                </a:solidFill>
              </a:rPr>
              <a:t>Kịch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bản</a:t>
            </a:r>
            <a:r>
              <a:rPr lang="en-US" sz="1700" dirty="0">
                <a:solidFill>
                  <a:schemeClr val="bg1"/>
                </a:solidFill>
              </a:rPr>
              <a:t> 1: </a:t>
            </a:r>
            <a:r>
              <a:rPr lang="en-US" sz="1700" dirty="0" err="1">
                <a:solidFill>
                  <a:schemeClr val="bg1"/>
                </a:solidFill>
              </a:rPr>
              <a:t>Xây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dựng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hạ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tầng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mạng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nền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tảng</a:t>
            </a:r>
            <a:r>
              <a:rPr lang="en-US" sz="1700" dirty="0">
                <a:solidFill>
                  <a:schemeClr val="bg1"/>
                </a:solidFill>
              </a:rPr>
              <a:t> (VLAN, Định </a:t>
            </a:r>
            <a:r>
              <a:rPr lang="en-US" sz="1700" dirty="0" err="1">
                <a:solidFill>
                  <a:schemeClr val="bg1"/>
                </a:solidFill>
              </a:rPr>
              <a:t>tuyến</a:t>
            </a:r>
            <a:r>
              <a:rPr lang="en-US" sz="1700" dirty="0">
                <a:solidFill>
                  <a:schemeClr val="bg1"/>
                </a:solidFill>
              </a:rPr>
              <a:t> &amp; DHCP)</a:t>
            </a:r>
            <a:endParaRPr lang="en-US" sz="1700" dirty="0">
              <a:solidFill>
                <a:schemeClr val="bg1"/>
              </a:solidFill>
              <a:ea typeface="DM Sans Bold"/>
              <a:cs typeface="DM Sans Bold"/>
              <a:sym typeface="DM Sans Bold"/>
            </a:endParaRP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6304FF15-0B02-74FC-AD57-C3A46E88DBA2}"/>
              </a:ext>
            </a:extLst>
          </p:cNvPr>
          <p:cNvGrpSpPr/>
          <p:nvPr/>
        </p:nvGrpSpPr>
        <p:grpSpPr>
          <a:xfrm>
            <a:off x="1094866" y="2143631"/>
            <a:ext cx="5197300" cy="743553"/>
            <a:chOff x="0" y="0"/>
            <a:chExt cx="2737672" cy="477342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541E84EE-D37A-9911-C31E-6647618EDF34}"/>
                </a:ext>
              </a:extLst>
            </p:cNvPr>
            <p:cNvSpPr/>
            <p:nvPr/>
          </p:nvSpPr>
          <p:spPr>
            <a:xfrm>
              <a:off x="0" y="0"/>
              <a:ext cx="2737672" cy="477342"/>
            </a:xfrm>
            <a:custGeom>
              <a:avLst/>
              <a:gdLst/>
              <a:ahLst/>
              <a:cxnLst/>
              <a:rect l="l" t="t" r="r" b="b"/>
              <a:pathLst>
                <a:path w="2737672" h="477342">
                  <a:moveTo>
                    <a:pt x="22344" y="0"/>
                  </a:moveTo>
                  <a:lnTo>
                    <a:pt x="2715328" y="0"/>
                  </a:lnTo>
                  <a:cubicBezTo>
                    <a:pt x="2727669" y="0"/>
                    <a:pt x="2737672" y="10004"/>
                    <a:pt x="2737672" y="22344"/>
                  </a:cubicBezTo>
                  <a:lnTo>
                    <a:pt x="2737672" y="454998"/>
                  </a:lnTo>
                  <a:cubicBezTo>
                    <a:pt x="2737672" y="467338"/>
                    <a:pt x="2727669" y="477342"/>
                    <a:pt x="2715328" y="477342"/>
                  </a:cubicBezTo>
                  <a:lnTo>
                    <a:pt x="22344" y="477342"/>
                  </a:lnTo>
                  <a:cubicBezTo>
                    <a:pt x="10004" y="477342"/>
                    <a:pt x="0" y="467338"/>
                    <a:pt x="0" y="454998"/>
                  </a:cubicBezTo>
                  <a:lnTo>
                    <a:pt x="0" y="22344"/>
                  </a:lnTo>
                  <a:cubicBezTo>
                    <a:pt x="0" y="10004"/>
                    <a:pt x="10004" y="0"/>
                    <a:pt x="22344" y="0"/>
                  </a:cubicBezTo>
                  <a:close/>
                </a:path>
              </a:pathLst>
            </a:custGeom>
            <a:solidFill>
              <a:srgbClr val="4A5F7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DA97E4-F096-B444-AC09-B5CD76F5736B}"/>
                </a:ext>
              </a:extLst>
            </p:cNvPr>
            <p:cNvSpPr txBox="1"/>
            <p:nvPr/>
          </p:nvSpPr>
          <p:spPr>
            <a:xfrm>
              <a:off x="0" y="9525"/>
              <a:ext cx="2737672" cy="46781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50"/>
                </a:lnSpc>
              </a:pPr>
              <a:endParaRPr sz="450"/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6B845DBA-F11A-FF31-8C69-EF44387954E6}"/>
              </a:ext>
            </a:extLst>
          </p:cNvPr>
          <p:cNvGrpSpPr/>
          <p:nvPr/>
        </p:nvGrpSpPr>
        <p:grpSpPr>
          <a:xfrm>
            <a:off x="458563" y="2252976"/>
            <a:ext cx="522388" cy="539700"/>
            <a:chOff x="-3" y="0"/>
            <a:chExt cx="1393035" cy="1620131"/>
          </a:xfrm>
        </p:grpSpPr>
        <p:grpSp>
          <p:nvGrpSpPr>
            <p:cNvPr id="19" name="Group 15">
              <a:extLst>
                <a:ext uri="{FF2B5EF4-FFF2-40B4-BE49-F238E27FC236}">
                  <a16:creationId xmlns:a16="http://schemas.microsoft.com/office/drawing/2014/main" id="{B59CE48C-8573-7E98-11AF-BAEB5057EF8F}"/>
                </a:ext>
              </a:extLst>
            </p:cNvPr>
            <p:cNvGrpSpPr/>
            <p:nvPr/>
          </p:nvGrpSpPr>
          <p:grpSpPr>
            <a:xfrm>
              <a:off x="0" y="0"/>
              <a:ext cx="1393032" cy="1620131"/>
              <a:chOff x="0" y="0"/>
              <a:chExt cx="195028" cy="226823"/>
            </a:xfrm>
          </p:grpSpPr>
          <p:sp>
            <p:nvSpPr>
              <p:cNvPr id="21" name="Freeform 16">
                <a:extLst>
                  <a:ext uri="{FF2B5EF4-FFF2-40B4-BE49-F238E27FC236}">
                    <a16:creationId xmlns:a16="http://schemas.microsoft.com/office/drawing/2014/main" id="{2F3FDC05-9C76-47C5-FB85-13FB8CE3E220}"/>
                  </a:ext>
                </a:extLst>
              </p:cNvPr>
              <p:cNvSpPr/>
              <p:nvPr/>
            </p:nvSpPr>
            <p:spPr>
              <a:xfrm>
                <a:off x="0" y="0"/>
                <a:ext cx="195028" cy="226823"/>
              </a:xfrm>
              <a:custGeom>
                <a:avLst/>
                <a:gdLst/>
                <a:ahLst/>
                <a:cxnLst/>
                <a:rect l="l" t="t" r="r" b="b"/>
                <a:pathLst>
                  <a:path w="195028" h="226823">
                    <a:moveTo>
                      <a:pt x="97514" y="0"/>
                    </a:moveTo>
                    <a:lnTo>
                      <a:pt x="97514" y="0"/>
                    </a:lnTo>
                    <a:cubicBezTo>
                      <a:pt x="151370" y="0"/>
                      <a:pt x="195028" y="43659"/>
                      <a:pt x="195028" y="97514"/>
                    </a:cubicBezTo>
                    <a:lnTo>
                      <a:pt x="195028" y="129308"/>
                    </a:lnTo>
                    <a:cubicBezTo>
                      <a:pt x="195028" y="183164"/>
                      <a:pt x="151370" y="226823"/>
                      <a:pt x="97514" y="226823"/>
                    </a:cubicBezTo>
                    <a:lnTo>
                      <a:pt x="97514" y="226823"/>
                    </a:lnTo>
                    <a:cubicBezTo>
                      <a:pt x="43659" y="226823"/>
                      <a:pt x="0" y="183164"/>
                      <a:pt x="0" y="129308"/>
                    </a:cubicBezTo>
                    <a:lnTo>
                      <a:pt x="0" y="97514"/>
                    </a:lnTo>
                    <a:cubicBezTo>
                      <a:pt x="0" y="43659"/>
                      <a:pt x="43659" y="0"/>
                      <a:pt x="97514" y="0"/>
                    </a:cubicBezTo>
                    <a:close/>
                  </a:path>
                </a:pathLst>
              </a:custGeom>
              <a:solidFill>
                <a:srgbClr val="B5B5B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17">
                <a:extLst>
                  <a:ext uri="{FF2B5EF4-FFF2-40B4-BE49-F238E27FC236}">
                    <a16:creationId xmlns:a16="http://schemas.microsoft.com/office/drawing/2014/main" id="{D27091F6-59AC-042F-A2BC-3B0ED2AC60F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95028" cy="226823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250"/>
                  </a:lnSpc>
                </a:pPr>
                <a:endParaRPr sz="450"/>
              </a:p>
            </p:txBody>
          </p:sp>
        </p:grp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4FAE61E9-07B0-AAA1-1BE1-138A34E0511D}"/>
                </a:ext>
              </a:extLst>
            </p:cNvPr>
            <p:cNvSpPr txBox="1"/>
            <p:nvPr/>
          </p:nvSpPr>
          <p:spPr>
            <a:xfrm>
              <a:off x="-3" y="139790"/>
              <a:ext cx="1393032" cy="1191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</a:pPr>
              <a:r>
                <a:rPr lang="en-US" sz="2399" b="1" dirty="0">
                  <a:solidFill>
                    <a:srgbClr val="4A5F73"/>
                  </a:solidFill>
                  <a:latin typeface="+mj-lt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</p:grpSp>
      <p:sp>
        <p:nvSpPr>
          <p:cNvPr id="23" name="TextBox 36">
            <a:extLst>
              <a:ext uri="{FF2B5EF4-FFF2-40B4-BE49-F238E27FC236}">
                <a16:creationId xmlns:a16="http://schemas.microsoft.com/office/drawing/2014/main" id="{55F4C6AB-9545-1337-1465-6BAC311E610D}"/>
              </a:ext>
            </a:extLst>
          </p:cNvPr>
          <p:cNvSpPr txBox="1"/>
          <p:nvPr/>
        </p:nvSpPr>
        <p:spPr>
          <a:xfrm>
            <a:off x="1238738" y="2262370"/>
            <a:ext cx="5053428" cy="520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58"/>
              </a:lnSpc>
            </a:pPr>
            <a:r>
              <a:rPr lang="en-US" sz="1700" dirty="0" err="1">
                <a:solidFill>
                  <a:schemeClr val="bg1"/>
                </a:solidFill>
              </a:rPr>
              <a:t>Kịch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bản</a:t>
            </a:r>
            <a:r>
              <a:rPr lang="en-US" sz="1700" dirty="0">
                <a:solidFill>
                  <a:schemeClr val="bg1"/>
                </a:solidFill>
              </a:rPr>
              <a:t> 2: </a:t>
            </a:r>
            <a:r>
              <a:rPr lang="en-US" sz="1700" dirty="0" err="1">
                <a:solidFill>
                  <a:schemeClr val="bg1"/>
                </a:solidFill>
              </a:rPr>
              <a:t>Đảm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bảo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tính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sẵn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sàng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cao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và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bảo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mật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lớp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chuyển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mạch</a:t>
            </a:r>
            <a:endParaRPr lang="en-US" sz="1700" dirty="0">
              <a:solidFill>
                <a:schemeClr val="bg1"/>
              </a:solidFill>
              <a:sym typeface="DM Sans Bold"/>
            </a:endParaRP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1CCE9BE3-B8E6-D0C9-6A8E-EAB77C2CE73D}"/>
              </a:ext>
            </a:extLst>
          </p:cNvPr>
          <p:cNvGrpSpPr/>
          <p:nvPr/>
        </p:nvGrpSpPr>
        <p:grpSpPr>
          <a:xfrm>
            <a:off x="1094866" y="3020115"/>
            <a:ext cx="5197300" cy="422235"/>
            <a:chOff x="0" y="0"/>
            <a:chExt cx="2737672" cy="477342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50448BDD-44A2-439A-DB5D-8778BEDA01C0}"/>
                </a:ext>
              </a:extLst>
            </p:cNvPr>
            <p:cNvSpPr/>
            <p:nvPr/>
          </p:nvSpPr>
          <p:spPr>
            <a:xfrm>
              <a:off x="0" y="0"/>
              <a:ext cx="2737672" cy="477342"/>
            </a:xfrm>
            <a:custGeom>
              <a:avLst/>
              <a:gdLst/>
              <a:ahLst/>
              <a:cxnLst/>
              <a:rect l="l" t="t" r="r" b="b"/>
              <a:pathLst>
                <a:path w="2737672" h="477342">
                  <a:moveTo>
                    <a:pt x="22344" y="0"/>
                  </a:moveTo>
                  <a:lnTo>
                    <a:pt x="2715328" y="0"/>
                  </a:lnTo>
                  <a:cubicBezTo>
                    <a:pt x="2727669" y="0"/>
                    <a:pt x="2737672" y="10004"/>
                    <a:pt x="2737672" y="22344"/>
                  </a:cubicBezTo>
                  <a:lnTo>
                    <a:pt x="2737672" y="454998"/>
                  </a:lnTo>
                  <a:cubicBezTo>
                    <a:pt x="2737672" y="467338"/>
                    <a:pt x="2727669" y="477342"/>
                    <a:pt x="2715328" y="477342"/>
                  </a:cubicBezTo>
                  <a:lnTo>
                    <a:pt x="22344" y="477342"/>
                  </a:lnTo>
                  <a:cubicBezTo>
                    <a:pt x="10004" y="477342"/>
                    <a:pt x="0" y="467338"/>
                    <a:pt x="0" y="454998"/>
                  </a:cubicBezTo>
                  <a:lnTo>
                    <a:pt x="0" y="22344"/>
                  </a:lnTo>
                  <a:cubicBezTo>
                    <a:pt x="0" y="10004"/>
                    <a:pt x="10004" y="0"/>
                    <a:pt x="22344" y="0"/>
                  </a:cubicBezTo>
                  <a:close/>
                </a:path>
              </a:pathLst>
            </a:custGeom>
            <a:solidFill>
              <a:srgbClr val="4A5F7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A60A61-D620-C3C1-DED0-357EDA2A1D56}"/>
                </a:ext>
              </a:extLst>
            </p:cNvPr>
            <p:cNvSpPr txBox="1"/>
            <p:nvPr/>
          </p:nvSpPr>
          <p:spPr>
            <a:xfrm>
              <a:off x="0" y="9525"/>
              <a:ext cx="2737672" cy="46781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50"/>
                </a:lnSpc>
              </a:pPr>
              <a:endParaRPr sz="450"/>
            </a:p>
          </p:txBody>
        </p:sp>
      </p:grpSp>
      <p:grpSp>
        <p:nvGrpSpPr>
          <p:cNvPr id="27" name="Group 14">
            <a:extLst>
              <a:ext uri="{FF2B5EF4-FFF2-40B4-BE49-F238E27FC236}">
                <a16:creationId xmlns:a16="http://schemas.microsoft.com/office/drawing/2014/main" id="{0DFB0982-9073-11BE-6056-6D7DF4B74166}"/>
              </a:ext>
            </a:extLst>
          </p:cNvPr>
          <p:cNvGrpSpPr/>
          <p:nvPr/>
        </p:nvGrpSpPr>
        <p:grpSpPr>
          <a:xfrm>
            <a:off x="458563" y="2946161"/>
            <a:ext cx="522388" cy="539700"/>
            <a:chOff x="-3" y="0"/>
            <a:chExt cx="1393035" cy="1620131"/>
          </a:xfrm>
        </p:grpSpPr>
        <p:grpSp>
          <p:nvGrpSpPr>
            <p:cNvPr id="28" name="Group 15">
              <a:extLst>
                <a:ext uri="{FF2B5EF4-FFF2-40B4-BE49-F238E27FC236}">
                  <a16:creationId xmlns:a16="http://schemas.microsoft.com/office/drawing/2014/main" id="{70009EF7-DBA1-1C61-899E-9D4CBD474E04}"/>
                </a:ext>
              </a:extLst>
            </p:cNvPr>
            <p:cNvGrpSpPr/>
            <p:nvPr/>
          </p:nvGrpSpPr>
          <p:grpSpPr>
            <a:xfrm>
              <a:off x="0" y="0"/>
              <a:ext cx="1393032" cy="1620131"/>
              <a:chOff x="0" y="0"/>
              <a:chExt cx="195028" cy="226823"/>
            </a:xfrm>
          </p:grpSpPr>
          <p:sp>
            <p:nvSpPr>
              <p:cNvPr id="30" name="Freeform 16">
                <a:extLst>
                  <a:ext uri="{FF2B5EF4-FFF2-40B4-BE49-F238E27FC236}">
                    <a16:creationId xmlns:a16="http://schemas.microsoft.com/office/drawing/2014/main" id="{F120095E-E0E4-EB69-CD85-41328E7FC22C}"/>
                  </a:ext>
                </a:extLst>
              </p:cNvPr>
              <p:cNvSpPr/>
              <p:nvPr/>
            </p:nvSpPr>
            <p:spPr>
              <a:xfrm>
                <a:off x="0" y="0"/>
                <a:ext cx="195028" cy="226823"/>
              </a:xfrm>
              <a:custGeom>
                <a:avLst/>
                <a:gdLst/>
                <a:ahLst/>
                <a:cxnLst/>
                <a:rect l="l" t="t" r="r" b="b"/>
                <a:pathLst>
                  <a:path w="195028" h="226823">
                    <a:moveTo>
                      <a:pt x="97514" y="0"/>
                    </a:moveTo>
                    <a:lnTo>
                      <a:pt x="97514" y="0"/>
                    </a:lnTo>
                    <a:cubicBezTo>
                      <a:pt x="151370" y="0"/>
                      <a:pt x="195028" y="43659"/>
                      <a:pt x="195028" y="97514"/>
                    </a:cubicBezTo>
                    <a:lnTo>
                      <a:pt x="195028" y="129308"/>
                    </a:lnTo>
                    <a:cubicBezTo>
                      <a:pt x="195028" y="183164"/>
                      <a:pt x="151370" y="226823"/>
                      <a:pt x="97514" y="226823"/>
                    </a:cubicBezTo>
                    <a:lnTo>
                      <a:pt x="97514" y="226823"/>
                    </a:lnTo>
                    <a:cubicBezTo>
                      <a:pt x="43659" y="226823"/>
                      <a:pt x="0" y="183164"/>
                      <a:pt x="0" y="129308"/>
                    </a:cubicBezTo>
                    <a:lnTo>
                      <a:pt x="0" y="97514"/>
                    </a:lnTo>
                    <a:cubicBezTo>
                      <a:pt x="0" y="43659"/>
                      <a:pt x="43659" y="0"/>
                      <a:pt x="97514" y="0"/>
                    </a:cubicBezTo>
                    <a:close/>
                  </a:path>
                </a:pathLst>
              </a:custGeom>
              <a:solidFill>
                <a:srgbClr val="B5B5B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17">
                <a:extLst>
                  <a:ext uri="{FF2B5EF4-FFF2-40B4-BE49-F238E27FC236}">
                    <a16:creationId xmlns:a16="http://schemas.microsoft.com/office/drawing/2014/main" id="{D8890AB9-B22F-FC9E-AF41-DEAC20BF976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95028" cy="226823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250"/>
                  </a:lnSpc>
                </a:pPr>
                <a:endParaRPr sz="450"/>
              </a:p>
            </p:txBody>
          </p:sp>
        </p:grpSp>
        <p:sp>
          <p:nvSpPr>
            <p:cNvPr id="29" name="TextBox 18">
              <a:extLst>
                <a:ext uri="{FF2B5EF4-FFF2-40B4-BE49-F238E27FC236}">
                  <a16:creationId xmlns:a16="http://schemas.microsoft.com/office/drawing/2014/main" id="{2186C46D-BE36-C009-E16D-0C67E279262C}"/>
                </a:ext>
              </a:extLst>
            </p:cNvPr>
            <p:cNvSpPr txBox="1"/>
            <p:nvPr/>
          </p:nvSpPr>
          <p:spPr>
            <a:xfrm>
              <a:off x="-3" y="139790"/>
              <a:ext cx="1393032" cy="1191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</a:pPr>
              <a:r>
                <a:rPr lang="en-US" sz="2399" b="1" dirty="0">
                  <a:solidFill>
                    <a:srgbClr val="4A5F73"/>
                  </a:solidFill>
                  <a:latin typeface="+mj-lt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</p:grpSp>
      <p:sp>
        <p:nvSpPr>
          <p:cNvPr id="32" name="TextBox 36">
            <a:extLst>
              <a:ext uri="{FF2B5EF4-FFF2-40B4-BE49-F238E27FC236}">
                <a16:creationId xmlns:a16="http://schemas.microsoft.com/office/drawing/2014/main" id="{9620A5BB-E018-0682-B4CC-E1DCEE3A6590}"/>
              </a:ext>
            </a:extLst>
          </p:cNvPr>
          <p:cNvSpPr txBox="1"/>
          <p:nvPr/>
        </p:nvSpPr>
        <p:spPr>
          <a:xfrm>
            <a:off x="1238738" y="3085206"/>
            <a:ext cx="5053428" cy="26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700" dirty="0" err="1">
                <a:solidFill>
                  <a:schemeClr val="bg1"/>
                </a:solidFill>
              </a:rPr>
              <a:t>Kịch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bản</a:t>
            </a:r>
            <a:r>
              <a:rPr lang="en-US" sz="1700" dirty="0">
                <a:solidFill>
                  <a:schemeClr val="bg1"/>
                </a:solidFill>
              </a:rPr>
              <a:t> 3: </a:t>
            </a:r>
            <a:r>
              <a:rPr lang="en-US" sz="1700" dirty="0" err="1">
                <a:solidFill>
                  <a:schemeClr val="bg1"/>
                </a:solidFill>
              </a:rPr>
              <a:t>Thiết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lập</a:t>
            </a:r>
            <a:r>
              <a:rPr lang="en-US" sz="1700" dirty="0">
                <a:solidFill>
                  <a:schemeClr val="bg1"/>
                </a:solidFill>
              </a:rPr>
              <a:t> Firewall </a:t>
            </a:r>
            <a:r>
              <a:rPr lang="en-US" sz="1700" dirty="0" err="1">
                <a:solidFill>
                  <a:schemeClr val="bg1"/>
                </a:solidFill>
              </a:rPr>
              <a:t>bảo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vệ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vùng</a:t>
            </a:r>
            <a:r>
              <a:rPr lang="en-US" sz="1700" dirty="0">
                <a:solidFill>
                  <a:schemeClr val="bg1"/>
                </a:solidFill>
              </a:rPr>
              <a:t> DMZ</a:t>
            </a:r>
          </a:p>
        </p:txBody>
      </p:sp>
      <p:grpSp>
        <p:nvGrpSpPr>
          <p:cNvPr id="33" name="Group 2">
            <a:extLst>
              <a:ext uri="{FF2B5EF4-FFF2-40B4-BE49-F238E27FC236}">
                <a16:creationId xmlns:a16="http://schemas.microsoft.com/office/drawing/2014/main" id="{373622B6-630B-69C7-FF63-169ABA9BA6E2}"/>
              </a:ext>
            </a:extLst>
          </p:cNvPr>
          <p:cNvGrpSpPr/>
          <p:nvPr/>
        </p:nvGrpSpPr>
        <p:grpSpPr>
          <a:xfrm>
            <a:off x="1094866" y="3562185"/>
            <a:ext cx="5197300" cy="743553"/>
            <a:chOff x="0" y="0"/>
            <a:chExt cx="2737672" cy="477342"/>
          </a:xfrm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E6BA8DF0-86AB-9496-A9D9-B3E71587ACC8}"/>
                </a:ext>
              </a:extLst>
            </p:cNvPr>
            <p:cNvSpPr/>
            <p:nvPr/>
          </p:nvSpPr>
          <p:spPr>
            <a:xfrm>
              <a:off x="0" y="0"/>
              <a:ext cx="2737672" cy="477342"/>
            </a:xfrm>
            <a:custGeom>
              <a:avLst/>
              <a:gdLst/>
              <a:ahLst/>
              <a:cxnLst/>
              <a:rect l="l" t="t" r="r" b="b"/>
              <a:pathLst>
                <a:path w="2737672" h="477342">
                  <a:moveTo>
                    <a:pt x="22344" y="0"/>
                  </a:moveTo>
                  <a:lnTo>
                    <a:pt x="2715328" y="0"/>
                  </a:lnTo>
                  <a:cubicBezTo>
                    <a:pt x="2727669" y="0"/>
                    <a:pt x="2737672" y="10004"/>
                    <a:pt x="2737672" y="22344"/>
                  </a:cubicBezTo>
                  <a:lnTo>
                    <a:pt x="2737672" y="454998"/>
                  </a:lnTo>
                  <a:cubicBezTo>
                    <a:pt x="2737672" y="467338"/>
                    <a:pt x="2727669" y="477342"/>
                    <a:pt x="2715328" y="477342"/>
                  </a:cubicBezTo>
                  <a:lnTo>
                    <a:pt x="22344" y="477342"/>
                  </a:lnTo>
                  <a:cubicBezTo>
                    <a:pt x="10004" y="477342"/>
                    <a:pt x="0" y="467338"/>
                    <a:pt x="0" y="454998"/>
                  </a:cubicBezTo>
                  <a:lnTo>
                    <a:pt x="0" y="22344"/>
                  </a:lnTo>
                  <a:cubicBezTo>
                    <a:pt x="0" y="10004"/>
                    <a:pt x="10004" y="0"/>
                    <a:pt x="22344" y="0"/>
                  </a:cubicBezTo>
                  <a:close/>
                </a:path>
              </a:pathLst>
            </a:custGeom>
            <a:solidFill>
              <a:srgbClr val="4A5F7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8D827C-7D2C-03E2-BE0E-36DD9F8738E1}"/>
                </a:ext>
              </a:extLst>
            </p:cNvPr>
            <p:cNvSpPr txBox="1"/>
            <p:nvPr/>
          </p:nvSpPr>
          <p:spPr>
            <a:xfrm>
              <a:off x="0" y="9525"/>
              <a:ext cx="2737672" cy="46781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50"/>
                </a:lnSpc>
              </a:pPr>
              <a:endParaRPr sz="450"/>
            </a:p>
          </p:txBody>
        </p:sp>
      </p:grpSp>
      <p:grpSp>
        <p:nvGrpSpPr>
          <p:cNvPr id="36" name="Group 14">
            <a:extLst>
              <a:ext uri="{FF2B5EF4-FFF2-40B4-BE49-F238E27FC236}">
                <a16:creationId xmlns:a16="http://schemas.microsoft.com/office/drawing/2014/main" id="{61D07173-B9B4-D33A-8912-7956B1AE8038}"/>
              </a:ext>
            </a:extLst>
          </p:cNvPr>
          <p:cNvGrpSpPr/>
          <p:nvPr/>
        </p:nvGrpSpPr>
        <p:grpSpPr>
          <a:xfrm>
            <a:off x="458562" y="3644997"/>
            <a:ext cx="522389" cy="559147"/>
            <a:chOff x="-7" y="-58377"/>
            <a:chExt cx="1393039" cy="1678508"/>
          </a:xfrm>
        </p:grpSpPr>
        <p:grpSp>
          <p:nvGrpSpPr>
            <p:cNvPr id="37" name="Group 15">
              <a:extLst>
                <a:ext uri="{FF2B5EF4-FFF2-40B4-BE49-F238E27FC236}">
                  <a16:creationId xmlns:a16="http://schemas.microsoft.com/office/drawing/2014/main" id="{0894CAA1-A55E-9F62-4FEB-DFB2A507F0FF}"/>
                </a:ext>
              </a:extLst>
            </p:cNvPr>
            <p:cNvGrpSpPr/>
            <p:nvPr/>
          </p:nvGrpSpPr>
          <p:grpSpPr>
            <a:xfrm>
              <a:off x="-7" y="-58377"/>
              <a:ext cx="1393039" cy="1678508"/>
              <a:chOff x="-1" y="-8173"/>
              <a:chExt cx="195029" cy="234996"/>
            </a:xfrm>
          </p:grpSpPr>
          <p:sp>
            <p:nvSpPr>
              <p:cNvPr id="39" name="Freeform 16">
                <a:extLst>
                  <a:ext uri="{FF2B5EF4-FFF2-40B4-BE49-F238E27FC236}">
                    <a16:creationId xmlns:a16="http://schemas.microsoft.com/office/drawing/2014/main" id="{72ED5140-E009-505A-B0AF-CBF3B3655267}"/>
                  </a:ext>
                </a:extLst>
              </p:cNvPr>
              <p:cNvSpPr/>
              <p:nvPr/>
            </p:nvSpPr>
            <p:spPr>
              <a:xfrm>
                <a:off x="-1" y="-8173"/>
                <a:ext cx="195028" cy="226823"/>
              </a:xfrm>
              <a:custGeom>
                <a:avLst/>
                <a:gdLst/>
                <a:ahLst/>
                <a:cxnLst/>
                <a:rect l="l" t="t" r="r" b="b"/>
                <a:pathLst>
                  <a:path w="195028" h="226823">
                    <a:moveTo>
                      <a:pt x="97514" y="0"/>
                    </a:moveTo>
                    <a:lnTo>
                      <a:pt x="97514" y="0"/>
                    </a:lnTo>
                    <a:cubicBezTo>
                      <a:pt x="151370" y="0"/>
                      <a:pt x="195028" y="43659"/>
                      <a:pt x="195028" y="97514"/>
                    </a:cubicBezTo>
                    <a:lnTo>
                      <a:pt x="195028" y="129308"/>
                    </a:lnTo>
                    <a:cubicBezTo>
                      <a:pt x="195028" y="183164"/>
                      <a:pt x="151370" y="226823"/>
                      <a:pt x="97514" y="226823"/>
                    </a:cubicBezTo>
                    <a:lnTo>
                      <a:pt x="97514" y="226823"/>
                    </a:lnTo>
                    <a:cubicBezTo>
                      <a:pt x="43659" y="226823"/>
                      <a:pt x="0" y="183164"/>
                      <a:pt x="0" y="129308"/>
                    </a:cubicBezTo>
                    <a:lnTo>
                      <a:pt x="0" y="97514"/>
                    </a:lnTo>
                    <a:cubicBezTo>
                      <a:pt x="0" y="43659"/>
                      <a:pt x="43659" y="0"/>
                      <a:pt x="97514" y="0"/>
                    </a:cubicBezTo>
                    <a:close/>
                  </a:path>
                </a:pathLst>
              </a:custGeom>
              <a:solidFill>
                <a:srgbClr val="B5B5B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17">
                <a:extLst>
                  <a:ext uri="{FF2B5EF4-FFF2-40B4-BE49-F238E27FC236}">
                    <a16:creationId xmlns:a16="http://schemas.microsoft.com/office/drawing/2014/main" id="{F9871A88-9752-79FC-C3D3-7044E9F4294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95028" cy="226823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250"/>
                  </a:lnSpc>
                </a:pPr>
                <a:endParaRPr sz="450"/>
              </a:p>
            </p:txBody>
          </p:sp>
        </p:grpSp>
        <p:sp>
          <p:nvSpPr>
            <p:cNvPr id="38" name="TextBox 18">
              <a:extLst>
                <a:ext uri="{FF2B5EF4-FFF2-40B4-BE49-F238E27FC236}">
                  <a16:creationId xmlns:a16="http://schemas.microsoft.com/office/drawing/2014/main" id="{C1397CEF-A74D-F9E1-C227-6832BE52E76D}"/>
                </a:ext>
              </a:extLst>
            </p:cNvPr>
            <p:cNvSpPr txBox="1"/>
            <p:nvPr/>
          </p:nvSpPr>
          <p:spPr>
            <a:xfrm>
              <a:off x="-3" y="139790"/>
              <a:ext cx="1393032" cy="1191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</a:pPr>
              <a:r>
                <a:rPr lang="en-US" sz="2399" b="1" dirty="0">
                  <a:solidFill>
                    <a:srgbClr val="4A5F73"/>
                  </a:solidFill>
                  <a:latin typeface="+mj-lt"/>
                  <a:ea typeface="Noto Sans Bold"/>
                  <a:cs typeface="Noto Sans Bold"/>
                  <a:sym typeface="Noto Sans Bold"/>
                </a:rPr>
                <a:t>04</a:t>
              </a:r>
            </a:p>
          </p:txBody>
        </p:sp>
      </p:grpSp>
      <p:sp>
        <p:nvSpPr>
          <p:cNvPr id="41" name="TextBox 36">
            <a:extLst>
              <a:ext uri="{FF2B5EF4-FFF2-40B4-BE49-F238E27FC236}">
                <a16:creationId xmlns:a16="http://schemas.microsoft.com/office/drawing/2014/main" id="{73A2FE23-6680-D395-53F8-5F7EC4ED17AA}"/>
              </a:ext>
            </a:extLst>
          </p:cNvPr>
          <p:cNvSpPr txBox="1"/>
          <p:nvPr/>
        </p:nvSpPr>
        <p:spPr>
          <a:xfrm>
            <a:off x="1238738" y="3680924"/>
            <a:ext cx="5053428" cy="523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700" dirty="0" err="1">
                <a:solidFill>
                  <a:schemeClr val="bg1"/>
                </a:solidFill>
              </a:rPr>
              <a:t>Kịch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bản</a:t>
            </a:r>
            <a:r>
              <a:rPr lang="en-US" sz="1700" dirty="0">
                <a:solidFill>
                  <a:schemeClr val="bg1"/>
                </a:solidFill>
              </a:rPr>
              <a:t> 4: </a:t>
            </a:r>
            <a:r>
              <a:rPr lang="en-US" sz="1700" dirty="0" err="1">
                <a:solidFill>
                  <a:schemeClr val="bg1"/>
                </a:solidFill>
              </a:rPr>
              <a:t>Kiểm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soát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truy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cập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nội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bộ</a:t>
            </a:r>
            <a:r>
              <a:rPr lang="en-US" sz="1700" dirty="0">
                <a:solidFill>
                  <a:schemeClr val="bg1"/>
                </a:solidFill>
              </a:rPr>
              <a:t> (ACL) </a:t>
            </a:r>
            <a:r>
              <a:rPr lang="en-US" sz="1700" dirty="0" err="1">
                <a:solidFill>
                  <a:schemeClr val="bg1"/>
                </a:solidFill>
              </a:rPr>
              <a:t>và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phân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quyền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phòng</a:t>
            </a:r>
            <a:r>
              <a:rPr lang="en-US" sz="1700" dirty="0">
                <a:solidFill>
                  <a:schemeClr val="bg1"/>
                </a:solidFill>
              </a:rPr>
              <a:t> ban</a:t>
            </a:r>
          </a:p>
        </p:txBody>
      </p:sp>
      <p:grpSp>
        <p:nvGrpSpPr>
          <p:cNvPr id="42" name="Group 2">
            <a:extLst>
              <a:ext uri="{FF2B5EF4-FFF2-40B4-BE49-F238E27FC236}">
                <a16:creationId xmlns:a16="http://schemas.microsoft.com/office/drawing/2014/main" id="{BD3E232B-98FF-AB18-5BE9-1BEF0474FD9D}"/>
              </a:ext>
            </a:extLst>
          </p:cNvPr>
          <p:cNvGrpSpPr/>
          <p:nvPr/>
        </p:nvGrpSpPr>
        <p:grpSpPr>
          <a:xfrm>
            <a:off x="1094866" y="4478208"/>
            <a:ext cx="5197300" cy="398458"/>
            <a:chOff x="0" y="0"/>
            <a:chExt cx="2737672" cy="477342"/>
          </a:xfrm>
        </p:grpSpPr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B803F08A-AB1B-C7AF-0C80-F6DA64AEDBE7}"/>
                </a:ext>
              </a:extLst>
            </p:cNvPr>
            <p:cNvSpPr/>
            <p:nvPr/>
          </p:nvSpPr>
          <p:spPr>
            <a:xfrm>
              <a:off x="0" y="0"/>
              <a:ext cx="2737672" cy="477342"/>
            </a:xfrm>
            <a:custGeom>
              <a:avLst/>
              <a:gdLst/>
              <a:ahLst/>
              <a:cxnLst/>
              <a:rect l="l" t="t" r="r" b="b"/>
              <a:pathLst>
                <a:path w="2737672" h="477342">
                  <a:moveTo>
                    <a:pt x="22344" y="0"/>
                  </a:moveTo>
                  <a:lnTo>
                    <a:pt x="2715328" y="0"/>
                  </a:lnTo>
                  <a:cubicBezTo>
                    <a:pt x="2727669" y="0"/>
                    <a:pt x="2737672" y="10004"/>
                    <a:pt x="2737672" y="22344"/>
                  </a:cubicBezTo>
                  <a:lnTo>
                    <a:pt x="2737672" y="454998"/>
                  </a:lnTo>
                  <a:cubicBezTo>
                    <a:pt x="2737672" y="467338"/>
                    <a:pt x="2727669" y="477342"/>
                    <a:pt x="2715328" y="477342"/>
                  </a:cubicBezTo>
                  <a:lnTo>
                    <a:pt x="22344" y="477342"/>
                  </a:lnTo>
                  <a:cubicBezTo>
                    <a:pt x="10004" y="477342"/>
                    <a:pt x="0" y="467338"/>
                    <a:pt x="0" y="454998"/>
                  </a:cubicBezTo>
                  <a:lnTo>
                    <a:pt x="0" y="22344"/>
                  </a:lnTo>
                  <a:cubicBezTo>
                    <a:pt x="0" y="10004"/>
                    <a:pt x="10004" y="0"/>
                    <a:pt x="22344" y="0"/>
                  </a:cubicBezTo>
                  <a:close/>
                </a:path>
              </a:pathLst>
            </a:custGeom>
            <a:solidFill>
              <a:srgbClr val="4A5F73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0C5C8CA-804B-3BE0-ED2D-B1901FCDFC6E}"/>
                </a:ext>
              </a:extLst>
            </p:cNvPr>
            <p:cNvSpPr txBox="1"/>
            <p:nvPr/>
          </p:nvSpPr>
          <p:spPr>
            <a:xfrm>
              <a:off x="0" y="9525"/>
              <a:ext cx="2737672" cy="46781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50"/>
                </a:lnSpc>
              </a:pPr>
              <a:endParaRPr sz="450"/>
            </a:p>
          </p:txBody>
        </p:sp>
      </p:grpSp>
      <p:grpSp>
        <p:nvGrpSpPr>
          <p:cNvPr id="45" name="Group 14">
            <a:extLst>
              <a:ext uri="{FF2B5EF4-FFF2-40B4-BE49-F238E27FC236}">
                <a16:creationId xmlns:a16="http://schemas.microsoft.com/office/drawing/2014/main" id="{B2B7EF2D-05B9-04A1-5AA7-900BCEE8D727}"/>
              </a:ext>
            </a:extLst>
          </p:cNvPr>
          <p:cNvGrpSpPr/>
          <p:nvPr/>
        </p:nvGrpSpPr>
        <p:grpSpPr>
          <a:xfrm>
            <a:off x="458563" y="4404253"/>
            <a:ext cx="522388" cy="539700"/>
            <a:chOff x="-3" y="0"/>
            <a:chExt cx="1393035" cy="1620131"/>
          </a:xfrm>
        </p:grpSpPr>
        <p:grpSp>
          <p:nvGrpSpPr>
            <p:cNvPr id="46" name="Group 15">
              <a:extLst>
                <a:ext uri="{FF2B5EF4-FFF2-40B4-BE49-F238E27FC236}">
                  <a16:creationId xmlns:a16="http://schemas.microsoft.com/office/drawing/2014/main" id="{49183BA0-733C-F5E3-666E-836C8C58CC6D}"/>
                </a:ext>
              </a:extLst>
            </p:cNvPr>
            <p:cNvGrpSpPr/>
            <p:nvPr/>
          </p:nvGrpSpPr>
          <p:grpSpPr>
            <a:xfrm>
              <a:off x="0" y="0"/>
              <a:ext cx="1393032" cy="1620131"/>
              <a:chOff x="0" y="0"/>
              <a:chExt cx="195028" cy="226823"/>
            </a:xfrm>
          </p:grpSpPr>
          <p:sp>
            <p:nvSpPr>
              <p:cNvPr id="48" name="Freeform 16">
                <a:extLst>
                  <a:ext uri="{FF2B5EF4-FFF2-40B4-BE49-F238E27FC236}">
                    <a16:creationId xmlns:a16="http://schemas.microsoft.com/office/drawing/2014/main" id="{7693C820-BB0F-FABB-DF9F-FD2F997F3749}"/>
                  </a:ext>
                </a:extLst>
              </p:cNvPr>
              <p:cNvSpPr/>
              <p:nvPr/>
            </p:nvSpPr>
            <p:spPr>
              <a:xfrm>
                <a:off x="0" y="0"/>
                <a:ext cx="195028" cy="226823"/>
              </a:xfrm>
              <a:custGeom>
                <a:avLst/>
                <a:gdLst/>
                <a:ahLst/>
                <a:cxnLst/>
                <a:rect l="l" t="t" r="r" b="b"/>
                <a:pathLst>
                  <a:path w="195028" h="226823">
                    <a:moveTo>
                      <a:pt x="97514" y="0"/>
                    </a:moveTo>
                    <a:lnTo>
                      <a:pt x="97514" y="0"/>
                    </a:lnTo>
                    <a:cubicBezTo>
                      <a:pt x="151370" y="0"/>
                      <a:pt x="195028" y="43659"/>
                      <a:pt x="195028" y="97514"/>
                    </a:cubicBezTo>
                    <a:lnTo>
                      <a:pt x="195028" y="129308"/>
                    </a:lnTo>
                    <a:cubicBezTo>
                      <a:pt x="195028" y="183164"/>
                      <a:pt x="151370" y="226823"/>
                      <a:pt x="97514" y="226823"/>
                    </a:cubicBezTo>
                    <a:lnTo>
                      <a:pt x="97514" y="226823"/>
                    </a:lnTo>
                    <a:cubicBezTo>
                      <a:pt x="43659" y="226823"/>
                      <a:pt x="0" y="183164"/>
                      <a:pt x="0" y="129308"/>
                    </a:cubicBezTo>
                    <a:lnTo>
                      <a:pt x="0" y="97514"/>
                    </a:lnTo>
                    <a:cubicBezTo>
                      <a:pt x="0" y="43659"/>
                      <a:pt x="43659" y="0"/>
                      <a:pt x="97514" y="0"/>
                    </a:cubicBezTo>
                    <a:close/>
                  </a:path>
                </a:pathLst>
              </a:custGeom>
              <a:solidFill>
                <a:srgbClr val="B5B5B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17">
                <a:extLst>
                  <a:ext uri="{FF2B5EF4-FFF2-40B4-BE49-F238E27FC236}">
                    <a16:creationId xmlns:a16="http://schemas.microsoft.com/office/drawing/2014/main" id="{7A17B429-071C-DBE1-C1F5-D8582D3AAC1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95028" cy="226823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250"/>
                  </a:lnSpc>
                </a:pPr>
                <a:endParaRPr sz="450"/>
              </a:p>
            </p:txBody>
          </p:sp>
        </p:grpSp>
        <p:sp>
          <p:nvSpPr>
            <p:cNvPr id="47" name="TextBox 18">
              <a:extLst>
                <a:ext uri="{FF2B5EF4-FFF2-40B4-BE49-F238E27FC236}">
                  <a16:creationId xmlns:a16="http://schemas.microsoft.com/office/drawing/2014/main" id="{515D7CB4-F028-F034-A3EF-8C25A2BA39DF}"/>
                </a:ext>
              </a:extLst>
            </p:cNvPr>
            <p:cNvSpPr txBox="1"/>
            <p:nvPr/>
          </p:nvSpPr>
          <p:spPr>
            <a:xfrm>
              <a:off x="-3" y="139790"/>
              <a:ext cx="1393032" cy="1191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</a:pPr>
              <a:r>
                <a:rPr lang="en-US" sz="2399" b="1" dirty="0">
                  <a:solidFill>
                    <a:srgbClr val="4A5F73"/>
                  </a:solidFill>
                  <a:latin typeface="+mj-lt"/>
                  <a:ea typeface="Noto Sans Bold"/>
                  <a:cs typeface="Noto Sans Bold"/>
                  <a:sym typeface="Noto Sans Bold"/>
                </a:rPr>
                <a:t>05</a:t>
              </a:r>
            </a:p>
          </p:txBody>
        </p:sp>
      </p:grpSp>
      <p:sp>
        <p:nvSpPr>
          <p:cNvPr id="50" name="TextBox 36">
            <a:extLst>
              <a:ext uri="{FF2B5EF4-FFF2-40B4-BE49-F238E27FC236}">
                <a16:creationId xmlns:a16="http://schemas.microsoft.com/office/drawing/2014/main" id="{FF9470CD-34F2-E3ED-19BF-21294CA8A214}"/>
              </a:ext>
            </a:extLst>
          </p:cNvPr>
          <p:cNvSpPr txBox="1"/>
          <p:nvPr/>
        </p:nvSpPr>
        <p:spPr>
          <a:xfrm>
            <a:off x="1238738" y="4543298"/>
            <a:ext cx="5053428" cy="26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700" dirty="0" err="1">
                <a:solidFill>
                  <a:schemeClr val="bg1"/>
                </a:solidFill>
              </a:rPr>
              <a:t>Kịch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bản</a:t>
            </a:r>
            <a:r>
              <a:rPr lang="en-US" sz="1700" dirty="0">
                <a:solidFill>
                  <a:schemeClr val="bg1"/>
                </a:solidFill>
              </a:rPr>
              <a:t> 5: </a:t>
            </a:r>
            <a:r>
              <a:rPr lang="en-US" sz="1700" dirty="0" err="1">
                <a:solidFill>
                  <a:schemeClr val="bg1"/>
                </a:solidFill>
              </a:rPr>
              <a:t>Kết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nối</a:t>
            </a:r>
            <a:r>
              <a:rPr lang="en-US" sz="1700" dirty="0">
                <a:solidFill>
                  <a:schemeClr val="bg1"/>
                </a:solidFill>
              </a:rPr>
              <a:t> Internet (NAT)</a:t>
            </a:r>
          </a:p>
        </p:txBody>
      </p:sp>
      <p:grpSp>
        <p:nvGrpSpPr>
          <p:cNvPr id="51" name="Google Shape;631;p36">
            <a:extLst>
              <a:ext uri="{FF2B5EF4-FFF2-40B4-BE49-F238E27FC236}">
                <a16:creationId xmlns:a16="http://schemas.microsoft.com/office/drawing/2014/main" id="{10A593B9-CA45-7E47-31C4-97BD2EFA2192}"/>
              </a:ext>
            </a:extLst>
          </p:cNvPr>
          <p:cNvGrpSpPr/>
          <p:nvPr/>
        </p:nvGrpSpPr>
        <p:grpSpPr>
          <a:xfrm>
            <a:off x="6779321" y="1309300"/>
            <a:ext cx="3097650" cy="3226668"/>
            <a:chOff x="1265450" y="370125"/>
            <a:chExt cx="5159625" cy="5105550"/>
          </a:xfrm>
        </p:grpSpPr>
        <p:sp>
          <p:nvSpPr>
            <p:cNvPr id="52" name="Google Shape;632;p36">
              <a:extLst>
                <a:ext uri="{FF2B5EF4-FFF2-40B4-BE49-F238E27FC236}">
                  <a16:creationId xmlns:a16="http://schemas.microsoft.com/office/drawing/2014/main" id="{353A1BC7-4DA7-69B4-F822-0AF036F1F18B}"/>
                </a:ext>
              </a:extLst>
            </p:cNvPr>
            <p:cNvSpPr/>
            <p:nvPr/>
          </p:nvSpPr>
          <p:spPr>
            <a:xfrm>
              <a:off x="1265450" y="370125"/>
              <a:ext cx="5159625" cy="4258100"/>
            </a:xfrm>
            <a:custGeom>
              <a:avLst/>
              <a:gdLst/>
              <a:ahLst/>
              <a:cxnLst/>
              <a:rect l="l" t="t" r="r" b="b"/>
              <a:pathLst>
                <a:path w="206385" h="170324" extrusionOk="0">
                  <a:moveTo>
                    <a:pt x="117410" y="1"/>
                  </a:moveTo>
                  <a:cubicBezTo>
                    <a:pt x="105360" y="1"/>
                    <a:pt x="93531" y="2578"/>
                    <a:pt x="83893" y="7842"/>
                  </a:cubicBezTo>
                  <a:cubicBezTo>
                    <a:pt x="62493" y="19530"/>
                    <a:pt x="58312" y="45845"/>
                    <a:pt x="40332" y="60830"/>
                  </a:cubicBezTo>
                  <a:cubicBezTo>
                    <a:pt x="23789" y="74614"/>
                    <a:pt x="8626" y="86102"/>
                    <a:pt x="5409" y="108158"/>
                  </a:cubicBezTo>
                  <a:cubicBezTo>
                    <a:pt x="0" y="145249"/>
                    <a:pt x="35926" y="170324"/>
                    <a:pt x="69990" y="170324"/>
                  </a:cubicBezTo>
                  <a:cubicBezTo>
                    <a:pt x="78722" y="170324"/>
                    <a:pt x="87331" y="168676"/>
                    <a:pt x="95091" y="165161"/>
                  </a:cubicBezTo>
                  <a:cubicBezTo>
                    <a:pt x="107093" y="159723"/>
                    <a:pt x="116570" y="150633"/>
                    <a:pt x="129934" y="148595"/>
                  </a:cubicBezTo>
                  <a:cubicBezTo>
                    <a:pt x="157045" y="144459"/>
                    <a:pt x="167155" y="146758"/>
                    <a:pt x="186915" y="128835"/>
                  </a:cubicBezTo>
                  <a:cubicBezTo>
                    <a:pt x="206384" y="111176"/>
                    <a:pt x="203086" y="81348"/>
                    <a:pt x="192211" y="55849"/>
                  </a:cubicBezTo>
                  <a:cubicBezTo>
                    <a:pt x="185999" y="41288"/>
                    <a:pt x="177317" y="28138"/>
                    <a:pt x="168992" y="19473"/>
                  </a:cubicBezTo>
                  <a:cubicBezTo>
                    <a:pt x="156664" y="6642"/>
                    <a:pt x="136753" y="1"/>
                    <a:pt x="117410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33;p36">
              <a:extLst>
                <a:ext uri="{FF2B5EF4-FFF2-40B4-BE49-F238E27FC236}">
                  <a16:creationId xmlns:a16="http://schemas.microsoft.com/office/drawing/2014/main" id="{B0D16A0F-C45C-12DA-E3AF-4DBA467CF79F}"/>
                </a:ext>
              </a:extLst>
            </p:cNvPr>
            <p:cNvSpPr/>
            <p:nvPr/>
          </p:nvSpPr>
          <p:spPr>
            <a:xfrm>
              <a:off x="2902575" y="1647075"/>
              <a:ext cx="2518250" cy="1982150"/>
            </a:xfrm>
            <a:custGeom>
              <a:avLst/>
              <a:gdLst/>
              <a:ahLst/>
              <a:cxnLst/>
              <a:rect l="l" t="t" r="r" b="b"/>
              <a:pathLst>
                <a:path w="100730" h="79286" extrusionOk="0">
                  <a:moveTo>
                    <a:pt x="48967" y="1"/>
                  </a:moveTo>
                  <a:cubicBezTo>
                    <a:pt x="47675" y="1"/>
                    <a:pt x="46533" y="845"/>
                    <a:pt x="46157" y="2083"/>
                  </a:cubicBezTo>
                  <a:lnTo>
                    <a:pt x="44517" y="7475"/>
                  </a:lnTo>
                  <a:lnTo>
                    <a:pt x="1" y="7475"/>
                  </a:lnTo>
                  <a:lnTo>
                    <a:pt x="1" y="79285"/>
                  </a:lnTo>
                  <a:lnTo>
                    <a:pt x="100730" y="79285"/>
                  </a:lnTo>
                  <a:lnTo>
                    <a:pt x="100730" y="2762"/>
                  </a:lnTo>
                  <a:cubicBezTo>
                    <a:pt x="100730" y="1237"/>
                    <a:pt x="99493" y="1"/>
                    <a:pt x="97968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34;p36">
              <a:extLst>
                <a:ext uri="{FF2B5EF4-FFF2-40B4-BE49-F238E27FC236}">
                  <a16:creationId xmlns:a16="http://schemas.microsoft.com/office/drawing/2014/main" id="{D7604E93-90B6-F220-534A-389C1001461F}"/>
                </a:ext>
              </a:extLst>
            </p:cNvPr>
            <p:cNvSpPr/>
            <p:nvPr/>
          </p:nvSpPr>
          <p:spPr>
            <a:xfrm>
              <a:off x="2895575" y="1640075"/>
              <a:ext cx="2532275" cy="1996150"/>
            </a:xfrm>
            <a:custGeom>
              <a:avLst/>
              <a:gdLst/>
              <a:ahLst/>
              <a:cxnLst/>
              <a:rect l="l" t="t" r="r" b="b"/>
              <a:pathLst>
                <a:path w="101291" h="79846" extrusionOk="0">
                  <a:moveTo>
                    <a:pt x="49235" y="562"/>
                  </a:moveTo>
                  <a:cubicBezTo>
                    <a:pt x="49239" y="562"/>
                    <a:pt x="49243" y="562"/>
                    <a:pt x="49247" y="562"/>
                  </a:cubicBezTo>
                  <a:lnTo>
                    <a:pt x="98248" y="562"/>
                  </a:lnTo>
                  <a:cubicBezTo>
                    <a:pt x="99616" y="562"/>
                    <a:pt x="100729" y="1675"/>
                    <a:pt x="100729" y="3042"/>
                  </a:cubicBezTo>
                  <a:lnTo>
                    <a:pt x="100729" y="79284"/>
                  </a:lnTo>
                  <a:lnTo>
                    <a:pt x="561" y="79284"/>
                  </a:lnTo>
                  <a:lnTo>
                    <a:pt x="561" y="8035"/>
                  </a:lnTo>
                  <a:lnTo>
                    <a:pt x="45004" y="8035"/>
                  </a:lnTo>
                  <a:lnTo>
                    <a:pt x="46707" y="2445"/>
                  </a:lnTo>
                  <a:cubicBezTo>
                    <a:pt x="47041" y="1326"/>
                    <a:pt x="48069" y="562"/>
                    <a:pt x="49235" y="562"/>
                  </a:cubicBezTo>
                  <a:close/>
                  <a:moveTo>
                    <a:pt x="49247" y="0"/>
                  </a:moveTo>
                  <a:cubicBezTo>
                    <a:pt x="47821" y="0"/>
                    <a:pt x="46584" y="916"/>
                    <a:pt x="46168" y="2282"/>
                  </a:cubicBezTo>
                  <a:lnTo>
                    <a:pt x="44589" y="7474"/>
                  </a:lnTo>
                  <a:lnTo>
                    <a:pt x="0" y="7474"/>
                  </a:lnTo>
                  <a:lnTo>
                    <a:pt x="0" y="79846"/>
                  </a:lnTo>
                  <a:lnTo>
                    <a:pt x="101290" y="79846"/>
                  </a:lnTo>
                  <a:lnTo>
                    <a:pt x="101290" y="3042"/>
                  </a:lnTo>
                  <a:cubicBezTo>
                    <a:pt x="101290" y="1366"/>
                    <a:pt x="99925" y="0"/>
                    <a:pt x="98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35;p36">
              <a:extLst>
                <a:ext uri="{FF2B5EF4-FFF2-40B4-BE49-F238E27FC236}">
                  <a16:creationId xmlns:a16="http://schemas.microsoft.com/office/drawing/2014/main" id="{5F16C469-CEEA-BE1E-84D8-A0FA85EE7DD6}"/>
                </a:ext>
              </a:extLst>
            </p:cNvPr>
            <p:cNvSpPr/>
            <p:nvPr/>
          </p:nvSpPr>
          <p:spPr>
            <a:xfrm>
              <a:off x="2902575" y="2020775"/>
              <a:ext cx="2518250" cy="1795275"/>
            </a:xfrm>
            <a:custGeom>
              <a:avLst/>
              <a:gdLst/>
              <a:ahLst/>
              <a:cxnLst/>
              <a:rect l="l" t="t" r="r" b="b"/>
              <a:pathLst>
                <a:path w="100730" h="71811" extrusionOk="0">
                  <a:moveTo>
                    <a:pt x="1" y="0"/>
                  </a:moveTo>
                  <a:lnTo>
                    <a:pt x="1" y="71811"/>
                  </a:lnTo>
                  <a:lnTo>
                    <a:pt x="100730" y="71811"/>
                  </a:lnTo>
                  <a:lnTo>
                    <a:pt x="100730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636;p36">
              <a:extLst>
                <a:ext uri="{FF2B5EF4-FFF2-40B4-BE49-F238E27FC236}">
                  <a16:creationId xmlns:a16="http://schemas.microsoft.com/office/drawing/2014/main" id="{F47DE912-5C92-86E4-24DA-1886B2D67713}"/>
                </a:ext>
              </a:extLst>
            </p:cNvPr>
            <p:cNvSpPr/>
            <p:nvPr/>
          </p:nvSpPr>
          <p:spPr>
            <a:xfrm>
              <a:off x="2895575" y="2013750"/>
              <a:ext cx="2532275" cy="1809325"/>
            </a:xfrm>
            <a:custGeom>
              <a:avLst/>
              <a:gdLst/>
              <a:ahLst/>
              <a:cxnLst/>
              <a:rect l="l" t="t" r="r" b="b"/>
              <a:pathLst>
                <a:path w="101291" h="72373" extrusionOk="0">
                  <a:moveTo>
                    <a:pt x="100729" y="562"/>
                  </a:moveTo>
                  <a:lnTo>
                    <a:pt x="100729" y="71811"/>
                  </a:lnTo>
                  <a:lnTo>
                    <a:pt x="561" y="71811"/>
                  </a:lnTo>
                  <a:lnTo>
                    <a:pt x="561" y="562"/>
                  </a:lnTo>
                  <a:close/>
                  <a:moveTo>
                    <a:pt x="0" y="0"/>
                  </a:moveTo>
                  <a:lnTo>
                    <a:pt x="0" y="72372"/>
                  </a:lnTo>
                  <a:lnTo>
                    <a:pt x="101290" y="72372"/>
                  </a:lnTo>
                  <a:lnTo>
                    <a:pt x="1012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637;p36">
              <a:extLst>
                <a:ext uri="{FF2B5EF4-FFF2-40B4-BE49-F238E27FC236}">
                  <a16:creationId xmlns:a16="http://schemas.microsoft.com/office/drawing/2014/main" id="{29972F31-3A1D-7E42-2B1F-053F1ED04EA1}"/>
                </a:ext>
              </a:extLst>
            </p:cNvPr>
            <p:cNvSpPr/>
            <p:nvPr/>
          </p:nvSpPr>
          <p:spPr>
            <a:xfrm>
              <a:off x="3498125" y="1833075"/>
              <a:ext cx="222175" cy="1983650"/>
            </a:xfrm>
            <a:custGeom>
              <a:avLst/>
              <a:gdLst/>
              <a:ahLst/>
              <a:cxnLst/>
              <a:rect l="l" t="t" r="r" b="b"/>
              <a:pathLst>
                <a:path w="8887" h="79346" extrusionOk="0">
                  <a:moveTo>
                    <a:pt x="1" y="1"/>
                  </a:moveTo>
                  <a:lnTo>
                    <a:pt x="1" y="79346"/>
                  </a:lnTo>
                  <a:lnTo>
                    <a:pt x="8887" y="79346"/>
                  </a:lnTo>
                  <a:lnTo>
                    <a:pt x="88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38;p36">
              <a:extLst>
                <a:ext uri="{FF2B5EF4-FFF2-40B4-BE49-F238E27FC236}">
                  <a16:creationId xmlns:a16="http://schemas.microsoft.com/office/drawing/2014/main" id="{F0581EEE-5D02-A191-6E5F-5CE1C4BCD604}"/>
                </a:ext>
              </a:extLst>
            </p:cNvPr>
            <p:cNvSpPr/>
            <p:nvPr/>
          </p:nvSpPr>
          <p:spPr>
            <a:xfrm>
              <a:off x="3491125" y="1826075"/>
              <a:ext cx="236200" cy="1997675"/>
            </a:xfrm>
            <a:custGeom>
              <a:avLst/>
              <a:gdLst/>
              <a:ahLst/>
              <a:cxnLst/>
              <a:rect l="l" t="t" r="r" b="b"/>
              <a:pathLst>
                <a:path w="9448" h="79907" extrusionOk="0">
                  <a:moveTo>
                    <a:pt x="8886" y="561"/>
                  </a:moveTo>
                  <a:lnTo>
                    <a:pt x="8886" y="79345"/>
                  </a:lnTo>
                  <a:lnTo>
                    <a:pt x="561" y="79345"/>
                  </a:lnTo>
                  <a:lnTo>
                    <a:pt x="561" y="561"/>
                  </a:lnTo>
                  <a:close/>
                  <a:moveTo>
                    <a:pt x="281" y="0"/>
                  </a:moveTo>
                  <a:cubicBezTo>
                    <a:pt x="126" y="0"/>
                    <a:pt x="0" y="126"/>
                    <a:pt x="0" y="281"/>
                  </a:cubicBezTo>
                  <a:lnTo>
                    <a:pt x="0" y="79626"/>
                  </a:lnTo>
                  <a:cubicBezTo>
                    <a:pt x="0" y="79781"/>
                    <a:pt x="126" y="79906"/>
                    <a:pt x="281" y="79906"/>
                  </a:cubicBezTo>
                  <a:lnTo>
                    <a:pt x="9167" y="79906"/>
                  </a:lnTo>
                  <a:cubicBezTo>
                    <a:pt x="9322" y="79906"/>
                    <a:pt x="9447" y="79781"/>
                    <a:pt x="9447" y="79626"/>
                  </a:cubicBezTo>
                  <a:lnTo>
                    <a:pt x="9447" y="281"/>
                  </a:lnTo>
                  <a:cubicBezTo>
                    <a:pt x="9447" y="126"/>
                    <a:pt x="9322" y="0"/>
                    <a:pt x="9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639;p36">
              <a:extLst>
                <a:ext uri="{FF2B5EF4-FFF2-40B4-BE49-F238E27FC236}">
                  <a16:creationId xmlns:a16="http://schemas.microsoft.com/office/drawing/2014/main" id="{799B42F2-1B02-EBFA-278E-258197A83669}"/>
                </a:ext>
              </a:extLst>
            </p:cNvPr>
            <p:cNvSpPr/>
            <p:nvPr/>
          </p:nvSpPr>
          <p:spPr>
            <a:xfrm>
              <a:off x="3410850" y="3642150"/>
              <a:ext cx="388800" cy="47625"/>
            </a:xfrm>
            <a:custGeom>
              <a:avLst/>
              <a:gdLst/>
              <a:ahLst/>
              <a:cxnLst/>
              <a:rect l="l" t="t" r="r" b="b"/>
              <a:pathLst>
                <a:path w="15552" h="1905" extrusionOk="0">
                  <a:moveTo>
                    <a:pt x="25" y="0"/>
                  </a:moveTo>
                  <a:cubicBezTo>
                    <a:pt x="11" y="0"/>
                    <a:pt x="0" y="11"/>
                    <a:pt x="0" y="24"/>
                  </a:cubicBezTo>
                  <a:lnTo>
                    <a:pt x="0" y="1879"/>
                  </a:lnTo>
                  <a:cubicBezTo>
                    <a:pt x="0" y="1894"/>
                    <a:pt x="11" y="1905"/>
                    <a:pt x="25" y="1905"/>
                  </a:cubicBezTo>
                  <a:lnTo>
                    <a:pt x="15528" y="1905"/>
                  </a:lnTo>
                  <a:cubicBezTo>
                    <a:pt x="15541" y="1905"/>
                    <a:pt x="15552" y="1894"/>
                    <a:pt x="15552" y="1879"/>
                  </a:cubicBezTo>
                  <a:lnTo>
                    <a:pt x="15552" y="24"/>
                  </a:lnTo>
                  <a:cubicBezTo>
                    <a:pt x="15552" y="11"/>
                    <a:pt x="15541" y="0"/>
                    <a:pt x="15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40;p36">
              <a:extLst>
                <a:ext uri="{FF2B5EF4-FFF2-40B4-BE49-F238E27FC236}">
                  <a16:creationId xmlns:a16="http://schemas.microsoft.com/office/drawing/2014/main" id="{EAB3F12F-3A12-2D33-A053-0CFFC275F489}"/>
                </a:ext>
              </a:extLst>
            </p:cNvPr>
            <p:cNvSpPr/>
            <p:nvPr/>
          </p:nvSpPr>
          <p:spPr>
            <a:xfrm>
              <a:off x="3403825" y="3635125"/>
              <a:ext cx="402850" cy="61675"/>
            </a:xfrm>
            <a:custGeom>
              <a:avLst/>
              <a:gdLst/>
              <a:ahLst/>
              <a:cxnLst/>
              <a:rect l="l" t="t" r="r" b="b"/>
              <a:pathLst>
                <a:path w="16114" h="2467" extrusionOk="0">
                  <a:moveTo>
                    <a:pt x="15010" y="562"/>
                  </a:moveTo>
                  <a:cubicBezTo>
                    <a:pt x="15309" y="562"/>
                    <a:pt x="15552" y="805"/>
                    <a:pt x="15552" y="1104"/>
                  </a:cubicBezTo>
                  <a:lnTo>
                    <a:pt x="15552" y="1363"/>
                  </a:lnTo>
                  <a:cubicBezTo>
                    <a:pt x="15552" y="1662"/>
                    <a:pt x="15309" y="1904"/>
                    <a:pt x="15010" y="1905"/>
                  </a:cubicBezTo>
                  <a:lnTo>
                    <a:pt x="1104" y="1905"/>
                  </a:lnTo>
                  <a:cubicBezTo>
                    <a:pt x="805" y="1904"/>
                    <a:pt x="562" y="1662"/>
                    <a:pt x="562" y="1363"/>
                  </a:cubicBezTo>
                  <a:lnTo>
                    <a:pt x="562" y="1104"/>
                  </a:lnTo>
                  <a:cubicBezTo>
                    <a:pt x="562" y="805"/>
                    <a:pt x="805" y="562"/>
                    <a:pt x="1104" y="562"/>
                  </a:cubicBezTo>
                  <a:close/>
                  <a:moveTo>
                    <a:pt x="1104" y="1"/>
                  </a:moveTo>
                  <a:cubicBezTo>
                    <a:pt x="495" y="1"/>
                    <a:pt x="1" y="494"/>
                    <a:pt x="1" y="1104"/>
                  </a:cubicBezTo>
                  <a:lnTo>
                    <a:pt x="1" y="1363"/>
                  </a:lnTo>
                  <a:cubicBezTo>
                    <a:pt x="1" y="1971"/>
                    <a:pt x="495" y="2465"/>
                    <a:pt x="1104" y="2466"/>
                  </a:cubicBezTo>
                  <a:lnTo>
                    <a:pt x="15010" y="2466"/>
                  </a:lnTo>
                  <a:cubicBezTo>
                    <a:pt x="15620" y="2465"/>
                    <a:pt x="16113" y="1971"/>
                    <a:pt x="16113" y="1363"/>
                  </a:cubicBezTo>
                  <a:lnTo>
                    <a:pt x="16113" y="1104"/>
                  </a:lnTo>
                  <a:cubicBezTo>
                    <a:pt x="16113" y="494"/>
                    <a:pt x="15620" y="1"/>
                    <a:pt x="150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41;p36">
              <a:extLst>
                <a:ext uri="{FF2B5EF4-FFF2-40B4-BE49-F238E27FC236}">
                  <a16:creationId xmlns:a16="http://schemas.microsoft.com/office/drawing/2014/main" id="{6D58169B-98C8-A841-43E6-7DF6358DAA38}"/>
                </a:ext>
              </a:extLst>
            </p:cNvPr>
            <p:cNvSpPr/>
            <p:nvPr/>
          </p:nvSpPr>
          <p:spPr>
            <a:xfrm>
              <a:off x="3410850" y="2128175"/>
              <a:ext cx="388800" cy="47650"/>
            </a:xfrm>
            <a:custGeom>
              <a:avLst/>
              <a:gdLst/>
              <a:ahLst/>
              <a:cxnLst/>
              <a:rect l="l" t="t" r="r" b="b"/>
              <a:pathLst>
                <a:path w="15552" h="1906" extrusionOk="0">
                  <a:moveTo>
                    <a:pt x="25" y="1"/>
                  </a:moveTo>
                  <a:cubicBezTo>
                    <a:pt x="11" y="1"/>
                    <a:pt x="0" y="11"/>
                    <a:pt x="0" y="25"/>
                  </a:cubicBezTo>
                  <a:lnTo>
                    <a:pt x="0" y="1880"/>
                  </a:lnTo>
                  <a:cubicBezTo>
                    <a:pt x="0" y="1893"/>
                    <a:pt x="11" y="1905"/>
                    <a:pt x="25" y="1905"/>
                  </a:cubicBezTo>
                  <a:lnTo>
                    <a:pt x="15528" y="1905"/>
                  </a:lnTo>
                  <a:cubicBezTo>
                    <a:pt x="15541" y="1905"/>
                    <a:pt x="15552" y="1893"/>
                    <a:pt x="15552" y="1880"/>
                  </a:cubicBezTo>
                  <a:lnTo>
                    <a:pt x="15552" y="25"/>
                  </a:lnTo>
                  <a:cubicBezTo>
                    <a:pt x="15552" y="11"/>
                    <a:pt x="15541" y="1"/>
                    <a:pt x="155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42;p36">
              <a:extLst>
                <a:ext uri="{FF2B5EF4-FFF2-40B4-BE49-F238E27FC236}">
                  <a16:creationId xmlns:a16="http://schemas.microsoft.com/office/drawing/2014/main" id="{C6E6B830-B76C-BA59-588F-3AC0DC09D005}"/>
                </a:ext>
              </a:extLst>
            </p:cNvPr>
            <p:cNvSpPr/>
            <p:nvPr/>
          </p:nvSpPr>
          <p:spPr>
            <a:xfrm>
              <a:off x="3403825" y="2121175"/>
              <a:ext cx="402850" cy="61675"/>
            </a:xfrm>
            <a:custGeom>
              <a:avLst/>
              <a:gdLst/>
              <a:ahLst/>
              <a:cxnLst/>
              <a:rect l="l" t="t" r="r" b="b"/>
              <a:pathLst>
                <a:path w="16114" h="2467" extrusionOk="0">
                  <a:moveTo>
                    <a:pt x="15010" y="561"/>
                  </a:moveTo>
                  <a:cubicBezTo>
                    <a:pt x="15309" y="561"/>
                    <a:pt x="15552" y="804"/>
                    <a:pt x="15552" y="1104"/>
                  </a:cubicBezTo>
                  <a:lnTo>
                    <a:pt x="15552" y="1363"/>
                  </a:lnTo>
                  <a:cubicBezTo>
                    <a:pt x="15552" y="1661"/>
                    <a:pt x="15309" y="1903"/>
                    <a:pt x="15010" y="1903"/>
                  </a:cubicBezTo>
                  <a:lnTo>
                    <a:pt x="1104" y="1903"/>
                  </a:lnTo>
                  <a:cubicBezTo>
                    <a:pt x="805" y="1903"/>
                    <a:pt x="562" y="1661"/>
                    <a:pt x="562" y="1363"/>
                  </a:cubicBezTo>
                  <a:lnTo>
                    <a:pt x="562" y="1104"/>
                  </a:lnTo>
                  <a:cubicBezTo>
                    <a:pt x="562" y="804"/>
                    <a:pt x="805" y="561"/>
                    <a:pt x="1104" y="561"/>
                  </a:cubicBezTo>
                  <a:close/>
                  <a:moveTo>
                    <a:pt x="1104" y="0"/>
                  </a:moveTo>
                  <a:cubicBezTo>
                    <a:pt x="495" y="0"/>
                    <a:pt x="1" y="494"/>
                    <a:pt x="1" y="1104"/>
                  </a:cubicBezTo>
                  <a:lnTo>
                    <a:pt x="1" y="1363"/>
                  </a:lnTo>
                  <a:cubicBezTo>
                    <a:pt x="1" y="1971"/>
                    <a:pt x="495" y="2465"/>
                    <a:pt x="1104" y="2466"/>
                  </a:cubicBezTo>
                  <a:lnTo>
                    <a:pt x="15010" y="2466"/>
                  </a:lnTo>
                  <a:cubicBezTo>
                    <a:pt x="15620" y="2465"/>
                    <a:pt x="16113" y="1971"/>
                    <a:pt x="16113" y="1363"/>
                  </a:cubicBezTo>
                  <a:lnTo>
                    <a:pt x="16113" y="1104"/>
                  </a:lnTo>
                  <a:cubicBezTo>
                    <a:pt x="16113" y="494"/>
                    <a:pt x="15620" y="0"/>
                    <a:pt x="15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43;p36">
              <a:extLst>
                <a:ext uri="{FF2B5EF4-FFF2-40B4-BE49-F238E27FC236}">
                  <a16:creationId xmlns:a16="http://schemas.microsoft.com/office/drawing/2014/main" id="{0D6B1EF5-3FB2-4133-454C-DEDF0B980B5A}"/>
                </a:ext>
              </a:extLst>
            </p:cNvPr>
            <p:cNvSpPr/>
            <p:nvPr/>
          </p:nvSpPr>
          <p:spPr>
            <a:xfrm>
              <a:off x="3349275" y="2591025"/>
              <a:ext cx="519900" cy="519900"/>
            </a:xfrm>
            <a:custGeom>
              <a:avLst/>
              <a:gdLst/>
              <a:ahLst/>
              <a:cxnLst/>
              <a:rect l="l" t="t" r="r" b="b"/>
              <a:pathLst>
                <a:path w="20796" h="20796" extrusionOk="0">
                  <a:moveTo>
                    <a:pt x="10398" y="0"/>
                  </a:moveTo>
                  <a:cubicBezTo>
                    <a:pt x="7640" y="0"/>
                    <a:pt x="4996" y="1096"/>
                    <a:pt x="3045" y="3045"/>
                  </a:cubicBezTo>
                  <a:cubicBezTo>
                    <a:pt x="1096" y="4996"/>
                    <a:pt x="0" y="7640"/>
                    <a:pt x="0" y="10399"/>
                  </a:cubicBezTo>
                  <a:cubicBezTo>
                    <a:pt x="0" y="13156"/>
                    <a:pt x="1096" y="15800"/>
                    <a:pt x="3045" y="17751"/>
                  </a:cubicBezTo>
                  <a:cubicBezTo>
                    <a:pt x="4996" y="19700"/>
                    <a:pt x="7640" y="20795"/>
                    <a:pt x="10398" y="20795"/>
                  </a:cubicBezTo>
                  <a:cubicBezTo>
                    <a:pt x="13156" y="20795"/>
                    <a:pt x="15800" y="19700"/>
                    <a:pt x="17750" y="17751"/>
                  </a:cubicBezTo>
                  <a:cubicBezTo>
                    <a:pt x="19700" y="15800"/>
                    <a:pt x="20795" y="13156"/>
                    <a:pt x="20795" y="10399"/>
                  </a:cubicBezTo>
                  <a:cubicBezTo>
                    <a:pt x="20795" y="7640"/>
                    <a:pt x="19700" y="4996"/>
                    <a:pt x="17750" y="3045"/>
                  </a:cubicBezTo>
                  <a:cubicBezTo>
                    <a:pt x="15800" y="1096"/>
                    <a:pt x="13156" y="0"/>
                    <a:pt x="10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644;p36">
              <a:extLst>
                <a:ext uri="{FF2B5EF4-FFF2-40B4-BE49-F238E27FC236}">
                  <a16:creationId xmlns:a16="http://schemas.microsoft.com/office/drawing/2014/main" id="{3C77F74F-710B-AC88-86F9-7B122C385AEA}"/>
                </a:ext>
              </a:extLst>
            </p:cNvPr>
            <p:cNvSpPr/>
            <p:nvPr/>
          </p:nvSpPr>
          <p:spPr>
            <a:xfrm>
              <a:off x="3342250" y="2584000"/>
              <a:ext cx="533975" cy="533950"/>
            </a:xfrm>
            <a:custGeom>
              <a:avLst/>
              <a:gdLst/>
              <a:ahLst/>
              <a:cxnLst/>
              <a:rect l="l" t="t" r="r" b="b"/>
              <a:pathLst>
                <a:path w="21359" h="21358" extrusionOk="0">
                  <a:moveTo>
                    <a:pt x="10679" y="562"/>
                  </a:moveTo>
                  <a:cubicBezTo>
                    <a:pt x="16258" y="562"/>
                    <a:pt x="20797" y="5100"/>
                    <a:pt x="20797" y="10680"/>
                  </a:cubicBezTo>
                  <a:cubicBezTo>
                    <a:pt x="20797" y="16259"/>
                    <a:pt x="16258" y="20797"/>
                    <a:pt x="10679" y="20797"/>
                  </a:cubicBezTo>
                  <a:cubicBezTo>
                    <a:pt x="5100" y="20797"/>
                    <a:pt x="562" y="16259"/>
                    <a:pt x="562" y="10680"/>
                  </a:cubicBezTo>
                  <a:cubicBezTo>
                    <a:pt x="562" y="5100"/>
                    <a:pt x="5100" y="562"/>
                    <a:pt x="10679" y="562"/>
                  </a:cubicBezTo>
                  <a:close/>
                  <a:moveTo>
                    <a:pt x="10679" y="1"/>
                  </a:moveTo>
                  <a:cubicBezTo>
                    <a:pt x="4791" y="1"/>
                    <a:pt x="1" y="4791"/>
                    <a:pt x="1" y="10680"/>
                  </a:cubicBezTo>
                  <a:cubicBezTo>
                    <a:pt x="1" y="16568"/>
                    <a:pt x="4791" y="21357"/>
                    <a:pt x="10679" y="21357"/>
                  </a:cubicBezTo>
                  <a:cubicBezTo>
                    <a:pt x="16566" y="21357"/>
                    <a:pt x="21358" y="16568"/>
                    <a:pt x="21358" y="10680"/>
                  </a:cubicBezTo>
                  <a:cubicBezTo>
                    <a:pt x="21358" y="4791"/>
                    <a:pt x="16566" y="1"/>
                    <a:pt x="106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645;p36">
              <a:extLst>
                <a:ext uri="{FF2B5EF4-FFF2-40B4-BE49-F238E27FC236}">
                  <a16:creationId xmlns:a16="http://schemas.microsoft.com/office/drawing/2014/main" id="{3932C4DE-F6FA-6626-E89C-F2858F367566}"/>
                </a:ext>
              </a:extLst>
            </p:cNvPr>
            <p:cNvSpPr/>
            <p:nvPr/>
          </p:nvSpPr>
          <p:spPr>
            <a:xfrm>
              <a:off x="3349275" y="2615450"/>
              <a:ext cx="519900" cy="519900"/>
            </a:xfrm>
            <a:custGeom>
              <a:avLst/>
              <a:gdLst/>
              <a:ahLst/>
              <a:cxnLst/>
              <a:rect l="l" t="t" r="r" b="b"/>
              <a:pathLst>
                <a:path w="20796" h="20796" extrusionOk="0">
                  <a:moveTo>
                    <a:pt x="10398" y="0"/>
                  </a:moveTo>
                  <a:cubicBezTo>
                    <a:pt x="7640" y="0"/>
                    <a:pt x="4996" y="1096"/>
                    <a:pt x="3045" y="3045"/>
                  </a:cubicBezTo>
                  <a:cubicBezTo>
                    <a:pt x="1096" y="4996"/>
                    <a:pt x="0" y="7640"/>
                    <a:pt x="0" y="10397"/>
                  </a:cubicBezTo>
                  <a:cubicBezTo>
                    <a:pt x="0" y="13156"/>
                    <a:pt x="1096" y="15800"/>
                    <a:pt x="3045" y="17750"/>
                  </a:cubicBezTo>
                  <a:cubicBezTo>
                    <a:pt x="4996" y="19700"/>
                    <a:pt x="7640" y="20795"/>
                    <a:pt x="10398" y="20795"/>
                  </a:cubicBezTo>
                  <a:cubicBezTo>
                    <a:pt x="13156" y="20795"/>
                    <a:pt x="15800" y="19700"/>
                    <a:pt x="17750" y="17750"/>
                  </a:cubicBezTo>
                  <a:cubicBezTo>
                    <a:pt x="19700" y="15800"/>
                    <a:pt x="20795" y="13156"/>
                    <a:pt x="20795" y="10397"/>
                  </a:cubicBezTo>
                  <a:cubicBezTo>
                    <a:pt x="20795" y="7640"/>
                    <a:pt x="19700" y="4996"/>
                    <a:pt x="17750" y="3045"/>
                  </a:cubicBezTo>
                  <a:cubicBezTo>
                    <a:pt x="15800" y="1096"/>
                    <a:pt x="13156" y="0"/>
                    <a:pt x="10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646;p36">
              <a:extLst>
                <a:ext uri="{FF2B5EF4-FFF2-40B4-BE49-F238E27FC236}">
                  <a16:creationId xmlns:a16="http://schemas.microsoft.com/office/drawing/2014/main" id="{2CBF6468-771A-0626-C74A-6C3A54A5C85B}"/>
                </a:ext>
              </a:extLst>
            </p:cNvPr>
            <p:cNvSpPr/>
            <p:nvPr/>
          </p:nvSpPr>
          <p:spPr>
            <a:xfrm>
              <a:off x="3342250" y="2608425"/>
              <a:ext cx="533975" cy="533925"/>
            </a:xfrm>
            <a:custGeom>
              <a:avLst/>
              <a:gdLst/>
              <a:ahLst/>
              <a:cxnLst/>
              <a:rect l="l" t="t" r="r" b="b"/>
              <a:pathLst>
                <a:path w="21359" h="21357" extrusionOk="0">
                  <a:moveTo>
                    <a:pt x="10679" y="562"/>
                  </a:moveTo>
                  <a:cubicBezTo>
                    <a:pt x="16258" y="562"/>
                    <a:pt x="20797" y="5100"/>
                    <a:pt x="20797" y="10679"/>
                  </a:cubicBezTo>
                  <a:cubicBezTo>
                    <a:pt x="20797" y="16259"/>
                    <a:pt x="16258" y="20797"/>
                    <a:pt x="10679" y="20797"/>
                  </a:cubicBezTo>
                  <a:cubicBezTo>
                    <a:pt x="5100" y="20797"/>
                    <a:pt x="562" y="16259"/>
                    <a:pt x="562" y="10679"/>
                  </a:cubicBezTo>
                  <a:cubicBezTo>
                    <a:pt x="562" y="5100"/>
                    <a:pt x="5100" y="562"/>
                    <a:pt x="10679" y="562"/>
                  </a:cubicBezTo>
                  <a:close/>
                  <a:moveTo>
                    <a:pt x="10679" y="1"/>
                  </a:moveTo>
                  <a:cubicBezTo>
                    <a:pt x="4791" y="1"/>
                    <a:pt x="1" y="4791"/>
                    <a:pt x="1" y="10679"/>
                  </a:cubicBezTo>
                  <a:cubicBezTo>
                    <a:pt x="1" y="16566"/>
                    <a:pt x="4791" y="21357"/>
                    <a:pt x="10679" y="21357"/>
                  </a:cubicBezTo>
                  <a:cubicBezTo>
                    <a:pt x="16566" y="21357"/>
                    <a:pt x="21358" y="16566"/>
                    <a:pt x="21358" y="10679"/>
                  </a:cubicBezTo>
                  <a:cubicBezTo>
                    <a:pt x="21358" y="4791"/>
                    <a:pt x="16566" y="1"/>
                    <a:pt x="106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647;p36">
              <a:extLst>
                <a:ext uri="{FF2B5EF4-FFF2-40B4-BE49-F238E27FC236}">
                  <a16:creationId xmlns:a16="http://schemas.microsoft.com/office/drawing/2014/main" id="{673A3D96-79F5-78A8-51DD-BFA82F57B85B}"/>
                </a:ext>
              </a:extLst>
            </p:cNvPr>
            <p:cNvSpPr/>
            <p:nvPr/>
          </p:nvSpPr>
          <p:spPr>
            <a:xfrm>
              <a:off x="3437425" y="2703600"/>
              <a:ext cx="343575" cy="343575"/>
            </a:xfrm>
            <a:custGeom>
              <a:avLst/>
              <a:gdLst/>
              <a:ahLst/>
              <a:cxnLst/>
              <a:rect l="l" t="t" r="r" b="b"/>
              <a:pathLst>
                <a:path w="13743" h="13743" extrusionOk="0">
                  <a:moveTo>
                    <a:pt x="6872" y="0"/>
                  </a:moveTo>
                  <a:cubicBezTo>
                    <a:pt x="5050" y="0"/>
                    <a:pt x="3302" y="725"/>
                    <a:pt x="2013" y="2013"/>
                  </a:cubicBezTo>
                  <a:cubicBezTo>
                    <a:pt x="725" y="3301"/>
                    <a:pt x="1" y="5050"/>
                    <a:pt x="1" y="6871"/>
                  </a:cubicBezTo>
                  <a:cubicBezTo>
                    <a:pt x="1" y="8693"/>
                    <a:pt x="725" y="10442"/>
                    <a:pt x="2013" y="11730"/>
                  </a:cubicBezTo>
                  <a:cubicBezTo>
                    <a:pt x="3302" y="13018"/>
                    <a:pt x="5050" y="13743"/>
                    <a:pt x="6872" y="13743"/>
                  </a:cubicBezTo>
                  <a:cubicBezTo>
                    <a:pt x="8694" y="13743"/>
                    <a:pt x="10442" y="13018"/>
                    <a:pt x="11730" y="11730"/>
                  </a:cubicBezTo>
                  <a:cubicBezTo>
                    <a:pt x="13018" y="10442"/>
                    <a:pt x="13743" y="8693"/>
                    <a:pt x="13743" y="6871"/>
                  </a:cubicBezTo>
                  <a:cubicBezTo>
                    <a:pt x="13743" y="5050"/>
                    <a:pt x="13018" y="3301"/>
                    <a:pt x="11730" y="2013"/>
                  </a:cubicBezTo>
                  <a:cubicBezTo>
                    <a:pt x="10442" y="725"/>
                    <a:pt x="8694" y="0"/>
                    <a:pt x="68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648;p36">
              <a:extLst>
                <a:ext uri="{FF2B5EF4-FFF2-40B4-BE49-F238E27FC236}">
                  <a16:creationId xmlns:a16="http://schemas.microsoft.com/office/drawing/2014/main" id="{82A2425B-A33D-6397-E235-3D9E09C312CB}"/>
                </a:ext>
              </a:extLst>
            </p:cNvPr>
            <p:cNvSpPr/>
            <p:nvPr/>
          </p:nvSpPr>
          <p:spPr>
            <a:xfrm>
              <a:off x="3430400" y="2696575"/>
              <a:ext cx="357625" cy="357625"/>
            </a:xfrm>
            <a:custGeom>
              <a:avLst/>
              <a:gdLst/>
              <a:ahLst/>
              <a:cxnLst/>
              <a:rect l="l" t="t" r="r" b="b"/>
              <a:pathLst>
                <a:path w="14305" h="14305" extrusionOk="0">
                  <a:moveTo>
                    <a:pt x="7153" y="562"/>
                  </a:moveTo>
                  <a:cubicBezTo>
                    <a:pt x="10786" y="562"/>
                    <a:pt x="13743" y="3518"/>
                    <a:pt x="13743" y="7152"/>
                  </a:cubicBezTo>
                  <a:cubicBezTo>
                    <a:pt x="13743" y="10786"/>
                    <a:pt x="10788" y="13743"/>
                    <a:pt x="7153" y="13743"/>
                  </a:cubicBezTo>
                  <a:cubicBezTo>
                    <a:pt x="3519" y="13743"/>
                    <a:pt x="562" y="10786"/>
                    <a:pt x="562" y="7152"/>
                  </a:cubicBezTo>
                  <a:cubicBezTo>
                    <a:pt x="562" y="3518"/>
                    <a:pt x="3519" y="562"/>
                    <a:pt x="7153" y="562"/>
                  </a:cubicBezTo>
                  <a:close/>
                  <a:moveTo>
                    <a:pt x="7153" y="1"/>
                  </a:moveTo>
                  <a:cubicBezTo>
                    <a:pt x="3209" y="1"/>
                    <a:pt x="1" y="3209"/>
                    <a:pt x="1" y="7152"/>
                  </a:cubicBezTo>
                  <a:cubicBezTo>
                    <a:pt x="1" y="11096"/>
                    <a:pt x="3209" y="14304"/>
                    <a:pt x="7153" y="14304"/>
                  </a:cubicBezTo>
                  <a:cubicBezTo>
                    <a:pt x="11097" y="14304"/>
                    <a:pt x="14304" y="11096"/>
                    <a:pt x="14304" y="7152"/>
                  </a:cubicBezTo>
                  <a:cubicBezTo>
                    <a:pt x="14304" y="3209"/>
                    <a:pt x="11097" y="1"/>
                    <a:pt x="7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649;p36">
              <a:extLst>
                <a:ext uri="{FF2B5EF4-FFF2-40B4-BE49-F238E27FC236}">
                  <a16:creationId xmlns:a16="http://schemas.microsoft.com/office/drawing/2014/main" id="{8771F516-B7C6-51F7-63F2-1C8D836E11B9}"/>
                </a:ext>
              </a:extLst>
            </p:cNvPr>
            <p:cNvSpPr/>
            <p:nvPr/>
          </p:nvSpPr>
          <p:spPr>
            <a:xfrm>
              <a:off x="3437425" y="2723925"/>
              <a:ext cx="343575" cy="343600"/>
            </a:xfrm>
            <a:custGeom>
              <a:avLst/>
              <a:gdLst/>
              <a:ahLst/>
              <a:cxnLst/>
              <a:rect l="l" t="t" r="r" b="b"/>
              <a:pathLst>
                <a:path w="13743" h="13744" extrusionOk="0">
                  <a:moveTo>
                    <a:pt x="6872" y="1"/>
                  </a:moveTo>
                  <a:cubicBezTo>
                    <a:pt x="5050" y="1"/>
                    <a:pt x="3302" y="725"/>
                    <a:pt x="2013" y="2014"/>
                  </a:cubicBezTo>
                  <a:cubicBezTo>
                    <a:pt x="725" y="3302"/>
                    <a:pt x="1" y="5050"/>
                    <a:pt x="1" y="6873"/>
                  </a:cubicBezTo>
                  <a:cubicBezTo>
                    <a:pt x="1" y="8695"/>
                    <a:pt x="725" y="10442"/>
                    <a:pt x="2013" y="11731"/>
                  </a:cubicBezTo>
                  <a:cubicBezTo>
                    <a:pt x="3302" y="13020"/>
                    <a:pt x="5050" y="13743"/>
                    <a:pt x="6872" y="13743"/>
                  </a:cubicBezTo>
                  <a:cubicBezTo>
                    <a:pt x="8694" y="13743"/>
                    <a:pt x="10442" y="13020"/>
                    <a:pt x="11730" y="11731"/>
                  </a:cubicBezTo>
                  <a:cubicBezTo>
                    <a:pt x="13018" y="10442"/>
                    <a:pt x="13743" y="8695"/>
                    <a:pt x="13743" y="6873"/>
                  </a:cubicBezTo>
                  <a:cubicBezTo>
                    <a:pt x="13743" y="5050"/>
                    <a:pt x="13018" y="3302"/>
                    <a:pt x="11730" y="2014"/>
                  </a:cubicBezTo>
                  <a:cubicBezTo>
                    <a:pt x="10442" y="725"/>
                    <a:pt x="8694" y="1"/>
                    <a:pt x="68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650;p36">
              <a:extLst>
                <a:ext uri="{FF2B5EF4-FFF2-40B4-BE49-F238E27FC236}">
                  <a16:creationId xmlns:a16="http://schemas.microsoft.com/office/drawing/2014/main" id="{0848B4E4-60B9-F0BF-D499-75F0B090968C}"/>
                </a:ext>
              </a:extLst>
            </p:cNvPr>
            <p:cNvSpPr/>
            <p:nvPr/>
          </p:nvSpPr>
          <p:spPr>
            <a:xfrm>
              <a:off x="3430400" y="2716925"/>
              <a:ext cx="357625" cy="357650"/>
            </a:xfrm>
            <a:custGeom>
              <a:avLst/>
              <a:gdLst/>
              <a:ahLst/>
              <a:cxnLst/>
              <a:rect l="l" t="t" r="r" b="b"/>
              <a:pathLst>
                <a:path w="14305" h="14306" extrusionOk="0">
                  <a:moveTo>
                    <a:pt x="7153" y="562"/>
                  </a:moveTo>
                  <a:cubicBezTo>
                    <a:pt x="10786" y="562"/>
                    <a:pt x="13743" y="3519"/>
                    <a:pt x="13743" y="7153"/>
                  </a:cubicBezTo>
                  <a:cubicBezTo>
                    <a:pt x="13743" y="10787"/>
                    <a:pt x="10788" y="13744"/>
                    <a:pt x="7153" y="13744"/>
                  </a:cubicBezTo>
                  <a:cubicBezTo>
                    <a:pt x="3519" y="13744"/>
                    <a:pt x="562" y="10787"/>
                    <a:pt x="562" y="7153"/>
                  </a:cubicBezTo>
                  <a:cubicBezTo>
                    <a:pt x="562" y="3519"/>
                    <a:pt x="3519" y="562"/>
                    <a:pt x="7153" y="562"/>
                  </a:cubicBezTo>
                  <a:close/>
                  <a:moveTo>
                    <a:pt x="7153" y="0"/>
                  </a:moveTo>
                  <a:cubicBezTo>
                    <a:pt x="3209" y="0"/>
                    <a:pt x="1" y="3210"/>
                    <a:pt x="1" y="7153"/>
                  </a:cubicBezTo>
                  <a:cubicBezTo>
                    <a:pt x="1" y="11096"/>
                    <a:pt x="3209" y="14305"/>
                    <a:pt x="7153" y="14305"/>
                  </a:cubicBezTo>
                  <a:cubicBezTo>
                    <a:pt x="11097" y="14305"/>
                    <a:pt x="14304" y="11096"/>
                    <a:pt x="14304" y="7153"/>
                  </a:cubicBezTo>
                  <a:cubicBezTo>
                    <a:pt x="14304" y="3208"/>
                    <a:pt x="11097" y="0"/>
                    <a:pt x="71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651;p36">
              <a:extLst>
                <a:ext uri="{FF2B5EF4-FFF2-40B4-BE49-F238E27FC236}">
                  <a16:creationId xmlns:a16="http://schemas.microsoft.com/office/drawing/2014/main" id="{4A09FCE5-A9BE-2CED-2894-48B8058132C7}"/>
                </a:ext>
              </a:extLst>
            </p:cNvPr>
            <p:cNvSpPr/>
            <p:nvPr/>
          </p:nvSpPr>
          <p:spPr>
            <a:xfrm>
              <a:off x="3503525" y="2832675"/>
              <a:ext cx="254375" cy="215275"/>
            </a:xfrm>
            <a:custGeom>
              <a:avLst/>
              <a:gdLst/>
              <a:ahLst/>
              <a:cxnLst/>
              <a:rect l="l" t="t" r="r" b="b"/>
              <a:pathLst>
                <a:path w="10175" h="8611" extrusionOk="0">
                  <a:moveTo>
                    <a:pt x="9457" y="0"/>
                  </a:moveTo>
                  <a:lnTo>
                    <a:pt x="1" y="6635"/>
                  </a:lnTo>
                  <a:cubicBezTo>
                    <a:pt x="1066" y="7845"/>
                    <a:pt x="2622" y="8611"/>
                    <a:pt x="4361" y="8611"/>
                  </a:cubicBezTo>
                  <a:cubicBezTo>
                    <a:pt x="7573" y="8611"/>
                    <a:pt x="10175" y="6009"/>
                    <a:pt x="10175" y="2797"/>
                  </a:cubicBezTo>
                  <a:cubicBezTo>
                    <a:pt x="10175" y="1819"/>
                    <a:pt x="9929" y="857"/>
                    <a:pt x="945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652;p36">
              <a:extLst>
                <a:ext uri="{FF2B5EF4-FFF2-40B4-BE49-F238E27FC236}">
                  <a16:creationId xmlns:a16="http://schemas.microsoft.com/office/drawing/2014/main" id="{40B9C667-9472-8B9E-181C-780E583FC55B}"/>
                </a:ext>
              </a:extLst>
            </p:cNvPr>
            <p:cNvSpPr/>
            <p:nvPr/>
          </p:nvSpPr>
          <p:spPr>
            <a:xfrm>
              <a:off x="3601500" y="2610950"/>
              <a:ext cx="14250" cy="58925"/>
            </a:xfrm>
            <a:custGeom>
              <a:avLst/>
              <a:gdLst/>
              <a:ahLst/>
              <a:cxnLst/>
              <a:rect l="l" t="t" r="r" b="b"/>
              <a:pathLst>
                <a:path w="570" h="2357" extrusionOk="0">
                  <a:moveTo>
                    <a:pt x="285" y="1"/>
                  </a:moveTo>
                  <a:cubicBezTo>
                    <a:pt x="127" y="1"/>
                    <a:pt x="0" y="130"/>
                    <a:pt x="4" y="288"/>
                  </a:cubicBezTo>
                  <a:lnTo>
                    <a:pt x="4" y="2076"/>
                  </a:lnTo>
                  <a:cubicBezTo>
                    <a:pt x="4" y="2231"/>
                    <a:pt x="130" y="2356"/>
                    <a:pt x="285" y="2356"/>
                  </a:cubicBezTo>
                  <a:cubicBezTo>
                    <a:pt x="440" y="2356"/>
                    <a:pt x="566" y="2231"/>
                    <a:pt x="566" y="2076"/>
                  </a:cubicBezTo>
                  <a:lnTo>
                    <a:pt x="566" y="288"/>
                  </a:lnTo>
                  <a:cubicBezTo>
                    <a:pt x="570" y="130"/>
                    <a:pt x="443" y="1"/>
                    <a:pt x="2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653;p36">
              <a:extLst>
                <a:ext uri="{FF2B5EF4-FFF2-40B4-BE49-F238E27FC236}">
                  <a16:creationId xmlns:a16="http://schemas.microsoft.com/office/drawing/2014/main" id="{DE6689F3-6C02-42A6-6F62-25F1FF8B685F}"/>
                </a:ext>
              </a:extLst>
            </p:cNvPr>
            <p:cNvSpPr/>
            <p:nvPr/>
          </p:nvSpPr>
          <p:spPr>
            <a:xfrm>
              <a:off x="3472050" y="2645875"/>
              <a:ext cx="39200" cy="52800"/>
            </a:xfrm>
            <a:custGeom>
              <a:avLst/>
              <a:gdLst/>
              <a:ahLst/>
              <a:cxnLst/>
              <a:rect l="l" t="t" r="r" b="b"/>
              <a:pathLst>
                <a:path w="1568" h="2112" extrusionOk="0">
                  <a:moveTo>
                    <a:pt x="321" y="1"/>
                  </a:moveTo>
                  <a:cubicBezTo>
                    <a:pt x="274" y="1"/>
                    <a:pt x="225" y="13"/>
                    <a:pt x="180" y="39"/>
                  </a:cubicBezTo>
                  <a:cubicBezTo>
                    <a:pt x="47" y="116"/>
                    <a:pt x="1" y="289"/>
                    <a:pt x="78" y="422"/>
                  </a:cubicBezTo>
                  <a:lnTo>
                    <a:pt x="972" y="1970"/>
                  </a:lnTo>
                  <a:cubicBezTo>
                    <a:pt x="1022" y="2057"/>
                    <a:pt x="1115" y="2110"/>
                    <a:pt x="1215" y="2110"/>
                  </a:cubicBezTo>
                  <a:lnTo>
                    <a:pt x="1215" y="2111"/>
                  </a:lnTo>
                  <a:cubicBezTo>
                    <a:pt x="1431" y="2111"/>
                    <a:pt x="1567" y="1876"/>
                    <a:pt x="1458" y="1689"/>
                  </a:cubicBezTo>
                  <a:lnTo>
                    <a:pt x="565" y="142"/>
                  </a:lnTo>
                  <a:cubicBezTo>
                    <a:pt x="512" y="51"/>
                    <a:pt x="418" y="1"/>
                    <a:pt x="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654;p36">
              <a:extLst>
                <a:ext uri="{FF2B5EF4-FFF2-40B4-BE49-F238E27FC236}">
                  <a16:creationId xmlns:a16="http://schemas.microsoft.com/office/drawing/2014/main" id="{A16918A8-0263-7BD9-3D3E-F732D2E64EB2}"/>
                </a:ext>
              </a:extLst>
            </p:cNvPr>
            <p:cNvSpPr/>
            <p:nvPr/>
          </p:nvSpPr>
          <p:spPr>
            <a:xfrm>
              <a:off x="3378125" y="2740250"/>
              <a:ext cx="54325" cy="36425"/>
            </a:xfrm>
            <a:custGeom>
              <a:avLst/>
              <a:gdLst/>
              <a:ahLst/>
              <a:cxnLst/>
              <a:rect l="l" t="t" r="r" b="b"/>
              <a:pathLst>
                <a:path w="2173" h="1457" extrusionOk="0">
                  <a:moveTo>
                    <a:pt x="322" y="1"/>
                  </a:moveTo>
                  <a:cubicBezTo>
                    <a:pt x="225" y="1"/>
                    <a:pt x="130" y="51"/>
                    <a:pt x="78" y="141"/>
                  </a:cubicBezTo>
                  <a:cubicBezTo>
                    <a:pt x="1" y="276"/>
                    <a:pt x="47" y="447"/>
                    <a:pt x="180" y="524"/>
                  </a:cubicBezTo>
                  <a:lnTo>
                    <a:pt x="1728" y="1419"/>
                  </a:lnTo>
                  <a:cubicBezTo>
                    <a:pt x="1771" y="1443"/>
                    <a:pt x="1819" y="1456"/>
                    <a:pt x="1868" y="1456"/>
                  </a:cubicBezTo>
                  <a:cubicBezTo>
                    <a:pt x="1995" y="1456"/>
                    <a:pt x="2107" y="1371"/>
                    <a:pt x="2139" y="1249"/>
                  </a:cubicBezTo>
                  <a:cubicBezTo>
                    <a:pt x="2173" y="1126"/>
                    <a:pt x="2119" y="995"/>
                    <a:pt x="2008" y="932"/>
                  </a:cubicBezTo>
                  <a:lnTo>
                    <a:pt x="461" y="39"/>
                  </a:lnTo>
                  <a:cubicBezTo>
                    <a:pt x="417" y="13"/>
                    <a:pt x="369" y="1"/>
                    <a:pt x="3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655;p36">
              <a:extLst>
                <a:ext uri="{FF2B5EF4-FFF2-40B4-BE49-F238E27FC236}">
                  <a16:creationId xmlns:a16="http://schemas.microsoft.com/office/drawing/2014/main" id="{06A33D3F-FDAA-1DA5-6809-C902E7169F5A}"/>
                </a:ext>
              </a:extLst>
            </p:cNvPr>
            <p:cNvSpPr/>
            <p:nvPr/>
          </p:nvSpPr>
          <p:spPr>
            <a:xfrm>
              <a:off x="3345125" y="2869000"/>
              <a:ext cx="58400" cy="14050"/>
            </a:xfrm>
            <a:custGeom>
              <a:avLst/>
              <a:gdLst/>
              <a:ahLst/>
              <a:cxnLst/>
              <a:rect l="l" t="t" r="r" b="b"/>
              <a:pathLst>
                <a:path w="2336" h="562" extrusionOk="0">
                  <a:moveTo>
                    <a:pt x="274" y="0"/>
                  </a:moveTo>
                  <a:cubicBezTo>
                    <a:pt x="122" y="4"/>
                    <a:pt x="0" y="128"/>
                    <a:pt x="0" y="281"/>
                  </a:cubicBezTo>
                  <a:cubicBezTo>
                    <a:pt x="0" y="433"/>
                    <a:pt x="122" y="557"/>
                    <a:pt x="274" y="561"/>
                  </a:cubicBezTo>
                  <a:lnTo>
                    <a:pt x="2062" y="561"/>
                  </a:lnTo>
                  <a:cubicBezTo>
                    <a:pt x="2214" y="557"/>
                    <a:pt x="2335" y="433"/>
                    <a:pt x="2335" y="281"/>
                  </a:cubicBezTo>
                  <a:cubicBezTo>
                    <a:pt x="2335" y="128"/>
                    <a:pt x="2214" y="4"/>
                    <a:pt x="2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656;p36">
              <a:extLst>
                <a:ext uri="{FF2B5EF4-FFF2-40B4-BE49-F238E27FC236}">
                  <a16:creationId xmlns:a16="http://schemas.microsoft.com/office/drawing/2014/main" id="{C45C393E-2A9E-E5AA-ACD7-8B98F3C12A5C}"/>
                </a:ext>
              </a:extLst>
            </p:cNvPr>
            <p:cNvSpPr/>
            <p:nvPr/>
          </p:nvSpPr>
          <p:spPr>
            <a:xfrm>
              <a:off x="3379175" y="2975125"/>
              <a:ext cx="54425" cy="36450"/>
            </a:xfrm>
            <a:custGeom>
              <a:avLst/>
              <a:gdLst/>
              <a:ahLst/>
              <a:cxnLst/>
              <a:rect l="l" t="t" r="r" b="b"/>
              <a:pathLst>
                <a:path w="2177" h="1458" extrusionOk="0">
                  <a:moveTo>
                    <a:pt x="1855" y="0"/>
                  </a:moveTo>
                  <a:cubicBezTo>
                    <a:pt x="1806" y="0"/>
                    <a:pt x="1756" y="13"/>
                    <a:pt x="1710" y="41"/>
                  </a:cubicBezTo>
                  <a:lnTo>
                    <a:pt x="163" y="934"/>
                  </a:lnTo>
                  <a:cubicBezTo>
                    <a:pt x="53" y="999"/>
                    <a:pt x="1" y="1127"/>
                    <a:pt x="33" y="1250"/>
                  </a:cubicBezTo>
                  <a:cubicBezTo>
                    <a:pt x="67" y="1371"/>
                    <a:pt x="177" y="1456"/>
                    <a:pt x="304" y="1457"/>
                  </a:cubicBezTo>
                  <a:cubicBezTo>
                    <a:pt x="353" y="1457"/>
                    <a:pt x="401" y="1445"/>
                    <a:pt x="443" y="1420"/>
                  </a:cubicBezTo>
                  <a:lnTo>
                    <a:pt x="1991" y="526"/>
                  </a:lnTo>
                  <a:cubicBezTo>
                    <a:pt x="2128" y="450"/>
                    <a:pt x="2177" y="277"/>
                    <a:pt x="2097" y="141"/>
                  </a:cubicBezTo>
                  <a:cubicBezTo>
                    <a:pt x="2045" y="50"/>
                    <a:pt x="1952" y="0"/>
                    <a:pt x="18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657;p36">
              <a:extLst>
                <a:ext uri="{FF2B5EF4-FFF2-40B4-BE49-F238E27FC236}">
                  <a16:creationId xmlns:a16="http://schemas.microsoft.com/office/drawing/2014/main" id="{DA40D833-EF09-5B47-A1A5-8D179B6C00E8}"/>
                </a:ext>
              </a:extLst>
            </p:cNvPr>
            <p:cNvSpPr/>
            <p:nvPr/>
          </p:nvSpPr>
          <p:spPr>
            <a:xfrm>
              <a:off x="3473100" y="3052750"/>
              <a:ext cx="38400" cy="52750"/>
            </a:xfrm>
            <a:custGeom>
              <a:avLst/>
              <a:gdLst/>
              <a:ahLst/>
              <a:cxnLst/>
              <a:rect l="l" t="t" r="r" b="b"/>
              <a:pathLst>
                <a:path w="1536" h="2110" extrusionOk="0">
                  <a:moveTo>
                    <a:pt x="1214" y="0"/>
                  </a:moveTo>
                  <a:cubicBezTo>
                    <a:pt x="1117" y="0"/>
                    <a:pt x="1024" y="51"/>
                    <a:pt x="972" y="141"/>
                  </a:cubicBezTo>
                  <a:lnTo>
                    <a:pt x="78" y="1688"/>
                  </a:lnTo>
                  <a:cubicBezTo>
                    <a:pt x="1" y="1822"/>
                    <a:pt x="47" y="1995"/>
                    <a:pt x="180" y="2072"/>
                  </a:cubicBezTo>
                  <a:cubicBezTo>
                    <a:pt x="223" y="2096"/>
                    <a:pt x="272" y="2109"/>
                    <a:pt x="320" y="2109"/>
                  </a:cubicBezTo>
                  <a:cubicBezTo>
                    <a:pt x="422" y="2109"/>
                    <a:pt x="513" y="2055"/>
                    <a:pt x="565" y="1969"/>
                  </a:cubicBezTo>
                  <a:lnTo>
                    <a:pt x="1458" y="422"/>
                  </a:lnTo>
                  <a:cubicBezTo>
                    <a:pt x="1536" y="287"/>
                    <a:pt x="1489" y="115"/>
                    <a:pt x="1355" y="39"/>
                  </a:cubicBezTo>
                  <a:cubicBezTo>
                    <a:pt x="1311" y="13"/>
                    <a:pt x="1262" y="0"/>
                    <a:pt x="1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658;p36">
              <a:extLst>
                <a:ext uri="{FF2B5EF4-FFF2-40B4-BE49-F238E27FC236}">
                  <a16:creationId xmlns:a16="http://schemas.microsoft.com/office/drawing/2014/main" id="{6560A4CD-0803-FF62-5FC3-1A821DCFE574}"/>
                </a:ext>
              </a:extLst>
            </p:cNvPr>
            <p:cNvSpPr/>
            <p:nvPr/>
          </p:nvSpPr>
          <p:spPr>
            <a:xfrm>
              <a:off x="3602775" y="3080925"/>
              <a:ext cx="14100" cy="58725"/>
            </a:xfrm>
            <a:custGeom>
              <a:avLst/>
              <a:gdLst/>
              <a:ahLst/>
              <a:cxnLst/>
              <a:rect l="l" t="t" r="r" b="b"/>
              <a:pathLst>
                <a:path w="564" h="2349" extrusionOk="0">
                  <a:moveTo>
                    <a:pt x="283" y="0"/>
                  </a:moveTo>
                  <a:cubicBezTo>
                    <a:pt x="128" y="0"/>
                    <a:pt x="1" y="126"/>
                    <a:pt x="1" y="281"/>
                  </a:cubicBezTo>
                  <a:lnTo>
                    <a:pt x="1" y="2068"/>
                  </a:lnTo>
                  <a:cubicBezTo>
                    <a:pt x="1" y="2223"/>
                    <a:pt x="128" y="2349"/>
                    <a:pt x="283" y="2349"/>
                  </a:cubicBezTo>
                  <a:cubicBezTo>
                    <a:pt x="436" y="2349"/>
                    <a:pt x="563" y="2223"/>
                    <a:pt x="563" y="2068"/>
                  </a:cubicBezTo>
                  <a:lnTo>
                    <a:pt x="563" y="281"/>
                  </a:lnTo>
                  <a:cubicBezTo>
                    <a:pt x="563" y="126"/>
                    <a:pt x="436" y="0"/>
                    <a:pt x="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659;p36">
              <a:extLst>
                <a:ext uri="{FF2B5EF4-FFF2-40B4-BE49-F238E27FC236}">
                  <a16:creationId xmlns:a16="http://schemas.microsoft.com/office/drawing/2014/main" id="{0936A1D9-D487-63BE-2174-0E12A4D83668}"/>
                </a:ext>
              </a:extLst>
            </p:cNvPr>
            <p:cNvSpPr/>
            <p:nvPr/>
          </p:nvSpPr>
          <p:spPr>
            <a:xfrm>
              <a:off x="3707975" y="3052150"/>
              <a:ext cx="38400" cy="52725"/>
            </a:xfrm>
            <a:custGeom>
              <a:avLst/>
              <a:gdLst/>
              <a:ahLst/>
              <a:cxnLst/>
              <a:rect l="l" t="t" r="r" b="b"/>
              <a:pathLst>
                <a:path w="1536" h="2109" extrusionOk="0">
                  <a:moveTo>
                    <a:pt x="321" y="0"/>
                  </a:moveTo>
                  <a:cubicBezTo>
                    <a:pt x="274" y="0"/>
                    <a:pt x="225" y="12"/>
                    <a:pt x="181" y="38"/>
                  </a:cubicBezTo>
                  <a:cubicBezTo>
                    <a:pt x="46" y="115"/>
                    <a:pt x="0" y="288"/>
                    <a:pt x="79" y="421"/>
                  </a:cubicBezTo>
                  <a:lnTo>
                    <a:pt x="972" y="1969"/>
                  </a:lnTo>
                  <a:cubicBezTo>
                    <a:pt x="1021" y="2055"/>
                    <a:pt x="1115" y="2109"/>
                    <a:pt x="1216" y="2109"/>
                  </a:cubicBezTo>
                  <a:cubicBezTo>
                    <a:pt x="1264" y="2109"/>
                    <a:pt x="1313" y="2096"/>
                    <a:pt x="1355" y="2071"/>
                  </a:cubicBezTo>
                  <a:cubicBezTo>
                    <a:pt x="1490" y="1994"/>
                    <a:pt x="1535" y="1822"/>
                    <a:pt x="1459" y="1688"/>
                  </a:cubicBezTo>
                  <a:lnTo>
                    <a:pt x="564" y="141"/>
                  </a:lnTo>
                  <a:cubicBezTo>
                    <a:pt x="513" y="50"/>
                    <a:pt x="418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660;p36">
              <a:extLst>
                <a:ext uri="{FF2B5EF4-FFF2-40B4-BE49-F238E27FC236}">
                  <a16:creationId xmlns:a16="http://schemas.microsoft.com/office/drawing/2014/main" id="{74E9A59B-C0EA-736E-1864-DCF1D5322D41}"/>
                </a:ext>
              </a:extLst>
            </p:cNvPr>
            <p:cNvSpPr/>
            <p:nvPr/>
          </p:nvSpPr>
          <p:spPr>
            <a:xfrm>
              <a:off x="3785575" y="2974125"/>
              <a:ext cx="54325" cy="36400"/>
            </a:xfrm>
            <a:custGeom>
              <a:avLst/>
              <a:gdLst/>
              <a:ahLst/>
              <a:cxnLst/>
              <a:rect l="l" t="t" r="r" b="b"/>
              <a:pathLst>
                <a:path w="2173" h="1456" extrusionOk="0">
                  <a:moveTo>
                    <a:pt x="322" y="0"/>
                  </a:moveTo>
                  <a:cubicBezTo>
                    <a:pt x="224" y="0"/>
                    <a:pt x="130" y="51"/>
                    <a:pt x="79" y="140"/>
                  </a:cubicBezTo>
                  <a:cubicBezTo>
                    <a:pt x="0" y="275"/>
                    <a:pt x="46" y="446"/>
                    <a:pt x="181" y="523"/>
                  </a:cubicBezTo>
                  <a:lnTo>
                    <a:pt x="1728" y="1418"/>
                  </a:lnTo>
                  <a:cubicBezTo>
                    <a:pt x="1770" y="1442"/>
                    <a:pt x="1819" y="1455"/>
                    <a:pt x="1869" y="1455"/>
                  </a:cubicBezTo>
                  <a:cubicBezTo>
                    <a:pt x="1996" y="1455"/>
                    <a:pt x="2106" y="1370"/>
                    <a:pt x="2140" y="1248"/>
                  </a:cubicBezTo>
                  <a:cubicBezTo>
                    <a:pt x="2172" y="1125"/>
                    <a:pt x="2118" y="995"/>
                    <a:pt x="2009" y="932"/>
                  </a:cubicBezTo>
                  <a:lnTo>
                    <a:pt x="462" y="38"/>
                  </a:lnTo>
                  <a:cubicBezTo>
                    <a:pt x="417" y="12"/>
                    <a:pt x="369" y="0"/>
                    <a:pt x="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661;p36">
              <a:extLst>
                <a:ext uri="{FF2B5EF4-FFF2-40B4-BE49-F238E27FC236}">
                  <a16:creationId xmlns:a16="http://schemas.microsoft.com/office/drawing/2014/main" id="{3F9735A0-1A9F-E0F9-A2BE-FC8C6A458439}"/>
                </a:ext>
              </a:extLst>
            </p:cNvPr>
            <p:cNvSpPr/>
            <p:nvPr/>
          </p:nvSpPr>
          <p:spPr>
            <a:xfrm>
              <a:off x="3814750" y="2867775"/>
              <a:ext cx="58725" cy="14050"/>
            </a:xfrm>
            <a:custGeom>
              <a:avLst/>
              <a:gdLst/>
              <a:ahLst/>
              <a:cxnLst/>
              <a:rect l="l" t="t" r="r" b="b"/>
              <a:pathLst>
                <a:path w="2349" h="562" extrusionOk="0">
                  <a:moveTo>
                    <a:pt x="281" y="0"/>
                  </a:moveTo>
                  <a:cubicBezTo>
                    <a:pt x="126" y="0"/>
                    <a:pt x="0" y="126"/>
                    <a:pt x="0" y="281"/>
                  </a:cubicBezTo>
                  <a:cubicBezTo>
                    <a:pt x="0" y="436"/>
                    <a:pt x="126" y="562"/>
                    <a:pt x="281" y="562"/>
                  </a:cubicBezTo>
                  <a:lnTo>
                    <a:pt x="2068" y="562"/>
                  </a:lnTo>
                  <a:cubicBezTo>
                    <a:pt x="2223" y="562"/>
                    <a:pt x="2349" y="436"/>
                    <a:pt x="2349" y="281"/>
                  </a:cubicBezTo>
                  <a:cubicBezTo>
                    <a:pt x="2349" y="126"/>
                    <a:pt x="2223" y="0"/>
                    <a:pt x="2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662;p36">
              <a:extLst>
                <a:ext uri="{FF2B5EF4-FFF2-40B4-BE49-F238E27FC236}">
                  <a16:creationId xmlns:a16="http://schemas.microsoft.com/office/drawing/2014/main" id="{C66A54F9-CC64-2003-5311-64CFCAA923C4}"/>
                </a:ext>
              </a:extLst>
            </p:cNvPr>
            <p:cNvSpPr/>
            <p:nvPr/>
          </p:nvSpPr>
          <p:spPr>
            <a:xfrm>
              <a:off x="3785375" y="2739200"/>
              <a:ext cx="54350" cy="36425"/>
            </a:xfrm>
            <a:custGeom>
              <a:avLst/>
              <a:gdLst/>
              <a:ahLst/>
              <a:cxnLst/>
              <a:rect l="l" t="t" r="r" b="b"/>
              <a:pathLst>
                <a:path w="2174" h="1457" extrusionOk="0">
                  <a:moveTo>
                    <a:pt x="1852" y="1"/>
                  </a:moveTo>
                  <a:cubicBezTo>
                    <a:pt x="1805" y="1"/>
                    <a:pt x="1756" y="13"/>
                    <a:pt x="1712" y="39"/>
                  </a:cubicBezTo>
                  <a:lnTo>
                    <a:pt x="165" y="932"/>
                  </a:lnTo>
                  <a:cubicBezTo>
                    <a:pt x="54" y="995"/>
                    <a:pt x="0" y="1126"/>
                    <a:pt x="34" y="1249"/>
                  </a:cubicBezTo>
                  <a:cubicBezTo>
                    <a:pt x="66" y="1372"/>
                    <a:pt x="178" y="1457"/>
                    <a:pt x="305" y="1457"/>
                  </a:cubicBezTo>
                  <a:cubicBezTo>
                    <a:pt x="355" y="1457"/>
                    <a:pt x="404" y="1444"/>
                    <a:pt x="447" y="1420"/>
                  </a:cubicBezTo>
                  <a:lnTo>
                    <a:pt x="1993" y="524"/>
                  </a:lnTo>
                  <a:cubicBezTo>
                    <a:pt x="2128" y="448"/>
                    <a:pt x="2173" y="276"/>
                    <a:pt x="2095" y="141"/>
                  </a:cubicBezTo>
                  <a:cubicBezTo>
                    <a:pt x="2044" y="52"/>
                    <a:pt x="1949" y="1"/>
                    <a:pt x="18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663;p36">
              <a:extLst>
                <a:ext uri="{FF2B5EF4-FFF2-40B4-BE49-F238E27FC236}">
                  <a16:creationId xmlns:a16="http://schemas.microsoft.com/office/drawing/2014/main" id="{BDCC66D3-B179-9E4B-6376-3EEB695C83DF}"/>
                </a:ext>
              </a:extLst>
            </p:cNvPr>
            <p:cNvSpPr/>
            <p:nvPr/>
          </p:nvSpPr>
          <p:spPr>
            <a:xfrm>
              <a:off x="3706175" y="2645275"/>
              <a:ext cx="39175" cy="52750"/>
            </a:xfrm>
            <a:custGeom>
              <a:avLst/>
              <a:gdLst/>
              <a:ahLst/>
              <a:cxnLst/>
              <a:rect l="l" t="t" r="r" b="b"/>
              <a:pathLst>
                <a:path w="1567" h="2110" extrusionOk="0">
                  <a:moveTo>
                    <a:pt x="1245" y="1"/>
                  </a:moveTo>
                  <a:cubicBezTo>
                    <a:pt x="1148" y="1"/>
                    <a:pt x="1055" y="51"/>
                    <a:pt x="1003" y="141"/>
                  </a:cubicBezTo>
                  <a:lnTo>
                    <a:pt x="109" y="1689"/>
                  </a:lnTo>
                  <a:cubicBezTo>
                    <a:pt x="1" y="1875"/>
                    <a:pt x="136" y="2110"/>
                    <a:pt x="352" y="2110"/>
                  </a:cubicBezTo>
                  <a:cubicBezTo>
                    <a:pt x="453" y="2110"/>
                    <a:pt x="546" y="2056"/>
                    <a:pt x="596" y="1969"/>
                  </a:cubicBezTo>
                  <a:lnTo>
                    <a:pt x="1489" y="422"/>
                  </a:lnTo>
                  <a:cubicBezTo>
                    <a:pt x="1567" y="287"/>
                    <a:pt x="1520" y="116"/>
                    <a:pt x="1386" y="39"/>
                  </a:cubicBezTo>
                  <a:cubicBezTo>
                    <a:pt x="1342" y="13"/>
                    <a:pt x="1293" y="1"/>
                    <a:pt x="1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664;p36">
              <a:extLst>
                <a:ext uri="{FF2B5EF4-FFF2-40B4-BE49-F238E27FC236}">
                  <a16:creationId xmlns:a16="http://schemas.microsoft.com/office/drawing/2014/main" id="{45453CC6-DE62-2604-6C4E-F3485CDA7A21}"/>
                </a:ext>
              </a:extLst>
            </p:cNvPr>
            <p:cNvSpPr/>
            <p:nvPr/>
          </p:nvSpPr>
          <p:spPr>
            <a:xfrm>
              <a:off x="4161700" y="2433350"/>
              <a:ext cx="219350" cy="219350"/>
            </a:xfrm>
            <a:custGeom>
              <a:avLst/>
              <a:gdLst/>
              <a:ahLst/>
              <a:cxnLst/>
              <a:rect l="l" t="t" r="r" b="b"/>
              <a:pathLst>
                <a:path w="8774" h="8774" extrusionOk="0">
                  <a:moveTo>
                    <a:pt x="1" y="1"/>
                  </a:moveTo>
                  <a:lnTo>
                    <a:pt x="1" y="8773"/>
                  </a:lnTo>
                  <a:lnTo>
                    <a:pt x="8773" y="8773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665;p36">
              <a:extLst>
                <a:ext uri="{FF2B5EF4-FFF2-40B4-BE49-F238E27FC236}">
                  <a16:creationId xmlns:a16="http://schemas.microsoft.com/office/drawing/2014/main" id="{CB19B506-4EC0-7636-7D31-9AAE7121C3E7}"/>
                </a:ext>
              </a:extLst>
            </p:cNvPr>
            <p:cNvSpPr/>
            <p:nvPr/>
          </p:nvSpPr>
          <p:spPr>
            <a:xfrm>
              <a:off x="4470400" y="2433350"/>
              <a:ext cx="219325" cy="219350"/>
            </a:xfrm>
            <a:custGeom>
              <a:avLst/>
              <a:gdLst/>
              <a:ahLst/>
              <a:cxnLst/>
              <a:rect l="l" t="t" r="r" b="b"/>
              <a:pathLst>
                <a:path w="8773" h="8774" extrusionOk="0">
                  <a:moveTo>
                    <a:pt x="0" y="1"/>
                  </a:moveTo>
                  <a:lnTo>
                    <a:pt x="0" y="8773"/>
                  </a:lnTo>
                  <a:lnTo>
                    <a:pt x="8773" y="8773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666;p36">
              <a:extLst>
                <a:ext uri="{FF2B5EF4-FFF2-40B4-BE49-F238E27FC236}">
                  <a16:creationId xmlns:a16="http://schemas.microsoft.com/office/drawing/2014/main" id="{894D0A19-55A8-63CA-33D3-6639E92AFA50}"/>
                </a:ext>
              </a:extLst>
            </p:cNvPr>
            <p:cNvSpPr/>
            <p:nvPr/>
          </p:nvSpPr>
          <p:spPr>
            <a:xfrm>
              <a:off x="4779075" y="2433350"/>
              <a:ext cx="219350" cy="219350"/>
            </a:xfrm>
            <a:custGeom>
              <a:avLst/>
              <a:gdLst/>
              <a:ahLst/>
              <a:cxnLst/>
              <a:rect l="l" t="t" r="r" b="b"/>
              <a:pathLst>
                <a:path w="8774" h="8774" extrusionOk="0">
                  <a:moveTo>
                    <a:pt x="1" y="1"/>
                  </a:moveTo>
                  <a:lnTo>
                    <a:pt x="1" y="8773"/>
                  </a:lnTo>
                  <a:lnTo>
                    <a:pt x="8773" y="8773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667;p36">
              <a:extLst>
                <a:ext uri="{FF2B5EF4-FFF2-40B4-BE49-F238E27FC236}">
                  <a16:creationId xmlns:a16="http://schemas.microsoft.com/office/drawing/2014/main" id="{A8F6594C-F1CA-8C2C-7C93-76A83EB42B07}"/>
                </a:ext>
              </a:extLst>
            </p:cNvPr>
            <p:cNvSpPr/>
            <p:nvPr/>
          </p:nvSpPr>
          <p:spPr>
            <a:xfrm>
              <a:off x="4161700" y="2725800"/>
              <a:ext cx="219350" cy="219375"/>
            </a:xfrm>
            <a:custGeom>
              <a:avLst/>
              <a:gdLst/>
              <a:ahLst/>
              <a:cxnLst/>
              <a:rect l="l" t="t" r="r" b="b"/>
              <a:pathLst>
                <a:path w="8774" h="8775" extrusionOk="0">
                  <a:moveTo>
                    <a:pt x="1" y="0"/>
                  </a:moveTo>
                  <a:lnTo>
                    <a:pt x="1" y="8774"/>
                  </a:lnTo>
                  <a:lnTo>
                    <a:pt x="8773" y="8774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668;p36">
              <a:extLst>
                <a:ext uri="{FF2B5EF4-FFF2-40B4-BE49-F238E27FC236}">
                  <a16:creationId xmlns:a16="http://schemas.microsoft.com/office/drawing/2014/main" id="{33FBFD5E-90E8-B18C-8773-4A2A5F898DF8}"/>
                </a:ext>
              </a:extLst>
            </p:cNvPr>
            <p:cNvSpPr/>
            <p:nvPr/>
          </p:nvSpPr>
          <p:spPr>
            <a:xfrm>
              <a:off x="4470400" y="2725800"/>
              <a:ext cx="219325" cy="219375"/>
            </a:xfrm>
            <a:custGeom>
              <a:avLst/>
              <a:gdLst/>
              <a:ahLst/>
              <a:cxnLst/>
              <a:rect l="l" t="t" r="r" b="b"/>
              <a:pathLst>
                <a:path w="8773" h="8775" extrusionOk="0">
                  <a:moveTo>
                    <a:pt x="0" y="0"/>
                  </a:moveTo>
                  <a:lnTo>
                    <a:pt x="0" y="8774"/>
                  </a:lnTo>
                  <a:lnTo>
                    <a:pt x="8773" y="8774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669;p36">
              <a:extLst>
                <a:ext uri="{FF2B5EF4-FFF2-40B4-BE49-F238E27FC236}">
                  <a16:creationId xmlns:a16="http://schemas.microsoft.com/office/drawing/2014/main" id="{BB5C77C8-0ABC-462D-5BEC-0B5B4D012E9D}"/>
                </a:ext>
              </a:extLst>
            </p:cNvPr>
            <p:cNvSpPr/>
            <p:nvPr/>
          </p:nvSpPr>
          <p:spPr>
            <a:xfrm>
              <a:off x="4779075" y="2725800"/>
              <a:ext cx="219350" cy="219375"/>
            </a:xfrm>
            <a:custGeom>
              <a:avLst/>
              <a:gdLst/>
              <a:ahLst/>
              <a:cxnLst/>
              <a:rect l="l" t="t" r="r" b="b"/>
              <a:pathLst>
                <a:path w="8774" h="8775" extrusionOk="0">
                  <a:moveTo>
                    <a:pt x="1" y="0"/>
                  </a:moveTo>
                  <a:lnTo>
                    <a:pt x="1" y="8774"/>
                  </a:lnTo>
                  <a:lnTo>
                    <a:pt x="8773" y="8774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670;p36">
              <a:extLst>
                <a:ext uri="{FF2B5EF4-FFF2-40B4-BE49-F238E27FC236}">
                  <a16:creationId xmlns:a16="http://schemas.microsoft.com/office/drawing/2014/main" id="{931EEA8F-24B9-ED61-3AAF-319A4C71F774}"/>
                </a:ext>
              </a:extLst>
            </p:cNvPr>
            <p:cNvSpPr/>
            <p:nvPr/>
          </p:nvSpPr>
          <p:spPr>
            <a:xfrm>
              <a:off x="4161700" y="3018225"/>
              <a:ext cx="219350" cy="219375"/>
            </a:xfrm>
            <a:custGeom>
              <a:avLst/>
              <a:gdLst/>
              <a:ahLst/>
              <a:cxnLst/>
              <a:rect l="l" t="t" r="r" b="b"/>
              <a:pathLst>
                <a:path w="8774" h="8775" extrusionOk="0">
                  <a:moveTo>
                    <a:pt x="1" y="0"/>
                  </a:moveTo>
                  <a:lnTo>
                    <a:pt x="1" y="8774"/>
                  </a:lnTo>
                  <a:lnTo>
                    <a:pt x="8773" y="8774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671;p36">
              <a:extLst>
                <a:ext uri="{FF2B5EF4-FFF2-40B4-BE49-F238E27FC236}">
                  <a16:creationId xmlns:a16="http://schemas.microsoft.com/office/drawing/2014/main" id="{9A0936F4-97A8-E516-FF4C-B42FAF532B15}"/>
                </a:ext>
              </a:extLst>
            </p:cNvPr>
            <p:cNvSpPr/>
            <p:nvPr/>
          </p:nvSpPr>
          <p:spPr>
            <a:xfrm>
              <a:off x="4470400" y="3018225"/>
              <a:ext cx="219325" cy="219375"/>
            </a:xfrm>
            <a:custGeom>
              <a:avLst/>
              <a:gdLst/>
              <a:ahLst/>
              <a:cxnLst/>
              <a:rect l="l" t="t" r="r" b="b"/>
              <a:pathLst>
                <a:path w="8773" h="8775" extrusionOk="0">
                  <a:moveTo>
                    <a:pt x="0" y="0"/>
                  </a:moveTo>
                  <a:lnTo>
                    <a:pt x="0" y="8774"/>
                  </a:lnTo>
                  <a:lnTo>
                    <a:pt x="8773" y="8774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672;p36">
              <a:extLst>
                <a:ext uri="{FF2B5EF4-FFF2-40B4-BE49-F238E27FC236}">
                  <a16:creationId xmlns:a16="http://schemas.microsoft.com/office/drawing/2014/main" id="{A0BCD77A-7639-353D-3238-AE2790E5154D}"/>
                </a:ext>
              </a:extLst>
            </p:cNvPr>
            <p:cNvSpPr/>
            <p:nvPr/>
          </p:nvSpPr>
          <p:spPr>
            <a:xfrm>
              <a:off x="4779075" y="3018225"/>
              <a:ext cx="219350" cy="219375"/>
            </a:xfrm>
            <a:custGeom>
              <a:avLst/>
              <a:gdLst/>
              <a:ahLst/>
              <a:cxnLst/>
              <a:rect l="l" t="t" r="r" b="b"/>
              <a:pathLst>
                <a:path w="8774" h="8775" extrusionOk="0">
                  <a:moveTo>
                    <a:pt x="1" y="0"/>
                  </a:moveTo>
                  <a:lnTo>
                    <a:pt x="1" y="8774"/>
                  </a:lnTo>
                  <a:lnTo>
                    <a:pt x="8773" y="8774"/>
                  </a:lnTo>
                  <a:lnTo>
                    <a:pt x="8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673;p36">
              <a:extLst>
                <a:ext uri="{FF2B5EF4-FFF2-40B4-BE49-F238E27FC236}">
                  <a16:creationId xmlns:a16="http://schemas.microsoft.com/office/drawing/2014/main" id="{5E3A9CAA-BA38-BF52-AA5E-5AC5140E87F8}"/>
                </a:ext>
              </a:extLst>
            </p:cNvPr>
            <p:cNvSpPr/>
            <p:nvPr/>
          </p:nvSpPr>
          <p:spPr>
            <a:xfrm>
              <a:off x="4827875" y="2266900"/>
              <a:ext cx="1404750" cy="3201750"/>
            </a:xfrm>
            <a:custGeom>
              <a:avLst/>
              <a:gdLst/>
              <a:ahLst/>
              <a:cxnLst/>
              <a:rect l="l" t="t" r="r" b="b"/>
              <a:pathLst>
                <a:path w="56190" h="128070" extrusionOk="0">
                  <a:moveTo>
                    <a:pt x="15950" y="0"/>
                  </a:moveTo>
                  <a:cubicBezTo>
                    <a:pt x="12296" y="0"/>
                    <a:pt x="10963" y="8469"/>
                    <a:pt x="10963" y="16691"/>
                  </a:cubicBezTo>
                  <a:cubicBezTo>
                    <a:pt x="10963" y="24914"/>
                    <a:pt x="9136" y="30396"/>
                    <a:pt x="4569" y="37705"/>
                  </a:cubicBezTo>
                  <a:cubicBezTo>
                    <a:pt x="1" y="45014"/>
                    <a:pt x="5482" y="61001"/>
                    <a:pt x="5482" y="61001"/>
                  </a:cubicBezTo>
                  <a:cubicBezTo>
                    <a:pt x="5482" y="61001"/>
                    <a:pt x="8223" y="70594"/>
                    <a:pt x="11420" y="75162"/>
                  </a:cubicBezTo>
                  <a:cubicBezTo>
                    <a:pt x="14617" y="79729"/>
                    <a:pt x="21016" y="128070"/>
                    <a:pt x="21016" y="128070"/>
                  </a:cubicBezTo>
                  <a:lnTo>
                    <a:pt x="56190" y="115280"/>
                  </a:lnTo>
                  <a:cubicBezTo>
                    <a:pt x="56190" y="115280"/>
                    <a:pt x="38986" y="82055"/>
                    <a:pt x="38986" y="79771"/>
                  </a:cubicBezTo>
                  <a:cubicBezTo>
                    <a:pt x="38986" y="77487"/>
                    <a:pt x="44309" y="61458"/>
                    <a:pt x="47963" y="55976"/>
                  </a:cubicBezTo>
                  <a:cubicBezTo>
                    <a:pt x="48750" y="54796"/>
                    <a:pt x="49388" y="53892"/>
                    <a:pt x="49906" y="53198"/>
                  </a:cubicBezTo>
                  <a:cubicBezTo>
                    <a:pt x="51304" y="51326"/>
                    <a:pt x="52075" y="49062"/>
                    <a:pt x="52075" y="46727"/>
                  </a:cubicBezTo>
                  <a:lnTo>
                    <a:pt x="52075" y="45471"/>
                  </a:lnTo>
                  <a:cubicBezTo>
                    <a:pt x="52075" y="42273"/>
                    <a:pt x="52075" y="37705"/>
                    <a:pt x="51161" y="33595"/>
                  </a:cubicBezTo>
                  <a:cubicBezTo>
                    <a:pt x="50247" y="29483"/>
                    <a:pt x="46135" y="28112"/>
                    <a:pt x="46135" y="28112"/>
                  </a:cubicBezTo>
                  <a:cubicBezTo>
                    <a:pt x="46135" y="28112"/>
                    <a:pt x="45020" y="24011"/>
                    <a:pt x="41364" y="21727"/>
                  </a:cubicBezTo>
                  <a:cubicBezTo>
                    <a:pt x="39855" y="20783"/>
                    <a:pt x="38190" y="20373"/>
                    <a:pt x="37140" y="18981"/>
                  </a:cubicBezTo>
                  <a:cubicBezTo>
                    <a:pt x="36137" y="17648"/>
                    <a:pt x="35652" y="15371"/>
                    <a:pt x="35134" y="13815"/>
                  </a:cubicBezTo>
                  <a:cubicBezTo>
                    <a:pt x="33901" y="10116"/>
                    <a:pt x="31414" y="6503"/>
                    <a:pt x="28153" y="6503"/>
                  </a:cubicBezTo>
                  <a:cubicBezTo>
                    <a:pt x="26807" y="6503"/>
                    <a:pt x="25329" y="7118"/>
                    <a:pt x="23753" y="8597"/>
                  </a:cubicBezTo>
                  <a:lnTo>
                    <a:pt x="23753" y="24002"/>
                  </a:lnTo>
                  <a:lnTo>
                    <a:pt x="20100" y="31767"/>
                  </a:lnTo>
                  <a:cubicBezTo>
                    <a:pt x="20100" y="31767"/>
                    <a:pt x="20556" y="14865"/>
                    <a:pt x="20556" y="8469"/>
                  </a:cubicBezTo>
                  <a:cubicBezTo>
                    <a:pt x="20556" y="2074"/>
                    <a:pt x="19605" y="0"/>
                    <a:pt x="15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674;p36">
              <a:extLst>
                <a:ext uri="{FF2B5EF4-FFF2-40B4-BE49-F238E27FC236}">
                  <a16:creationId xmlns:a16="http://schemas.microsoft.com/office/drawing/2014/main" id="{2EA722F2-F0FD-E8DC-FB65-85308C733350}"/>
                </a:ext>
              </a:extLst>
            </p:cNvPr>
            <p:cNvSpPr/>
            <p:nvPr/>
          </p:nvSpPr>
          <p:spPr>
            <a:xfrm>
              <a:off x="4821475" y="2259875"/>
              <a:ext cx="1419150" cy="3215800"/>
            </a:xfrm>
            <a:custGeom>
              <a:avLst/>
              <a:gdLst/>
              <a:ahLst/>
              <a:cxnLst/>
              <a:rect l="l" t="t" r="r" b="b"/>
              <a:pathLst>
                <a:path w="56766" h="128632" extrusionOk="0">
                  <a:moveTo>
                    <a:pt x="16206" y="1"/>
                  </a:moveTo>
                  <a:cubicBezTo>
                    <a:pt x="11319" y="1"/>
                    <a:pt x="10940" y="12992"/>
                    <a:pt x="10940" y="16972"/>
                  </a:cubicBezTo>
                  <a:cubicBezTo>
                    <a:pt x="10940" y="24872"/>
                    <a:pt x="9276" y="30332"/>
                    <a:pt x="4586" y="37836"/>
                  </a:cubicBezTo>
                  <a:cubicBezTo>
                    <a:pt x="0" y="45175"/>
                    <a:pt x="5247" y="60715"/>
                    <a:pt x="5468" y="61359"/>
                  </a:cubicBezTo>
                  <a:cubicBezTo>
                    <a:pt x="5580" y="61753"/>
                    <a:pt x="8258" y="71050"/>
                    <a:pt x="11447" y="75603"/>
                  </a:cubicBezTo>
                  <a:cubicBezTo>
                    <a:pt x="14568" y="80064"/>
                    <a:pt x="20930" y="127906"/>
                    <a:pt x="20994" y="128387"/>
                  </a:cubicBezTo>
                  <a:cubicBezTo>
                    <a:pt x="21011" y="128526"/>
                    <a:pt x="21130" y="128631"/>
                    <a:pt x="21272" y="128631"/>
                  </a:cubicBezTo>
                  <a:cubicBezTo>
                    <a:pt x="21284" y="128631"/>
                    <a:pt x="21296" y="128631"/>
                    <a:pt x="21309" y="128630"/>
                  </a:cubicBezTo>
                  <a:cubicBezTo>
                    <a:pt x="21463" y="128609"/>
                    <a:pt x="21571" y="128468"/>
                    <a:pt x="21551" y="128314"/>
                  </a:cubicBezTo>
                  <a:cubicBezTo>
                    <a:pt x="21288" y="126338"/>
                    <a:pt x="15105" y="79853"/>
                    <a:pt x="11905" y="75281"/>
                  </a:cubicBezTo>
                  <a:cubicBezTo>
                    <a:pt x="8773" y="70805"/>
                    <a:pt x="6036" y="61300"/>
                    <a:pt x="6004" y="61190"/>
                  </a:cubicBezTo>
                  <a:cubicBezTo>
                    <a:pt x="5950" y="61032"/>
                    <a:pt x="618" y="45245"/>
                    <a:pt x="5063" y="38134"/>
                  </a:cubicBezTo>
                  <a:cubicBezTo>
                    <a:pt x="9816" y="30529"/>
                    <a:pt x="11501" y="24991"/>
                    <a:pt x="11501" y="16972"/>
                  </a:cubicBezTo>
                  <a:cubicBezTo>
                    <a:pt x="11501" y="9402"/>
                    <a:pt x="12732" y="562"/>
                    <a:pt x="16206" y="562"/>
                  </a:cubicBezTo>
                  <a:cubicBezTo>
                    <a:pt x="19602" y="562"/>
                    <a:pt x="20531" y="2322"/>
                    <a:pt x="20531" y="8750"/>
                  </a:cubicBezTo>
                  <a:cubicBezTo>
                    <a:pt x="20531" y="15069"/>
                    <a:pt x="20079" y="31871"/>
                    <a:pt x="20075" y="32040"/>
                  </a:cubicBezTo>
                  <a:cubicBezTo>
                    <a:pt x="20071" y="32172"/>
                    <a:pt x="20161" y="32289"/>
                    <a:pt x="20291" y="32320"/>
                  </a:cubicBezTo>
                  <a:cubicBezTo>
                    <a:pt x="20312" y="32325"/>
                    <a:pt x="20334" y="32328"/>
                    <a:pt x="20356" y="32328"/>
                  </a:cubicBezTo>
                  <a:cubicBezTo>
                    <a:pt x="20462" y="32328"/>
                    <a:pt x="20562" y="32266"/>
                    <a:pt x="20609" y="32166"/>
                  </a:cubicBezTo>
                  <a:lnTo>
                    <a:pt x="24264" y="24401"/>
                  </a:lnTo>
                  <a:cubicBezTo>
                    <a:pt x="24281" y="24364"/>
                    <a:pt x="24291" y="24323"/>
                    <a:pt x="24291" y="24281"/>
                  </a:cubicBezTo>
                  <a:lnTo>
                    <a:pt x="24291" y="9000"/>
                  </a:lnTo>
                  <a:cubicBezTo>
                    <a:pt x="25692" y="7712"/>
                    <a:pt x="27072" y="7064"/>
                    <a:pt x="28410" y="7064"/>
                  </a:cubicBezTo>
                  <a:cubicBezTo>
                    <a:pt x="28752" y="7064"/>
                    <a:pt x="29091" y="7106"/>
                    <a:pt x="29426" y="7191"/>
                  </a:cubicBezTo>
                  <a:cubicBezTo>
                    <a:pt x="31729" y="7774"/>
                    <a:pt x="33859" y="10388"/>
                    <a:pt x="35125" y="14184"/>
                  </a:cubicBezTo>
                  <a:cubicBezTo>
                    <a:pt x="35246" y="14550"/>
                    <a:pt x="35366" y="14956"/>
                    <a:pt x="35492" y="15379"/>
                  </a:cubicBezTo>
                  <a:cubicBezTo>
                    <a:pt x="35906" y="16782"/>
                    <a:pt x="36376" y="18371"/>
                    <a:pt x="37172" y="19429"/>
                  </a:cubicBezTo>
                  <a:cubicBezTo>
                    <a:pt x="37925" y="20427"/>
                    <a:pt x="38941" y="20930"/>
                    <a:pt x="40017" y="21463"/>
                  </a:cubicBezTo>
                  <a:cubicBezTo>
                    <a:pt x="40499" y="21702"/>
                    <a:pt x="40998" y="21949"/>
                    <a:pt x="41472" y="22244"/>
                  </a:cubicBezTo>
                  <a:cubicBezTo>
                    <a:pt x="44987" y="24443"/>
                    <a:pt x="46111" y="28427"/>
                    <a:pt x="46122" y="28467"/>
                  </a:cubicBezTo>
                  <a:cubicBezTo>
                    <a:pt x="46146" y="28558"/>
                    <a:pt x="46215" y="28629"/>
                    <a:pt x="46304" y="28659"/>
                  </a:cubicBezTo>
                  <a:cubicBezTo>
                    <a:pt x="46343" y="28672"/>
                    <a:pt x="50274" y="30025"/>
                    <a:pt x="51143" y="33935"/>
                  </a:cubicBezTo>
                  <a:cubicBezTo>
                    <a:pt x="52051" y="38017"/>
                    <a:pt x="52051" y="42488"/>
                    <a:pt x="52051" y="45752"/>
                  </a:cubicBezTo>
                  <a:lnTo>
                    <a:pt x="52051" y="47010"/>
                  </a:lnTo>
                  <a:cubicBezTo>
                    <a:pt x="52051" y="49281"/>
                    <a:pt x="51321" y="51460"/>
                    <a:pt x="49938" y="53312"/>
                  </a:cubicBezTo>
                  <a:cubicBezTo>
                    <a:pt x="49375" y="54065"/>
                    <a:pt x="48719" y="55004"/>
                    <a:pt x="47986" y="56102"/>
                  </a:cubicBezTo>
                  <a:cubicBezTo>
                    <a:pt x="44333" y="61582"/>
                    <a:pt x="38961" y="77562"/>
                    <a:pt x="38961" y="80052"/>
                  </a:cubicBezTo>
                  <a:cubicBezTo>
                    <a:pt x="38961" y="82378"/>
                    <a:pt x="55493" y="114332"/>
                    <a:pt x="56196" y="115690"/>
                  </a:cubicBezTo>
                  <a:cubicBezTo>
                    <a:pt x="56246" y="115787"/>
                    <a:pt x="56344" y="115842"/>
                    <a:pt x="56445" y="115842"/>
                  </a:cubicBezTo>
                  <a:cubicBezTo>
                    <a:pt x="56488" y="115842"/>
                    <a:pt x="56533" y="115832"/>
                    <a:pt x="56574" y="115810"/>
                  </a:cubicBezTo>
                  <a:cubicBezTo>
                    <a:pt x="56711" y="115740"/>
                    <a:pt x="56765" y="115570"/>
                    <a:pt x="56695" y="115433"/>
                  </a:cubicBezTo>
                  <a:cubicBezTo>
                    <a:pt x="51918" y="106208"/>
                    <a:pt x="39522" y="81871"/>
                    <a:pt x="39522" y="80052"/>
                  </a:cubicBezTo>
                  <a:cubicBezTo>
                    <a:pt x="39522" y="77971"/>
                    <a:pt x="44747" y="61974"/>
                    <a:pt x="48454" y="56413"/>
                  </a:cubicBezTo>
                  <a:cubicBezTo>
                    <a:pt x="49180" y="55323"/>
                    <a:pt x="49831" y="54394"/>
                    <a:pt x="50387" y="53648"/>
                  </a:cubicBezTo>
                  <a:cubicBezTo>
                    <a:pt x="51843" y="51699"/>
                    <a:pt x="52612" y="49403"/>
                    <a:pt x="52612" y="47010"/>
                  </a:cubicBezTo>
                  <a:lnTo>
                    <a:pt x="52612" y="45752"/>
                  </a:lnTo>
                  <a:cubicBezTo>
                    <a:pt x="52612" y="42462"/>
                    <a:pt x="52612" y="37955"/>
                    <a:pt x="51692" y="33813"/>
                  </a:cubicBezTo>
                  <a:cubicBezTo>
                    <a:pt x="50841" y="29981"/>
                    <a:pt x="47378" y="28465"/>
                    <a:pt x="46622" y="28177"/>
                  </a:cubicBezTo>
                  <a:cubicBezTo>
                    <a:pt x="46385" y="27415"/>
                    <a:pt x="45134" y="23874"/>
                    <a:pt x="41768" y="21770"/>
                  </a:cubicBezTo>
                  <a:cubicBezTo>
                    <a:pt x="41272" y="21458"/>
                    <a:pt x="40761" y="21206"/>
                    <a:pt x="40266" y="20960"/>
                  </a:cubicBezTo>
                  <a:cubicBezTo>
                    <a:pt x="39251" y="20458"/>
                    <a:pt x="38292" y="19983"/>
                    <a:pt x="37620" y="19092"/>
                  </a:cubicBezTo>
                  <a:cubicBezTo>
                    <a:pt x="36885" y="18115"/>
                    <a:pt x="36432" y="16577"/>
                    <a:pt x="36030" y="15220"/>
                  </a:cubicBezTo>
                  <a:cubicBezTo>
                    <a:pt x="35903" y="14790"/>
                    <a:pt x="35780" y="14377"/>
                    <a:pt x="35657" y="14006"/>
                  </a:cubicBezTo>
                  <a:cubicBezTo>
                    <a:pt x="34331" y="10028"/>
                    <a:pt x="32053" y="7276"/>
                    <a:pt x="29564" y="6647"/>
                  </a:cubicBezTo>
                  <a:cubicBezTo>
                    <a:pt x="29178" y="6550"/>
                    <a:pt x="28791" y="6501"/>
                    <a:pt x="28401" y="6501"/>
                  </a:cubicBezTo>
                  <a:cubicBezTo>
                    <a:pt x="26893" y="6501"/>
                    <a:pt x="25358" y="7228"/>
                    <a:pt x="23819" y="8673"/>
                  </a:cubicBezTo>
                  <a:cubicBezTo>
                    <a:pt x="23762" y="8726"/>
                    <a:pt x="23730" y="8800"/>
                    <a:pt x="23730" y="8878"/>
                  </a:cubicBezTo>
                  <a:lnTo>
                    <a:pt x="23730" y="24219"/>
                  </a:lnTo>
                  <a:lnTo>
                    <a:pt x="20671" y="30718"/>
                  </a:lnTo>
                  <a:cubicBezTo>
                    <a:pt x="20778" y="26590"/>
                    <a:pt x="21092" y="14025"/>
                    <a:pt x="21092" y="8750"/>
                  </a:cubicBezTo>
                  <a:cubicBezTo>
                    <a:pt x="21092" y="2823"/>
                    <a:pt x="20361" y="1"/>
                    <a:pt x="162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675;p36">
              <a:extLst>
                <a:ext uri="{FF2B5EF4-FFF2-40B4-BE49-F238E27FC236}">
                  <a16:creationId xmlns:a16="http://schemas.microsoft.com/office/drawing/2014/main" id="{9F23CE37-D2D2-09C9-A483-59CE918ED3D6}"/>
                </a:ext>
              </a:extLst>
            </p:cNvPr>
            <p:cNvSpPr/>
            <p:nvPr/>
          </p:nvSpPr>
          <p:spPr>
            <a:xfrm>
              <a:off x="5306375" y="3054025"/>
              <a:ext cx="33275" cy="193425"/>
            </a:xfrm>
            <a:custGeom>
              <a:avLst/>
              <a:gdLst/>
              <a:ahLst/>
              <a:cxnLst/>
              <a:rect l="l" t="t" r="r" b="b"/>
              <a:pathLst>
                <a:path w="1331" h="7737" extrusionOk="0">
                  <a:moveTo>
                    <a:pt x="975" y="0"/>
                  </a:moveTo>
                  <a:cubicBezTo>
                    <a:pt x="968" y="0"/>
                    <a:pt x="961" y="1"/>
                    <a:pt x="954" y="1"/>
                  </a:cubicBezTo>
                  <a:cubicBezTo>
                    <a:pt x="799" y="4"/>
                    <a:pt x="675" y="131"/>
                    <a:pt x="678" y="286"/>
                  </a:cubicBezTo>
                  <a:cubicBezTo>
                    <a:pt x="679" y="340"/>
                    <a:pt x="767" y="5618"/>
                    <a:pt x="75" y="7352"/>
                  </a:cubicBezTo>
                  <a:cubicBezTo>
                    <a:pt x="0" y="7535"/>
                    <a:pt x="137" y="7736"/>
                    <a:pt x="335" y="7736"/>
                  </a:cubicBezTo>
                  <a:cubicBezTo>
                    <a:pt x="450" y="7736"/>
                    <a:pt x="552" y="7666"/>
                    <a:pt x="595" y="7560"/>
                  </a:cubicBezTo>
                  <a:cubicBezTo>
                    <a:pt x="1331" y="5724"/>
                    <a:pt x="1244" y="497"/>
                    <a:pt x="1240" y="276"/>
                  </a:cubicBezTo>
                  <a:cubicBezTo>
                    <a:pt x="1238" y="128"/>
                    <a:pt x="1131" y="0"/>
                    <a:pt x="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676;p36">
              <a:extLst>
                <a:ext uri="{FF2B5EF4-FFF2-40B4-BE49-F238E27FC236}">
                  <a16:creationId xmlns:a16="http://schemas.microsoft.com/office/drawing/2014/main" id="{1F55ED25-7668-5115-3ECA-71382BB8105C}"/>
                </a:ext>
              </a:extLst>
            </p:cNvPr>
            <p:cNvSpPr/>
            <p:nvPr/>
          </p:nvSpPr>
          <p:spPr>
            <a:xfrm>
              <a:off x="5160000" y="2266900"/>
              <a:ext cx="170925" cy="242125"/>
            </a:xfrm>
            <a:custGeom>
              <a:avLst/>
              <a:gdLst/>
              <a:ahLst/>
              <a:cxnLst/>
              <a:rect l="l" t="t" r="r" b="b"/>
              <a:pathLst>
                <a:path w="6837" h="9685" extrusionOk="0">
                  <a:moveTo>
                    <a:pt x="2665" y="0"/>
                  </a:moveTo>
                  <a:cubicBezTo>
                    <a:pt x="1791" y="0"/>
                    <a:pt x="1052" y="488"/>
                    <a:pt x="430" y="1337"/>
                  </a:cubicBezTo>
                  <a:lnTo>
                    <a:pt x="616" y="1641"/>
                  </a:lnTo>
                  <a:cubicBezTo>
                    <a:pt x="616" y="1641"/>
                    <a:pt x="1" y="5535"/>
                    <a:pt x="1" y="6765"/>
                  </a:cubicBezTo>
                  <a:cubicBezTo>
                    <a:pt x="1" y="7994"/>
                    <a:pt x="206" y="8610"/>
                    <a:pt x="1845" y="9223"/>
                  </a:cubicBezTo>
                  <a:cubicBezTo>
                    <a:pt x="2664" y="9531"/>
                    <a:pt x="3587" y="9685"/>
                    <a:pt x="4356" y="9685"/>
                  </a:cubicBezTo>
                  <a:cubicBezTo>
                    <a:pt x="5124" y="9685"/>
                    <a:pt x="5739" y="9531"/>
                    <a:pt x="5945" y="9223"/>
                  </a:cubicBezTo>
                  <a:cubicBezTo>
                    <a:pt x="6355" y="8610"/>
                    <a:pt x="6560" y="6149"/>
                    <a:pt x="6765" y="4305"/>
                  </a:cubicBezTo>
                  <a:cubicBezTo>
                    <a:pt x="6802" y="3965"/>
                    <a:pt x="6823" y="3601"/>
                    <a:pt x="6836" y="3232"/>
                  </a:cubicBezTo>
                  <a:cubicBezTo>
                    <a:pt x="6262" y="880"/>
                    <a:pt x="5031" y="0"/>
                    <a:pt x="2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677;p36">
              <a:extLst>
                <a:ext uri="{FF2B5EF4-FFF2-40B4-BE49-F238E27FC236}">
                  <a16:creationId xmlns:a16="http://schemas.microsoft.com/office/drawing/2014/main" id="{D5AD15CA-E9BF-6DBA-BE0F-B0FE1639C57E}"/>
                </a:ext>
              </a:extLst>
            </p:cNvPr>
            <p:cNvSpPr/>
            <p:nvPr/>
          </p:nvSpPr>
          <p:spPr>
            <a:xfrm>
              <a:off x="5152950" y="2259875"/>
              <a:ext cx="185025" cy="256225"/>
            </a:xfrm>
            <a:custGeom>
              <a:avLst/>
              <a:gdLst/>
              <a:ahLst/>
              <a:cxnLst/>
              <a:rect l="l" t="t" r="r" b="b"/>
              <a:pathLst>
                <a:path w="7401" h="10249" extrusionOk="0">
                  <a:moveTo>
                    <a:pt x="2947" y="562"/>
                  </a:moveTo>
                  <a:cubicBezTo>
                    <a:pt x="5208" y="562"/>
                    <a:pt x="6301" y="1398"/>
                    <a:pt x="6836" y="3542"/>
                  </a:cubicBezTo>
                  <a:cubicBezTo>
                    <a:pt x="6820" y="3953"/>
                    <a:pt x="6799" y="4277"/>
                    <a:pt x="6766" y="4555"/>
                  </a:cubicBezTo>
                  <a:lnTo>
                    <a:pt x="6680" y="5361"/>
                  </a:lnTo>
                  <a:cubicBezTo>
                    <a:pt x="6514" y="6929"/>
                    <a:pt x="6306" y="8878"/>
                    <a:pt x="5993" y="9349"/>
                  </a:cubicBezTo>
                  <a:cubicBezTo>
                    <a:pt x="5855" y="9557"/>
                    <a:pt x="5333" y="9689"/>
                    <a:pt x="4632" y="9689"/>
                  </a:cubicBezTo>
                  <a:cubicBezTo>
                    <a:pt x="3938" y="9689"/>
                    <a:pt x="3069" y="9559"/>
                    <a:pt x="2225" y="9243"/>
                  </a:cubicBezTo>
                  <a:cubicBezTo>
                    <a:pt x="713" y="8675"/>
                    <a:pt x="562" y="8163"/>
                    <a:pt x="562" y="7045"/>
                  </a:cubicBezTo>
                  <a:cubicBezTo>
                    <a:pt x="562" y="5851"/>
                    <a:pt x="1169" y="2004"/>
                    <a:pt x="1174" y="1965"/>
                  </a:cubicBezTo>
                  <a:cubicBezTo>
                    <a:pt x="1185" y="1899"/>
                    <a:pt x="1172" y="1831"/>
                    <a:pt x="1137" y="1774"/>
                  </a:cubicBezTo>
                  <a:lnTo>
                    <a:pt x="1053" y="1636"/>
                  </a:lnTo>
                  <a:cubicBezTo>
                    <a:pt x="1618" y="923"/>
                    <a:pt x="2255" y="562"/>
                    <a:pt x="2947" y="562"/>
                  </a:cubicBezTo>
                  <a:close/>
                  <a:moveTo>
                    <a:pt x="2947" y="1"/>
                  </a:moveTo>
                  <a:cubicBezTo>
                    <a:pt x="2019" y="1"/>
                    <a:pt x="1191" y="489"/>
                    <a:pt x="485" y="1452"/>
                  </a:cubicBezTo>
                  <a:cubicBezTo>
                    <a:pt x="418" y="1544"/>
                    <a:pt x="414" y="1668"/>
                    <a:pt x="473" y="1765"/>
                  </a:cubicBezTo>
                  <a:lnTo>
                    <a:pt x="604" y="1980"/>
                  </a:lnTo>
                  <a:cubicBezTo>
                    <a:pt x="505" y="2616"/>
                    <a:pt x="1" y="5905"/>
                    <a:pt x="1" y="7045"/>
                  </a:cubicBezTo>
                  <a:cubicBezTo>
                    <a:pt x="1" y="8402"/>
                    <a:pt x="294" y="9117"/>
                    <a:pt x="2028" y="9767"/>
                  </a:cubicBezTo>
                  <a:cubicBezTo>
                    <a:pt x="2846" y="10075"/>
                    <a:pt x="3809" y="10249"/>
                    <a:pt x="4640" y="10249"/>
                  </a:cubicBezTo>
                  <a:cubicBezTo>
                    <a:pt x="5483" y="10249"/>
                    <a:pt x="6189" y="10068"/>
                    <a:pt x="6461" y="9661"/>
                  </a:cubicBezTo>
                  <a:cubicBezTo>
                    <a:pt x="6823" y="9117"/>
                    <a:pt x="7012" y="7560"/>
                    <a:pt x="7240" y="5421"/>
                  </a:cubicBezTo>
                  <a:lnTo>
                    <a:pt x="7326" y="4617"/>
                  </a:lnTo>
                  <a:cubicBezTo>
                    <a:pt x="7360" y="4316"/>
                    <a:pt x="7383" y="3968"/>
                    <a:pt x="7399" y="3524"/>
                  </a:cubicBezTo>
                  <a:cubicBezTo>
                    <a:pt x="7400" y="3497"/>
                    <a:pt x="7397" y="3472"/>
                    <a:pt x="7391" y="3447"/>
                  </a:cubicBezTo>
                  <a:cubicBezTo>
                    <a:pt x="6792" y="999"/>
                    <a:pt x="5505" y="1"/>
                    <a:pt x="29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678;p36">
              <a:extLst>
                <a:ext uri="{FF2B5EF4-FFF2-40B4-BE49-F238E27FC236}">
                  <a16:creationId xmlns:a16="http://schemas.microsoft.com/office/drawing/2014/main" id="{0E16BFB9-6727-A72C-FC0B-AE8B7AC1DCF0}"/>
                </a:ext>
              </a:extLst>
            </p:cNvPr>
            <p:cNvSpPr/>
            <p:nvPr/>
          </p:nvSpPr>
          <p:spPr>
            <a:xfrm>
              <a:off x="5413550" y="2751800"/>
              <a:ext cx="158475" cy="122125"/>
            </a:xfrm>
            <a:custGeom>
              <a:avLst/>
              <a:gdLst/>
              <a:ahLst/>
              <a:cxnLst/>
              <a:rect l="l" t="t" r="r" b="b"/>
              <a:pathLst>
                <a:path w="6339" h="4885" extrusionOk="0">
                  <a:moveTo>
                    <a:pt x="6058" y="0"/>
                  </a:moveTo>
                  <a:cubicBezTo>
                    <a:pt x="6056" y="0"/>
                    <a:pt x="6053" y="0"/>
                    <a:pt x="6051" y="0"/>
                  </a:cubicBezTo>
                  <a:cubicBezTo>
                    <a:pt x="1595" y="0"/>
                    <a:pt x="75" y="4472"/>
                    <a:pt x="60" y="4517"/>
                  </a:cubicBezTo>
                  <a:cubicBezTo>
                    <a:pt x="1" y="4699"/>
                    <a:pt x="136" y="4885"/>
                    <a:pt x="327" y="4885"/>
                  </a:cubicBezTo>
                  <a:cubicBezTo>
                    <a:pt x="449" y="4885"/>
                    <a:pt x="555" y="4807"/>
                    <a:pt x="593" y="4692"/>
                  </a:cubicBezTo>
                  <a:cubicBezTo>
                    <a:pt x="606" y="4652"/>
                    <a:pt x="1996" y="561"/>
                    <a:pt x="6051" y="561"/>
                  </a:cubicBezTo>
                  <a:cubicBezTo>
                    <a:pt x="6053" y="561"/>
                    <a:pt x="6056" y="561"/>
                    <a:pt x="6058" y="561"/>
                  </a:cubicBezTo>
                  <a:cubicBezTo>
                    <a:pt x="6213" y="561"/>
                    <a:pt x="6338" y="436"/>
                    <a:pt x="6338" y="281"/>
                  </a:cubicBezTo>
                  <a:cubicBezTo>
                    <a:pt x="6338" y="125"/>
                    <a:pt x="6213" y="0"/>
                    <a:pt x="60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679;p36">
              <a:extLst>
                <a:ext uri="{FF2B5EF4-FFF2-40B4-BE49-F238E27FC236}">
                  <a16:creationId xmlns:a16="http://schemas.microsoft.com/office/drawing/2014/main" id="{58C2AD58-D141-3F42-BCFA-F1DA458DFD69}"/>
                </a:ext>
              </a:extLst>
            </p:cNvPr>
            <p:cNvSpPr/>
            <p:nvPr/>
          </p:nvSpPr>
          <p:spPr>
            <a:xfrm>
              <a:off x="5710750" y="2765075"/>
              <a:ext cx="221125" cy="186625"/>
            </a:xfrm>
            <a:custGeom>
              <a:avLst/>
              <a:gdLst/>
              <a:ahLst/>
              <a:cxnLst/>
              <a:rect l="l" t="t" r="r" b="b"/>
              <a:pathLst>
                <a:path w="8845" h="7465" extrusionOk="0">
                  <a:moveTo>
                    <a:pt x="585" y="0"/>
                  </a:moveTo>
                  <a:cubicBezTo>
                    <a:pt x="406" y="0"/>
                    <a:pt x="290" y="10"/>
                    <a:pt x="269" y="12"/>
                  </a:cubicBezTo>
                  <a:cubicBezTo>
                    <a:pt x="113" y="26"/>
                    <a:pt x="0" y="163"/>
                    <a:pt x="14" y="316"/>
                  </a:cubicBezTo>
                  <a:cubicBezTo>
                    <a:pt x="26" y="464"/>
                    <a:pt x="162" y="572"/>
                    <a:pt x="297" y="572"/>
                  </a:cubicBezTo>
                  <a:cubicBezTo>
                    <a:pt x="304" y="572"/>
                    <a:pt x="311" y="572"/>
                    <a:pt x="318" y="571"/>
                  </a:cubicBezTo>
                  <a:cubicBezTo>
                    <a:pt x="324" y="571"/>
                    <a:pt x="416" y="563"/>
                    <a:pt x="569" y="563"/>
                  </a:cubicBezTo>
                  <a:cubicBezTo>
                    <a:pt x="1211" y="563"/>
                    <a:pt x="2912" y="699"/>
                    <a:pt x="3601" y="2077"/>
                  </a:cubicBezTo>
                  <a:cubicBezTo>
                    <a:pt x="4514" y="3905"/>
                    <a:pt x="4755" y="5994"/>
                    <a:pt x="4758" y="6015"/>
                  </a:cubicBezTo>
                  <a:cubicBezTo>
                    <a:pt x="4772" y="6143"/>
                    <a:pt x="4871" y="6245"/>
                    <a:pt x="5000" y="6261"/>
                  </a:cubicBezTo>
                  <a:cubicBezTo>
                    <a:pt x="5020" y="6264"/>
                    <a:pt x="6961" y="6533"/>
                    <a:pt x="8391" y="7423"/>
                  </a:cubicBezTo>
                  <a:cubicBezTo>
                    <a:pt x="8435" y="7450"/>
                    <a:pt x="8487" y="7465"/>
                    <a:pt x="8539" y="7465"/>
                  </a:cubicBezTo>
                  <a:cubicBezTo>
                    <a:pt x="8665" y="7465"/>
                    <a:pt x="8775" y="7381"/>
                    <a:pt x="8809" y="7261"/>
                  </a:cubicBezTo>
                  <a:cubicBezTo>
                    <a:pt x="8844" y="7140"/>
                    <a:pt x="8794" y="7012"/>
                    <a:pt x="8688" y="6945"/>
                  </a:cubicBezTo>
                  <a:cubicBezTo>
                    <a:pt x="7426" y="6160"/>
                    <a:pt x="5855" y="5835"/>
                    <a:pt x="5288" y="5738"/>
                  </a:cubicBezTo>
                  <a:cubicBezTo>
                    <a:pt x="5202" y="5143"/>
                    <a:pt x="4897" y="3416"/>
                    <a:pt x="4102" y="1826"/>
                  </a:cubicBezTo>
                  <a:cubicBezTo>
                    <a:pt x="3274" y="171"/>
                    <a:pt x="1348" y="0"/>
                    <a:pt x="5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680;p36">
              <a:extLst>
                <a:ext uri="{FF2B5EF4-FFF2-40B4-BE49-F238E27FC236}">
                  <a16:creationId xmlns:a16="http://schemas.microsoft.com/office/drawing/2014/main" id="{F885F5B2-F0E7-56AD-0680-23334CEEB6B1}"/>
                </a:ext>
              </a:extLst>
            </p:cNvPr>
            <p:cNvSpPr/>
            <p:nvPr/>
          </p:nvSpPr>
          <p:spPr>
            <a:xfrm>
              <a:off x="5933675" y="3011225"/>
              <a:ext cx="92075" cy="266975"/>
            </a:xfrm>
            <a:custGeom>
              <a:avLst/>
              <a:gdLst/>
              <a:ahLst/>
              <a:cxnLst/>
              <a:rect l="l" t="t" r="r" b="b"/>
              <a:pathLst>
                <a:path w="3683" h="10679" extrusionOk="0">
                  <a:moveTo>
                    <a:pt x="1607" y="1"/>
                  </a:moveTo>
                  <a:cubicBezTo>
                    <a:pt x="1528" y="1"/>
                    <a:pt x="1450" y="34"/>
                    <a:pt x="1395" y="100"/>
                  </a:cubicBezTo>
                  <a:cubicBezTo>
                    <a:pt x="1295" y="216"/>
                    <a:pt x="1306" y="390"/>
                    <a:pt x="1421" y="492"/>
                  </a:cubicBezTo>
                  <a:cubicBezTo>
                    <a:pt x="1437" y="506"/>
                    <a:pt x="3053" y="1925"/>
                    <a:pt x="2596" y="3753"/>
                  </a:cubicBezTo>
                  <a:cubicBezTo>
                    <a:pt x="2103" y="5729"/>
                    <a:pt x="103" y="10239"/>
                    <a:pt x="82" y="10285"/>
                  </a:cubicBezTo>
                  <a:cubicBezTo>
                    <a:pt x="0" y="10469"/>
                    <a:pt x="136" y="10679"/>
                    <a:pt x="339" y="10679"/>
                  </a:cubicBezTo>
                  <a:cubicBezTo>
                    <a:pt x="449" y="10679"/>
                    <a:pt x="550" y="10614"/>
                    <a:pt x="595" y="10513"/>
                  </a:cubicBezTo>
                  <a:cubicBezTo>
                    <a:pt x="679" y="10325"/>
                    <a:pt x="2635" y="5913"/>
                    <a:pt x="3141" y="3888"/>
                  </a:cubicBezTo>
                  <a:cubicBezTo>
                    <a:pt x="3683" y="1721"/>
                    <a:pt x="1864" y="133"/>
                    <a:pt x="1786" y="66"/>
                  </a:cubicBezTo>
                  <a:cubicBezTo>
                    <a:pt x="1734" y="22"/>
                    <a:pt x="1670" y="1"/>
                    <a:pt x="16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681;p36">
              <a:extLst>
                <a:ext uri="{FF2B5EF4-FFF2-40B4-BE49-F238E27FC236}">
                  <a16:creationId xmlns:a16="http://schemas.microsoft.com/office/drawing/2014/main" id="{A4BD3A8F-C9AC-9268-7DC5-AD6EECA7B808}"/>
                </a:ext>
              </a:extLst>
            </p:cNvPr>
            <p:cNvSpPr/>
            <p:nvPr/>
          </p:nvSpPr>
          <p:spPr>
            <a:xfrm>
              <a:off x="1333925" y="2122500"/>
              <a:ext cx="2569675" cy="3130075"/>
            </a:xfrm>
            <a:custGeom>
              <a:avLst/>
              <a:gdLst/>
              <a:ahLst/>
              <a:cxnLst/>
              <a:rect l="l" t="t" r="r" b="b"/>
              <a:pathLst>
                <a:path w="102787" h="125203" extrusionOk="0">
                  <a:moveTo>
                    <a:pt x="45550" y="0"/>
                  </a:moveTo>
                  <a:cubicBezTo>
                    <a:pt x="45231" y="0"/>
                    <a:pt x="44915" y="119"/>
                    <a:pt x="44633" y="376"/>
                  </a:cubicBezTo>
                  <a:cubicBezTo>
                    <a:pt x="43282" y="1608"/>
                    <a:pt x="37053" y="8243"/>
                    <a:pt x="35248" y="11303"/>
                  </a:cubicBezTo>
                  <a:cubicBezTo>
                    <a:pt x="33689" y="13949"/>
                    <a:pt x="30021" y="20447"/>
                    <a:pt x="29058" y="22157"/>
                  </a:cubicBezTo>
                  <a:lnTo>
                    <a:pt x="29058" y="22157"/>
                  </a:lnTo>
                  <a:cubicBezTo>
                    <a:pt x="29484" y="21343"/>
                    <a:pt x="30309" y="19462"/>
                    <a:pt x="29974" y="17635"/>
                  </a:cubicBezTo>
                  <a:cubicBezTo>
                    <a:pt x="29615" y="15678"/>
                    <a:pt x="28399" y="14042"/>
                    <a:pt x="27335" y="14042"/>
                  </a:cubicBezTo>
                  <a:cubicBezTo>
                    <a:pt x="27081" y="14042"/>
                    <a:pt x="26836" y="14135"/>
                    <a:pt x="26613" y="14338"/>
                  </a:cubicBezTo>
                  <a:cubicBezTo>
                    <a:pt x="25456" y="15395"/>
                    <a:pt x="25042" y="20367"/>
                    <a:pt x="23447" y="22882"/>
                  </a:cubicBezTo>
                  <a:cubicBezTo>
                    <a:pt x="21853" y="25396"/>
                    <a:pt x="22293" y="35955"/>
                    <a:pt x="22753" y="38009"/>
                  </a:cubicBezTo>
                  <a:cubicBezTo>
                    <a:pt x="23213" y="40064"/>
                    <a:pt x="32426" y="44740"/>
                    <a:pt x="34873" y="47810"/>
                  </a:cubicBezTo>
                  <a:cubicBezTo>
                    <a:pt x="37320" y="50880"/>
                    <a:pt x="36991" y="74159"/>
                    <a:pt x="35641" y="75392"/>
                  </a:cubicBezTo>
                  <a:cubicBezTo>
                    <a:pt x="34289" y="76625"/>
                    <a:pt x="0" y="100286"/>
                    <a:pt x="0" y="100286"/>
                  </a:cubicBezTo>
                  <a:lnTo>
                    <a:pt x="20712" y="125081"/>
                  </a:lnTo>
                  <a:cubicBezTo>
                    <a:pt x="20712" y="125081"/>
                    <a:pt x="20668" y="125202"/>
                    <a:pt x="20764" y="125202"/>
                  </a:cubicBezTo>
                  <a:cubicBezTo>
                    <a:pt x="21009" y="125202"/>
                    <a:pt x="22174" y="124398"/>
                    <a:pt x="27368" y="118642"/>
                  </a:cubicBezTo>
                  <a:cubicBezTo>
                    <a:pt x="34575" y="110655"/>
                    <a:pt x="50591" y="96045"/>
                    <a:pt x="55415" y="91645"/>
                  </a:cubicBezTo>
                  <a:cubicBezTo>
                    <a:pt x="60239" y="87244"/>
                    <a:pt x="68292" y="80959"/>
                    <a:pt x="72152" y="77440"/>
                  </a:cubicBezTo>
                  <a:cubicBezTo>
                    <a:pt x="76011" y="73919"/>
                    <a:pt x="79853" y="70767"/>
                    <a:pt x="83253" y="65192"/>
                  </a:cubicBezTo>
                  <a:cubicBezTo>
                    <a:pt x="86651" y="59618"/>
                    <a:pt x="91861" y="54865"/>
                    <a:pt x="95227" y="50028"/>
                  </a:cubicBezTo>
                  <a:cubicBezTo>
                    <a:pt x="98591" y="45192"/>
                    <a:pt x="100856" y="44187"/>
                    <a:pt x="101821" y="43306"/>
                  </a:cubicBezTo>
                  <a:cubicBezTo>
                    <a:pt x="102787" y="42426"/>
                    <a:pt x="101957" y="40354"/>
                    <a:pt x="98846" y="39657"/>
                  </a:cubicBezTo>
                  <a:cubicBezTo>
                    <a:pt x="98287" y="39531"/>
                    <a:pt x="97713" y="39477"/>
                    <a:pt x="97137" y="39477"/>
                  </a:cubicBezTo>
                  <a:cubicBezTo>
                    <a:pt x="94509" y="39477"/>
                    <a:pt x="91848" y="40610"/>
                    <a:pt x="90451" y="41305"/>
                  </a:cubicBezTo>
                  <a:cubicBezTo>
                    <a:pt x="88749" y="42151"/>
                    <a:pt x="86240" y="44439"/>
                    <a:pt x="84452" y="47130"/>
                  </a:cubicBezTo>
                  <a:cubicBezTo>
                    <a:pt x="82665" y="49821"/>
                    <a:pt x="75876" y="56719"/>
                    <a:pt x="74208" y="56828"/>
                  </a:cubicBezTo>
                  <a:cubicBezTo>
                    <a:pt x="74187" y="56829"/>
                    <a:pt x="74165" y="56830"/>
                    <a:pt x="74142" y="56830"/>
                  </a:cubicBezTo>
                  <a:cubicBezTo>
                    <a:pt x="72320" y="56830"/>
                    <a:pt x="63650" y="52640"/>
                    <a:pt x="61480" y="52175"/>
                  </a:cubicBezTo>
                  <a:cubicBezTo>
                    <a:pt x="59284" y="51705"/>
                    <a:pt x="56837" y="48634"/>
                    <a:pt x="57324" y="46068"/>
                  </a:cubicBezTo>
                  <a:cubicBezTo>
                    <a:pt x="57812" y="43503"/>
                    <a:pt x="56881" y="43644"/>
                    <a:pt x="61421" y="37382"/>
                  </a:cubicBezTo>
                  <a:cubicBezTo>
                    <a:pt x="64943" y="32522"/>
                    <a:pt x="65151" y="31965"/>
                    <a:pt x="65068" y="31958"/>
                  </a:cubicBezTo>
                  <a:lnTo>
                    <a:pt x="65068" y="31958"/>
                  </a:lnTo>
                  <a:cubicBezTo>
                    <a:pt x="65349" y="31797"/>
                    <a:pt x="66438" y="31192"/>
                    <a:pt x="68207" y="30485"/>
                  </a:cubicBezTo>
                  <a:cubicBezTo>
                    <a:pt x="70279" y="29655"/>
                    <a:pt x="73912" y="27049"/>
                    <a:pt x="73912" y="27049"/>
                  </a:cubicBezTo>
                  <a:cubicBezTo>
                    <a:pt x="73912" y="27049"/>
                    <a:pt x="81182" y="25720"/>
                    <a:pt x="83339" y="23046"/>
                  </a:cubicBezTo>
                  <a:cubicBezTo>
                    <a:pt x="85347" y="20556"/>
                    <a:pt x="83960" y="18712"/>
                    <a:pt x="82555" y="18712"/>
                  </a:cubicBezTo>
                  <a:cubicBezTo>
                    <a:pt x="82451" y="18712"/>
                    <a:pt x="82347" y="18722"/>
                    <a:pt x="82244" y="18743"/>
                  </a:cubicBezTo>
                  <a:cubicBezTo>
                    <a:pt x="80750" y="19045"/>
                    <a:pt x="74268" y="19301"/>
                    <a:pt x="69965" y="20398"/>
                  </a:cubicBezTo>
                  <a:cubicBezTo>
                    <a:pt x="65663" y="21495"/>
                    <a:pt x="59852" y="23261"/>
                    <a:pt x="59272" y="23788"/>
                  </a:cubicBezTo>
                  <a:cubicBezTo>
                    <a:pt x="58693" y="24317"/>
                    <a:pt x="50503" y="33554"/>
                    <a:pt x="50503" y="33554"/>
                  </a:cubicBezTo>
                  <a:lnTo>
                    <a:pt x="50236" y="31324"/>
                  </a:lnTo>
                  <a:lnTo>
                    <a:pt x="51307" y="20095"/>
                  </a:lnTo>
                  <a:lnTo>
                    <a:pt x="57533" y="13356"/>
                  </a:lnTo>
                  <a:cubicBezTo>
                    <a:pt x="57533" y="13356"/>
                    <a:pt x="63696" y="11975"/>
                    <a:pt x="66046" y="9126"/>
                  </a:cubicBezTo>
                  <a:cubicBezTo>
                    <a:pt x="68375" y="6301"/>
                    <a:pt x="68103" y="3254"/>
                    <a:pt x="67083" y="3254"/>
                  </a:cubicBezTo>
                  <a:cubicBezTo>
                    <a:pt x="67074" y="3254"/>
                    <a:pt x="67065" y="3254"/>
                    <a:pt x="67055" y="3255"/>
                  </a:cubicBezTo>
                  <a:cubicBezTo>
                    <a:pt x="65381" y="3345"/>
                    <a:pt x="57151" y="5574"/>
                    <a:pt x="55254" y="6596"/>
                  </a:cubicBezTo>
                  <a:cubicBezTo>
                    <a:pt x="53359" y="7618"/>
                    <a:pt x="43392" y="15295"/>
                    <a:pt x="42024" y="16896"/>
                  </a:cubicBezTo>
                  <a:cubicBezTo>
                    <a:pt x="40658" y="18496"/>
                    <a:pt x="38416" y="23015"/>
                    <a:pt x="38416" y="23015"/>
                  </a:cubicBezTo>
                  <a:cubicBezTo>
                    <a:pt x="38416" y="23015"/>
                    <a:pt x="39357" y="18621"/>
                    <a:pt x="39812" y="16793"/>
                  </a:cubicBezTo>
                  <a:cubicBezTo>
                    <a:pt x="40265" y="14966"/>
                    <a:pt x="47103" y="6961"/>
                    <a:pt x="47608" y="4025"/>
                  </a:cubicBezTo>
                  <a:cubicBezTo>
                    <a:pt x="48007" y="1703"/>
                    <a:pt x="46758" y="0"/>
                    <a:pt x="45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682;p36">
              <a:extLst>
                <a:ext uri="{FF2B5EF4-FFF2-40B4-BE49-F238E27FC236}">
                  <a16:creationId xmlns:a16="http://schemas.microsoft.com/office/drawing/2014/main" id="{37BFA3E3-82C3-E413-529B-6CD4B673C550}"/>
                </a:ext>
              </a:extLst>
            </p:cNvPr>
            <p:cNvSpPr/>
            <p:nvPr/>
          </p:nvSpPr>
          <p:spPr>
            <a:xfrm>
              <a:off x="1329950" y="2115525"/>
              <a:ext cx="2568500" cy="3144175"/>
            </a:xfrm>
            <a:custGeom>
              <a:avLst/>
              <a:gdLst/>
              <a:ahLst/>
              <a:cxnLst/>
              <a:rect l="l" t="t" r="r" b="b"/>
              <a:pathLst>
                <a:path w="102740" h="125767" extrusionOk="0">
                  <a:moveTo>
                    <a:pt x="65176" y="32355"/>
                  </a:moveTo>
                  <a:lnTo>
                    <a:pt x="65292" y="32509"/>
                  </a:lnTo>
                  <a:cubicBezTo>
                    <a:pt x="65270" y="32515"/>
                    <a:pt x="65247" y="32518"/>
                    <a:pt x="65225" y="32518"/>
                  </a:cubicBezTo>
                  <a:cubicBezTo>
                    <a:pt x="65170" y="32518"/>
                    <a:pt x="65117" y="32501"/>
                    <a:pt x="65072" y="32469"/>
                  </a:cubicBezTo>
                  <a:lnTo>
                    <a:pt x="65176" y="32355"/>
                  </a:lnTo>
                  <a:close/>
                  <a:moveTo>
                    <a:pt x="45712" y="0"/>
                  </a:moveTo>
                  <a:cubicBezTo>
                    <a:pt x="45314" y="0"/>
                    <a:pt x="44928" y="151"/>
                    <a:pt x="44602" y="447"/>
                  </a:cubicBezTo>
                  <a:cubicBezTo>
                    <a:pt x="43323" y="1616"/>
                    <a:pt x="37030" y="8278"/>
                    <a:pt x="35166" y="11440"/>
                  </a:cubicBezTo>
                  <a:cubicBezTo>
                    <a:pt x="34075" y="13290"/>
                    <a:pt x="31934" y="17059"/>
                    <a:pt x="30423" y="19730"/>
                  </a:cubicBezTo>
                  <a:cubicBezTo>
                    <a:pt x="30511" y="19132"/>
                    <a:pt x="30525" y="18498"/>
                    <a:pt x="30409" y="17864"/>
                  </a:cubicBezTo>
                  <a:cubicBezTo>
                    <a:pt x="30080" y="16062"/>
                    <a:pt x="29051" y="14488"/>
                    <a:pt x="27964" y="14121"/>
                  </a:cubicBezTo>
                  <a:cubicBezTo>
                    <a:pt x="27806" y="14068"/>
                    <a:pt x="27649" y="14042"/>
                    <a:pt x="27497" y="14042"/>
                  </a:cubicBezTo>
                  <a:cubicBezTo>
                    <a:pt x="27164" y="14042"/>
                    <a:pt x="26850" y="14166"/>
                    <a:pt x="26584" y="14410"/>
                  </a:cubicBezTo>
                  <a:cubicBezTo>
                    <a:pt x="25951" y="14986"/>
                    <a:pt x="25557" y="16475"/>
                    <a:pt x="25101" y="18199"/>
                  </a:cubicBezTo>
                  <a:cubicBezTo>
                    <a:pt x="24657" y="19873"/>
                    <a:pt x="24155" y="21771"/>
                    <a:pt x="23369" y="23009"/>
                  </a:cubicBezTo>
                  <a:cubicBezTo>
                    <a:pt x="21710" y="25627"/>
                    <a:pt x="22191" y="36359"/>
                    <a:pt x="22638" y="38350"/>
                  </a:cubicBezTo>
                  <a:cubicBezTo>
                    <a:pt x="22905" y="39540"/>
                    <a:pt x="25494" y="41295"/>
                    <a:pt x="28492" y="43327"/>
                  </a:cubicBezTo>
                  <a:cubicBezTo>
                    <a:pt x="31043" y="45055"/>
                    <a:pt x="33681" y="46842"/>
                    <a:pt x="34814" y="48264"/>
                  </a:cubicBezTo>
                  <a:cubicBezTo>
                    <a:pt x="35826" y="49535"/>
                    <a:pt x="36495" y="55017"/>
                    <a:pt x="36559" y="62572"/>
                  </a:cubicBezTo>
                  <a:cubicBezTo>
                    <a:pt x="36620" y="69604"/>
                    <a:pt x="36108" y="75010"/>
                    <a:pt x="35610" y="75463"/>
                  </a:cubicBezTo>
                  <a:cubicBezTo>
                    <a:pt x="34289" y="76669"/>
                    <a:pt x="343" y="100099"/>
                    <a:pt x="0" y="100335"/>
                  </a:cubicBezTo>
                  <a:lnTo>
                    <a:pt x="321" y="100796"/>
                  </a:lnTo>
                  <a:cubicBezTo>
                    <a:pt x="1721" y="99829"/>
                    <a:pt x="34641" y="77109"/>
                    <a:pt x="35990" y="75879"/>
                  </a:cubicBezTo>
                  <a:cubicBezTo>
                    <a:pt x="37631" y="74383"/>
                    <a:pt x="37687" y="50968"/>
                    <a:pt x="35254" y="47915"/>
                  </a:cubicBezTo>
                  <a:cubicBezTo>
                    <a:pt x="34068" y="46427"/>
                    <a:pt x="31394" y="44615"/>
                    <a:pt x="28809" y="42863"/>
                  </a:cubicBezTo>
                  <a:cubicBezTo>
                    <a:pt x="26152" y="41062"/>
                    <a:pt x="23405" y="39200"/>
                    <a:pt x="23187" y="38228"/>
                  </a:cubicBezTo>
                  <a:cubicBezTo>
                    <a:pt x="22686" y="35996"/>
                    <a:pt x="22356" y="25659"/>
                    <a:pt x="23845" y="23310"/>
                  </a:cubicBezTo>
                  <a:cubicBezTo>
                    <a:pt x="24676" y="21999"/>
                    <a:pt x="25190" y="20057"/>
                    <a:pt x="25645" y="18342"/>
                  </a:cubicBezTo>
                  <a:cubicBezTo>
                    <a:pt x="26060" y="16772"/>
                    <a:pt x="26453" y="15289"/>
                    <a:pt x="26963" y="14825"/>
                  </a:cubicBezTo>
                  <a:cubicBezTo>
                    <a:pt x="27126" y="14676"/>
                    <a:pt x="27301" y="14601"/>
                    <a:pt x="27494" y="14601"/>
                  </a:cubicBezTo>
                  <a:cubicBezTo>
                    <a:pt x="27587" y="14601"/>
                    <a:pt x="27683" y="14618"/>
                    <a:pt x="27784" y="14652"/>
                  </a:cubicBezTo>
                  <a:cubicBezTo>
                    <a:pt x="28554" y="14913"/>
                    <a:pt x="29541" y="16223"/>
                    <a:pt x="29859" y="17964"/>
                  </a:cubicBezTo>
                  <a:cubicBezTo>
                    <a:pt x="30180" y="19719"/>
                    <a:pt x="29361" y="21561"/>
                    <a:pt x="28956" y="22330"/>
                  </a:cubicBezTo>
                  <a:cubicBezTo>
                    <a:pt x="28822" y="22568"/>
                    <a:pt x="28745" y="22705"/>
                    <a:pt x="28739" y="22715"/>
                  </a:cubicBezTo>
                  <a:lnTo>
                    <a:pt x="29221" y="23003"/>
                  </a:lnTo>
                  <a:cubicBezTo>
                    <a:pt x="29237" y="22977"/>
                    <a:pt x="29344" y="22807"/>
                    <a:pt x="29488" y="22531"/>
                  </a:cubicBezTo>
                  <a:cubicBezTo>
                    <a:pt x="30489" y="20754"/>
                    <a:pt x="34115" y="14330"/>
                    <a:pt x="35652" y="11725"/>
                  </a:cubicBezTo>
                  <a:cubicBezTo>
                    <a:pt x="37454" y="8668"/>
                    <a:pt x="43758" y="1980"/>
                    <a:pt x="44983" y="863"/>
                  </a:cubicBezTo>
                  <a:cubicBezTo>
                    <a:pt x="45203" y="661"/>
                    <a:pt x="45452" y="560"/>
                    <a:pt x="45712" y="560"/>
                  </a:cubicBezTo>
                  <a:cubicBezTo>
                    <a:pt x="45900" y="560"/>
                    <a:pt x="46093" y="612"/>
                    <a:pt x="46287" y="718"/>
                  </a:cubicBezTo>
                  <a:cubicBezTo>
                    <a:pt x="47111" y="1169"/>
                    <a:pt x="47789" y="2529"/>
                    <a:pt x="47492" y="4257"/>
                  </a:cubicBezTo>
                  <a:cubicBezTo>
                    <a:pt x="47211" y="5889"/>
                    <a:pt x="44752" y="9353"/>
                    <a:pt x="42777" y="12135"/>
                  </a:cubicBezTo>
                  <a:cubicBezTo>
                    <a:pt x="41172" y="14396"/>
                    <a:pt x="39904" y="16181"/>
                    <a:pt x="39700" y="17004"/>
                  </a:cubicBezTo>
                  <a:cubicBezTo>
                    <a:pt x="39249" y="18815"/>
                    <a:pt x="38312" y="23192"/>
                    <a:pt x="38302" y="23235"/>
                  </a:cubicBezTo>
                  <a:lnTo>
                    <a:pt x="37833" y="25426"/>
                  </a:lnTo>
                  <a:lnTo>
                    <a:pt x="38829" y="23418"/>
                  </a:lnTo>
                  <a:cubicBezTo>
                    <a:pt x="38850" y="23374"/>
                    <a:pt x="41069" y="18913"/>
                    <a:pt x="42399" y="17356"/>
                  </a:cubicBezTo>
                  <a:cubicBezTo>
                    <a:pt x="43786" y="15733"/>
                    <a:pt x="53712" y="8111"/>
                    <a:pt x="55548" y="7121"/>
                  </a:cubicBezTo>
                  <a:cubicBezTo>
                    <a:pt x="57346" y="6152"/>
                    <a:pt x="65559" y="3903"/>
                    <a:pt x="67231" y="3814"/>
                  </a:cubicBezTo>
                  <a:cubicBezTo>
                    <a:pt x="67236" y="3814"/>
                    <a:pt x="67242" y="3814"/>
                    <a:pt x="67247" y="3814"/>
                  </a:cubicBezTo>
                  <a:cubicBezTo>
                    <a:pt x="67355" y="3814"/>
                    <a:pt x="67455" y="3902"/>
                    <a:pt x="67539" y="4071"/>
                  </a:cubicBezTo>
                  <a:cubicBezTo>
                    <a:pt x="67954" y="4890"/>
                    <a:pt x="67747" y="7094"/>
                    <a:pt x="65991" y="9225"/>
                  </a:cubicBezTo>
                  <a:cubicBezTo>
                    <a:pt x="63730" y="11966"/>
                    <a:pt x="57693" y="13347"/>
                    <a:pt x="57631" y="13360"/>
                  </a:cubicBezTo>
                  <a:lnTo>
                    <a:pt x="57546" y="13379"/>
                  </a:lnTo>
                  <a:lnTo>
                    <a:pt x="51196" y="20252"/>
                  </a:lnTo>
                  <a:lnTo>
                    <a:pt x="50117" y="31574"/>
                  </a:lnTo>
                  <a:lnTo>
                    <a:pt x="50114" y="31605"/>
                  </a:lnTo>
                  <a:lnTo>
                    <a:pt x="50460" y="34486"/>
                  </a:lnTo>
                  <a:lnTo>
                    <a:pt x="50874" y="34019"/>
                  </a:lnTo>
                  <a:cubicBezTo>
                    <a:pt x="53703" y="30827"/>
                    <a:pt x="59172" y="24685"/>
                    <a:pt x="59622" y="24275"/>
                  </a:cubicBezTo>
                  <a:cubicBezTo>
                    <a:pt x="60098" y="23840"/>
                    <a:pt x="65434" y="22162"/>
                    <a:pt x="70196" y="20948"/>
                  </a:cubicBezTo>
                  <a:cubicBezTo>
                    <a:pt x="73073" y="20214"/>
                    <a:pt x="77018" y="19851"/>
                    <a:pt x="79627" y="19613"/>
                  </a:cubicBezTo>
                  <a:cubicBezTo>
                    <a:pt x="80930" y="19493"/>
                    <a:pt x="81959" y="19398"/>
                    <a:pt x="82459" y="19297"/>
                  </a:cubicBezTo>
                  <a:cubicBezTo>
                    <a:pt x="82547" y="19279"/>
                    <a:pt x="82634" y="19270"/>
                    <a:pt x="82722" y="19270"/>
                  </a:cubicBezTo>
                  <a:cubicBezTo>
                    <a:pt x="83215" y="19270"/>
                    <a:pt x="83697" y="19547"/>
                    <a:pt x="83977" y="20008"/>
                  </a:cubicBezTo>
                  <a:cubicBezTo>
                    <a:pt x="84215" y="20399"/>
                    <a:pt x="84622" y="21486"/>
                    <a:pt x="83282" y="23147"/>
                  </a:cubicBezTo>
                  <a:cubicBezTo>
                    <a:pt x="81216" y="25710"/>
                    <a:pt x="74094" y="27039"/>
                    <a:pt x="74023" y="27052"/>
                  </a:cubicBezTo>
                  <a:lnTo>
                    <a:pt x="73909" y="27100"/>
                  </a:lnTo>
                  <a:cubicBezTo>
                    <a:pt x="73873" y="27125"/>
                    <a:pt x="70281" y="29695"/>
                    <a:pt x="68264" y="30503"/>
                  </a:cubicBezTo>
                  <a:cubicBezTo>
                    <a:pt x="66528" y="31198"/>
                    <a:pt x="65448" y="31788"/>
                    <a:pt x="65118" y="31976"/>
                  </a:cubicBezTo>
                  <a:cubicBezTo>
                    <a:pt x="65061" y="31998"/>
                    <a:pt x="65010" y="32030"/>
                    <a:pt x="64967" y="32072"/>
                  </a:cubicBezTo>
                  <a:lnTo>
                    <a:pt x="65102" y="32254"/>
                  </a:lnTo>
                  <a:lnTo>
                    <a:pt x="64964" y="32214"/>
                  </a:lnTo>
                  <a:cubicBezTo>
                    <a:pt x="64930" y="32333"/>
                    <a:pt x="64566" y="33064"/>
                    <a:pt x="61352" y="37497"/>
                  </a:cubicBezTo>
                  <a:cubicBezTo>
                    <a:pt x="57635" y="42623"/>
                    <a:pt x="57538" y="43548"/>
                    <a:pt x="57376" y="45081"/>
                  </a:cubicBezTo>
                  <a:cubicBezTo>
                    <a:pt x="57340" y="45425"/>
                    <a:pt x="57298" y="45816"/>
                    <a:pt x="57207" y="46295"/>
                  </a:cubicBezTo>
                  <a:cubicBezTo>
                    <a:pt x="56691" y="49016"/>
                    <a:pt x="59232" y="52226"/>
                    <a:pt x="61581" y="52730"/>
                  </a:cubicBezTo>
                  <a:cubicBezTo>
                    <a:pt x="62493" y="52925"/>
                    <a:pt x="64636" y="53818"/>
                    <a:pt x="66907" y="54764"/>
                  </a:cubicBezTo>
                  <a:cubicBezTo>
                    <a:pt x="70006" y="56054"/>
                    <a:pt x="73210" y="57390"/>
                    <a:pt x="74308" y="57390"/>
                  </a:cubicBezTo>
                  <a:cubicBezTo>
                    <a:pt x="74335" y="57390"/>
                    <a:pt x="74360" y="57389"/>
                    <a:pt x="74384" y="57388"/>
                  </a:cubicBezTo>
                  <a:cubicBezTo>
                    <a:pt x="76211" y="57269"/>
                    <a:pt x="83099" y="50192"/>
                    <a:pt x="84845" y="47564"/>
                  </a:cubicBezTo>
                  <a:cubicBezTo>
                    <a:pt x="86753" y="44691"/>
                    <a:pt x="89236" y="42580"/>
                    <a:pt x="90734" y="41835"/>
                  </a:cubicBezTo>
                  <a:cubicBezTo>
                    <a:pt x="92204" y="41105"/>
                    <a:pt x="94783" y="40038"/>
                    <a:pt x="97294" y="40038"/>
                  </a:cubicBezTo>
                  <a:cubicBezTo>
                    <a:pt x="97852" y="40038"/>
                    <a:pt x="98405" y="40090"/>
                    <a:pt x="98943" y="40211"/>
                  </a:cubicBezTo>
                  <a:cubicBezTo>
                    <a:pt x="100915" y="40652"/>
                    <a:pt x="101833" y="41622"/>
                    <a:pt x="102035" y="42383"/>
                  </a:cubicBezTo>
                  <a:cubicBezTo>
                    <a:pt x="102141" y="42783"/>
                    <a:pt x="102055" y="43137"/>
                    <a:pt x="101791" y="43378"/>
                  </a:cubicBezTo>
                  <a:cubicBezTo>
                    <a:pt x="101596" y="43555"/>
                    <a:pt x="101342" y="43741"/>
                    <a:pt x="101019" y="43976"/>
                  </a:cubicBezTo>
                  <a:cubicBezTo>
                    <a:pt x="99825" y="44847"/>
                    <a:pt x="97827" y="46304"/>
                    <a:pt x="95155" y="50148"/>
                  </a:cubicBezTo>
                  <a:cubicBezTo>
                    <a:pt x="93710" y="52224"/>
                    <a:pt x="91946" y="54259"/>
                    <a:pt x="90077" y="56414"/>
                  </a:cubicBezTo>
                  <a:cubicBezTo>
                    <a:pt x="87638" y="59228"/>
                    <a:pt x="85116" y="62138"/>
                    <a:pt x="83172" y="65325"/>
                  </a:cubicBezTo>
                  <a:cubicBezTo>
                    <a:pt x="80172" y="70246"/>
                    <a:pt x="76887" y="73209"/>
                    <a:pt x="73409" y="76345"/>
                  </a:cubicBezTo>
                  <a:cubicBezTo>
                    <a:pt x="72980" y="76731"/>
                    <a:pt x="72551" y="77118"/>
                    <a:pt x="72122" y="77511"/>
                  </a:cubicBezTo>
                  <a:cubicBezTo>
                    <a:pt x="70304" y="79169"/>
                    <a:pt x="67553" y="81442"/>
                    <a:pt x="64640" y="83849"/>
                  </a:cubicBezTo>
                  <a:cubicBezTo>
                    <a:pt x="61343" y="86574"/>
                    <a:pt x="57936" y="89390"/>
                    <a:pt x="55377" y="91723"/>
                  </a:cubicBezTo>
                  <a:cubicBezTo>
                    <a:pt x="41545" y="104341"/>
                    <a:pt x="32104" y="113428"/>
                    <a:pt x="27317" y="118734"/>
                  </a:cubicBezTo>
                  <a:cubicBezTo>
                    <a:pt x="22078" y="124541"/>
                    <a:pt x="21078" y="125154"/>
                    <a:pt x="20896" y="125204"/>
                  </a:cubicBezTo>
                  <a:cubicBezTo>
                    <a:pt x="20903" y="125202"/>
                    <a:pt x="20912" y="125201"/>
                    <a:pt x="20924" y="125201"/>
                  </a:cubicBezTo>
                  <a:cubicBezTo>
                    <a:pt x="20965" y="125201"/>
                    <a:pt x="21030" y="125216"/>
                    <a:pt x="21082" y="125274"/>
                  </a:cubicBezTo>
                  <a:cubicBezTo>
                    <a:pt x="21132" y="125327"/>
                    <a:pt x="21154" y="125403"/>
                    <a:pt x="21135" y="125455"/>
                  </a:cubicBezTo>
                  <a:lnTo>
                    <a:pt x="20606" y="125266"/>
                  </a:lnTo>
                  <a:lnTo>
                    <a:pt x="20606" y="125266"/>
                  </a:lnTo>
                  <a:cubicBezTo>
                    <a:pt x="20543" y="125447"/>
                    <a:pt x="20597" y="125627"/>
                    <a:pt x="20742" y="125714"/>
                  </a:cubicBezTo>
                  <a:cubicBezTo>
                    <a:pt x="20787" y="125739"/>
                    <a:pt x="20831" y="125766"/>
                    <a:pt x="20904" y="125766"/>
                  </a:cubicBezTo>
                  <a:cubicBezTo>
                    <a:pt x="21289" y="125766"/>
                    <a:pt x="22421" y="125000"/>
                    <a:pt x="27734" y="119110"/>
                  </a:cubicBezTo>
                  <a:cubicBezTo>
                    <a:pt x="32510" y="113820"/>
                    <a:pt x="41937" y="104743"/>
                    <a:pt x="55763" y="92131"/>
                  </a:cubicBezTo>
                  <a:cubicBezTo>
                    <a:pt x="58304" y="89814"/>
                    <a:pt x="61708" y="87001"/>
                    <a:pt x="64998" y="84282"/>
                  </a:cubicBezTo>
                  <a:cubicBezTo>
                    <a:pt x="67916" y="81871"/>
                    <a:pt x="70673" y="79592"/>
                    <a:pt x="72500" y="77925"/>
                  </a:cubicBezTo>
                  <a:cubicBezTo>
                    <a:pt x="72929" y="77535"/>
                    <a:pt x="73358" y="77148"/>
                    <a:pt x="73785" y="76762"/>
                  </a:cubicBezTo>
                  <a:cubicBezTo>
                    <a:pt x="77140" y="73736"/>
                    <a:pt x="80609" y="70608"/>
                    <a:pt x="83651" y="65618"/>
                  </a:cubicBezTo>
                  <a:cubicBezTo>
                    <a:pt x="85570" y="62471"/>
                    <a:pt x="88078" y="59578"/>
                    <a:pt x="90502" y="56782"/>
                  </a:cubicBezTo>
                  <a:cubicBezTo>
                    <a:pt x="92380" y="54615"/>
                    <a:pt x="94154" y="52569"/>
                    <a:pt x="95616" y="50469"/>
                  </a:cubicBezTo>
                  <a:cubicBezTo>
                    <a:pt x="98235" y="46704"/>
                    <a:pt x="100185" y="45280"/>
                    <a:pt x="101351" y="44430"/>
                  </a:cubicBezTo>
                  <a:cubicBezTo>
                    <a:pt x="101673" y="44194"/>
                    <a:pt x="101951" y="43992"/>
                    <a:pt x="102170" y="43792"/>
                  </a:cubicBezTo>
                  <a:cubicBezTo>
                    <a:pt x="102589" y="43409"/>
                    <a:pt x="102739" y="42843"/>
                    <a:pt x="102579" y="42238"/>
                  </a:cubicBezTo>
                  <a:cubicBezTo>
                    <a:pt x="102334" y="41320"/>
                    <a:pt x="101284" y="40159"/>
                    <a:pt x="99066" y="39662"/>
                  </a:cubicBezTo>
                  <a:cubicBezTo>
                    <a:pt x="98489" y="39532"/>
                    <a:pt x="97897" y="39476"/>
                    <a:pt x="97302" y="39476"/>
                  </a:cubicBezTo>
                  <a:cubicBezTo>
                    <a:pt x="94672" y="39476"/>
                    <a:pt x="92003" y="40578"/>
                    <a:pt x="90485" y="41333"/>
                  </a:cubicBezTo>
                  <a:cubicBezTo>
                    <a:pt x="88573" y="42283"/>
                    <a:pt x="86063" y="44718"/>
                    <a:pt x="84376" y="47254"/>
                  </a:cubicBezTo>
                  <a:cubicBezTo>
                    <a:pt x="82581" y="49959"/>
                    <a:pt x="75872" y="56728"/>
                    <a:pt x="74349" y="56827"/>
                  </a:cubicBezTo>
                  <a:cubicBezTo>
                    <a:pt x="74334" y="56827"/>
                    <a:pt x="74317" y="56828"/>
                    <a:pt x="74300" y="56828"/>
                  </a:cubicBezTo>
                  <a:cubicBezTo>
                    <a:pt x="73335" y="56828"/>
                    <a:pt x="69896" y="55401"/>
                    <a:pt x="67123" y="54246"/>
                  </a:cubicBezTo>
                  <a:cubicBezTo>
                    <a:pt x="64828" y="53289"/>
                    <a:pt x="62661" y="52387"/>
                    <a:pt x="61698" y="52181"/>
                  </a:cubicBezTo>
                  <a:cubicBezTo>
                    <a:pt x="59629" y="51737"/>
                    <a:pt x="57303" y="48799"/>
                    <a:pt x="57759" y="46400"/>
                  </a:cubicBezTo>
                  <a:cubicBezTo>
                    <a:pt x="57854" y="45898"/>
                    <a:pt x="57897" y="45495"/>
                    <a:pt x="57935" y="45140"/>
                  </a:cubicBezTo>
                  <a:cubicBezTo>
                    <a:pt x="58087" y="43701"/>
                    <a:pt x="58179" y="42832"/>
                    <a:pt x="61806" y="37827"/>
                  </a:cubicBezTo>
                  <a:cubicBezTo>
                    <a:pt x="64441" y="34193"/>
                    <a:pt x="65279" y="32926"/>
                    <a:pt x="65473" y="32422"/>
                  </a:cubicBezTo>
                  <a:cubicBezTo>
                    <a:pt x="65863" y="32204"/>
                    <a:pt x="66900" y="31653"/>
                    <a:pt x="68472" y="31024"/>
                  </a:cubicBezTo>
                  <a:cubicBezTo>
                    <a:pt x="70441" y="30236"/>
                    <a:pt x="73717" y="27925"/>
                    <a:pt x="74183" y="27593"/>
                  </a:cubicBezTo>
                  <a:cubicBezTo>
                    <a:pt x="74950" y="27448"/>
                    <a:pt x="81603" y="26123"/>
                    <a:pt x="83718" y="23501"/>
                  </a:cubicBezTo>
                  <a:cubicBezTo>
                    <a:pt x="85280" y="21562"/>
                    <a:pt x="84754" y="20209"/>
                    <a:pt x="84456" y="19717"/>
                  </a:cubicBezTo>
                  <a:cubicBezTo>
                    <a:pt x="84073" y="19086"/>
                    <a:pt x="83406" y="18710"/>
                    <a:pt x="82717" y="18710"/>
                  </a:cubicBezTo>
                  <a:cubicBezTo>
                    <a:pt x="82594" y="18710"/>
                    <a:pt x="82471" y="18722"/>
                    <a:pt x="82348" y="18747"/>
                  </a:cubicBezTo>
                  <a:cubicBezTo>
                    <a:pt x="81875" y="18842"/>
                    <a:pt x="80860" y="18935"/>
                    <a:pt x="79574" y="19053"/>
                  </a:cubicBezTo>
                  <a:cubicBezTo>
                    <a:pt x="76947" y="19294"/>
                    <a:pt x="72977" y="19660"/>
                    <a:pt x="70055" y="20405"/>
                  </a:cubicBezTo>
                  <a:cubicBezTo>
                    <a:pt x="66557" y="21296"/>
                    <a:pt x="59951" y="23213"/>
                    <a:pt x="59242" y="23859"/>
                  </a:cubicBezTo>
                  <a:cubicBezTo>
                    <a:pt x="58728" y="24329"/>
                    <a:pt x="52557" y="31275"/>
                    <a:pt x="50867" y="33180"/>
                  </a:cubicBezTo>
                  <a:lnTo>
                    <a:pt x="50678" y="31599"/>
                  </a:lnTo>
                  <a:lnTo>
                    <a:pt x="51737" y="20495"/>
                  </a:lnTo>
                  <a:lnTo>
                    <a:pt x="57839" y="13889"/>
                  </a:lnTo>
                  <a:cubicBezTo>
                    <a:pt x="58629" y="13703"/>
                    <a:pt x="64163" y="12323"/>
                    <a:pt x="66422" y="9581"/>
                  </a:cubicBezTo>
                  <a:cubicBezTo>
                    <a:pt x="68360" y="7233"/>
                    <a:pt x="68534" y="4796"/>
                    <a:pt x="68040" y="3817"/>
                  </a:cubicBezTo>
                  <a:cubicBezTo>
                    <a:pt x="67853" y="3448"/>
                    <a:pt x="67566" y="3253"/>
                    <a:pt x="67233" y="3253"/>
                  </a:cubicBezTo>
                  <a:cubicBezTo>
                    <a:pt x="67222" y="3253"/>
                    <a:pt x="67211" y="3253"/>
                    <a:pt x="67199" y="3253"/>
                  </a:cubicBezTo>
                  <a:cubicBezTo>
                    <a:pt x="65424" y="3348"/>
                    <a:pt x="57159" y="5614"/>
                    <a:pt x="55281" y="6626"/>
                  </a:cubicBezTo>
                  <a:cubicBezTo>
                    <a:pt x="53423" y="7628"/>
                    <a:pt x="43377" y="15344"/>
                    <a:pt x="41972" y="16992"/>
                  </a:cubicBezTo>
                  <a:cubicBezTo>
                    <a:pt x="41162" y="17937"/>
                    <a:pt x="40075" y="19845"/>
                    <a:pt x="39298" y="21294"/>
                  </a:cubicBezTo>
                  <a:cubicBezTo>
                    <a:pt x="39604" y="19897"/>
                    <a:pt x="39997" y="18131"/>
                    <a:pt x="40244" y="17140"/>
                  </a:cubicBezTo>
                  <a:cubicBezTo>
                    <a:pt x="40422" y="16420"/>
                    <a:pt x="41787" y="14497"/>
                    <a:pt x="43233" y="12460"/>
                  </a:cubicBezTo>
                  <a:cubicBezTo>
                    <a:pt x="45346" y="9484"/>
                    <a:pt x="47741" y="6110"/>
                    <a:pt x="48044" y="4351"/>
                  </a:cubicBezTo>
                  <a:cubicBezTo>
                    <a:pt x="48401" y="2272"/>
                    <a:pt x="47523" y="756"/>
                    <a:pt x="46556" y="226"/>
                  </a:cubicBezTo>
                  <a:cubicBezTo>
                    <a:pt x="46279" y="75"/>
                    <a:pt x="45993" y="0"/>
                    <a:pt x="457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683;p36">
              <a:extLst>
                <a:ext uri="{FF2B5EF4-FFF2-40B4-BE49-F238E27FC236}">
                  <a16:creationId xmlns:a16="http://schemas.microsoft.com/office/drawing/2014/main" id="{0C5E19CC-C169-422A-BB72-6AD491A4CF99}"/>
                </a:ext>
              </a:extLst>
            </p:cNvPr>
            <p:cNvSpPr/>
            <p:nvPr/>
          </p:nvSpPr>
          <p:spPr>
            <a:xfrm>
              <a:off x="3317625" y="2590300"/>
              <a:ext cx="123625" cy="56350"/>
            </a:xfrm>
            <a:custGeom>
              <a:avLst/>
              <a:gdLst/>
              <a:ahLst/>
              <a:cxnLst/>
              <a:rect l="l" t="t" r="r" b="b"/>
              <a:pathLst>
                <a:path w="4945" h="2254" extrusionOk="0">
                  <a:moveTo>
                    <a:pt x="3205" y="0"/>
                  </a:moveTo>
                  <a:cubicBezTo>
                    <a:pt x="3102" y="0"/>
                    <a:pt x="2998" y="10"/>
                    <a:pt x="2896" y="31"/>
                  </a:cubicBezTo>
                  <a:cubicBezTo>
                    <a:pt x="2398" y="131"/>
                    <a:pt x="1340" y="226"/>
                    <a:pt x="1" y="351"/>
                  </a:cubicBezTo>
                  <a:lnTo>
                    <a:pt x="111" y="637"/>
                  </a:lnTo>
                  <a:cubicBezTo>
                    <a:pt x="111" y="637"/>
                    <a:pt x="48" y="1992"/>
                    <a:pt x="1535" y="2197"/>
                  </a:cubicBezTo>
                  <a:cubicBezTo>
                    <a:pt x="1801" y="2234"/>
                    <a:pt x="2086" y="2254"/>
                    <a:pt x="2375" y="2254"/>
                  </a:cubicBezTo>
                  <a:cubicBezTo>
                    <a:pt x="3337" y="2254"/>
                    <a:pt x="4355" y="2036"/>
                    <a:pt x="4945" y="1494"/>
                  </a:cubicBezTo>
                  <a:cubicBezTo>
                    <a:pt x="4751" y="567"/>
                    <a:pt x="3982" y="0"/>
                    <a:pt x="3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684;p36">
              <a:extLst>
                <a:ext uri="{FF2B5EF4-FFF2-40B4-BE49-F238E27FC236}">
                  <a16:creationId xmlns:a16="http://schemas.microsoft.com/office/drawing/2014/main" id="{8DD6298F-9521-B20A-F424-322D91DFA153}"/>
                </a:ext>
              </a:extLst>
            </p:cNvPr>
            <p:cNvSpPr/>
            <p:nvPr/>
          </p:nvSpPr>
          <p:spPr>
            <a:xfrm>
              <a:off x="3307775" y="2583225"/>
              <a:ext cx="141200" cy="70425"/>
            </a:xfrm>
            <a:custGeom>
              <a:avLst/>
              <a:gdLst/>
              <a:ahLst/>
              <a:cxnLst/>
              <a:rect l="l" t="t" r="r" b="b"/>
              <a:pathLst>
                <a:path w="5648" h="2817" extrusionOk="0">
                  <a:moveTo>
                    <a:pt x="3591" y="565"/>
                  </a:moveTo>
                  <a:cubicBezTo>
                    <a:pt x="4169" y="565"/>
                    <a:pt x="4800" y="946"/>
                    <a:pt x="5023" y="1675"/>
                  </a:cubicBezTo>
                  <a:cubicBezTo>
                    <a:pt x="4477" y="2087"/>
                    <a:pt x="3609" y="2256"/>
                    <a:pt x="2779" y="2256"/>
                  </a:cubicBezTo>
                  <a:cubicBezTo>
                    <a:pt x="2499" y="2256"/>
                    <a:pt x="2224" y="2236"/>
                    <a:pt x="1966" y="2201"/>
                  </a:cubicBezTo>
                  <a:cubicBezTo>
                    <a:pt x="782" y="2038"/>
                    <a:pt x="782" y="1044"/>
                    <a:pt x="786" y="932"/>
                  </a:cubicBezTo>
                  <a:lnTo>
                    <a:pt x="787" y="879"/>
                  </a:lnTo>
                  <a:cubicBezTo>
                    <a:pt x="1960" y="771"/>
                    <a:pt x="2880" y="682"/>
                    <a:pt x="3345" y="589"/>
                  </a:cubicBezTo>
                  <a:cubicBezTo>
                    <a:pt x="3425" y="573"/>
                    <a:pt x="3507" y="565"/>
                    <a:pt x="3591" y="565"/>
                  </a:cubicBezTo>
                  <a:close/>
                  <a:moveTo>
                    <a:pt x="3606" y="1"/>
                  </a:moveTo>
                  <a:cubicBezTo>
                    <a:pt x="3483" y="1"/>
                    <a:pt x="3359" y="13"/>
                    <a:pt x="3235" y="39"/>
                  </a:cubicBezTo>
                  <a:cubicBezTo>
                    <a:pt x="2761" y="133"/>
                    <a:pt x="1736" y="227"/>
                    <a:pt x="439" y="348"/>
                  </a:cubicBezTo>
                  <a:lnTo>
                    <a:pt x="1" y="387"/>
                  </a:lnTo>
                  <a:lnTo>
                    <a:pt x="224" y="968"/>
                  </a:lnTo>
                  <a:cubicBezTo>
                    <a:pt x="222" y="1541"/>
                    <a:pt x="563" y="2575"/>
                    <a:pt x="1890" y="2757"/>
                  </a:cubicBezTo>
                  <a:cubicBezTo>
                    <a:pt x="2184" y="2796"/>
                    <a:pt x="2480" y="2816"/>
                    <a:pt x="2777" y="2816"/>
                  </a:cubicBezTo>
                  <a:cubicBezTo>
                    <a:pt x="3758" y="2816"/>
                    <a:pt x="4855" y="2603"/>
                    <a:pt x="5531" y="1984"/>
                  </a:cubicBezTo>
                  <a:lnTo>
                    <a:pt x="5648" y="1876"/>
                  </a:lnTo>
                  <a:lnTo>
                    <a:pt x="5614" y="1719"/>
                  </a:lnTo>
                  <a:cubicBezTo>
                    <a:pt x="5402" y="709"/>
                    <a:pt x="4542" y="1"/>
                    <a:pt x="36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685;p36">
              <a:extLst>
                <a:ext uri="{FF2B5EF4-FFF2-40B4-BE49-F238E27FC236}">
                  <a16:creationId xmlns:a16="http://schemas.microsoft.com/office/drawing/2014/main" id="{645E55FB-143C-F5E8-64EE-045FEA717F30}"/>
                </a:ext>
              </a:extLst>
            </p:cNvPr>
            <p:cNvSpPr/>
            <p:nvPr/>
          </p:nvSpPr>
          <p:spPr>
            <a:xfrm>
              <a:off x="2002175" y="2679800"/>
              <a:ext cx="146400" cy="447875"/>
            </a:xfrm>
            <a:custGeom>
              <a:avLst/>
              <a:gdLst/>
              <a:ahLst/>
              <a:cxnLst/>
              <a:rect l="l" t="t" r="r" b="b"/>
              <a:pathLst>
                <a:path w="5856" h="17915" extrusionOk="0">
                  <a:moveTo>
                    <a:pt x="2093" y="0"/>
                  </a:moveTo>
                  <a:cubicBezTo>
                    <a:pt x="2008" y="0"/>
                    <a:pt x="1925" y="39"/>
                    <a:pt x="1869" y="112"/>
                  </a:cubicBezTo>
                  <a:cubicBezTo>
                    <a:pt x="1850" y="136"/>
                    <a:pt x="1" y="2618"/>
                    <a:pt x="1634" y="5227"/>
                  </a:cubicBezTo>
                  <a:cubicBezTo>
                    <a:pt x="3141" y="7631"/>
                    <a:pt x="5252" y="17593"/>
                    <a:pt x="5274" y="17692"/>
                  </a:cubicBezTo>
                  <a:cubicBezTo>
                    <a:pt x="5301" y="17822"/>
                    <a:pt x="5416" y="17915"/>
                    <a:pt x="5548" y="17915"/>
                  </a:cubicBezTo>
                  <a:cubicBezTo>
                    <a:pt x="5567" y="17915"/>
                    <a:pt x="5586" y="17914"/>
                    <a:pt x="5606" y="17910"/>
                  </a:cubicBezTo>
                  <a:cubicBezTo>
                    <a:pt x="5757" y="17879"/>
                    <a:pt x="5855" y="17729"/>
                    <a:pt x="5823" y="17576"/>
                  </a:cubicBezTo>
                  <a:cubicBezTo>
                    <a:pt x="5737" y="17162"/>
                    <a:pt x="3670" y="7418"/>
                    <a:pt x="2111" y="4929"/>
                  </a:cubicBezTo>
                  <a:cubicBezTo>
                    <a:pt x="686" y="2655"/>
                    <a:pt x="2250" y="541"/>
                    <a:pt x="2317" y="452"/>
                  </a:cubicBezTo>
                  <a:cubicBezTo>
                    <a:pt x="2410" y="328"/>
                    <a:pt x="2386" y="153"/>
                    <a:pt x="2263" y="58"/>
                  </a:cubicBezTo>
                  <a:cubicBezTo>
                    <a:pt x="2212" y="19"/>
                    <a:pt x="2152" y="0"/>
                    <a:pt x="20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686;p36">
              <a:extLst>
                <a:ext uri="{FF2B5EF4-FFF2-40B4-BE49-F238E27FC236}">
                  <a16:creationId xmlns:a16="http://schemas.microsoft.com/office/drawing/2014/main" id="{E38A97C9-359D-003D-CCD5-452CB91FED82}"/>
                </a:ext>
              </a:extLst>
            </p:cNvPr>
            <p:cNvSpPr/>
            <p:nvPr/>
          </p:nvSpPr>
          <p:spPr>
            <a:xfrm>
              <a:off x="2223450" y="2690875"/>
              <a:ext cx="78300" cy="487150"/>
            </a:xfrm>
            <a:custGeom>
              <a:avLst/>
              <a:gdLst/>
              <a:ahLst/>
              <a:cxnLst/>
              <a:rect l="l" t="t" r="r" b="b"/>
              <a:pathLst>
                <a:path w="3132" h="19486" extrusionOk="0">
                  <a:moveTo>
                    <a:pt x="2836" y="0"/>
                  </a:moveTo>
                  <a:cubicBezTo>
                    <a:pt x="2696" y="0"/>
                    <a:pt x="2575" y="105"/>
                    <a:pt x="2557" y="246"/>
                  </a:cubicBezTo>
                  <a:lnTo>
                    <a:pt x="1346" y="10535"/>
                  </a:lnTo>
                  <a:lnTo>
                    <a:pt x="25" y="19164"/>
                  </a:lnTo>
                  <a:cubicBezTo>
                    <a:pt x="1" y="19316"/>
                    <a:pt x="106" y="19459"/>
                    <a:pt x="260" y="19483"/>
                  </a:cubicBezTo>
                  <a:cubicBezTo>
                    <a:pt x="273" y="19485"/>
                    <a:pt x="288" y="19486"/>
                    <a:pt x="303" y="19486"/>
                  </a:cubicBezTo>
                  <a:cubicBezTo>
                    <a:pt x="440" y="19486"/>
                    <a:pt x="559" y="19385"/>
                    <a:pt x="579" y="19247"/>
                  </a:cubicBezTo>
                  <a:lnTo>
                    <a:pt x="1901" y="10610"/>
                  </a:lnTo>
                  <a:lnTo>
                    <a:pt x="3114" y="313"/>
                  </a:lnTo>
                  <a:cubicBezTo>
                    <a:pt x="3132" y="159"/>
                    <a:pt x="3021" y="21"/>
                    <a:pt x="2869" y="2"/>
                  </a:cubicBezTo>
                  <a:cubicBezTo>
                    <a:pt x="2858" y="1"/>
                    <a:pt x="2847" y="0"/>
                    <a:pt x="28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687;p36">
              <a:extLst>
                <a:ext uri="{FF2B5EF4-FFF2-40B4-BE49-F238E27FC236}">
                  <a16:creationId xmlns:a16="http://schemas.microsoft.com/office/drawing/2014/main" id="{2BFD44A7-ABA8-77FA-976F-0220B8E7EF88}"/>
                </a:ext>
              </a:extLst>
            </p:cNvPr>
            <p:cNvSpPr/>
            <p:nvPr/>
          </p:nvSpPr>
          <p:spPr>
            <a:xfrm>
              <a:off x="2490225" y="2954300"/>
              <a:ext cx="114000" cy="111300"/>
            </a:xfrm>
            <a:custGeom>
              <a:avLst/>
              <a:gdLst/>
              <a:ahLst/>
              <a:cxnLst/>
              <a:rect l="l" t="t" r="r" b="b"/>
              <a:pathLst>
                <a:path w="4560" h="4452" extrusionOk="0">
                  <a:moveTo>
                    <a:pt x="4252" y="1"/>
                  </a:moveTo>
                  <a:cubicBezTo>
                    <a:pt x="4180" y="1"/>
                    <a:pt x="4108" y="28"/>
                    <a:pt x="4053" y="83"/>
                  </a:cubicBezTo>
                  <a:lnTo>
                    <a:pt x="177" y="3973"/>
                  </a:lnTo>
                  <a:cubicBezTo>
                    <a:pt x="0" y="4149"/>
                    <a:pt x="126" y="4451"/>
                    <a:pt x="375" y="4451"/>
                  </a:cubicBezTo>
                  <a:cubicBezTo>
                    <a:pt x="449" y="4451"/>
                    <a:pt x="522" y="4422"/>
                    <a:pt x="575" y="4369"/>
                  </a:cubicBezTo>
                  <a:lnTo>
                    <a:pt x="4451" y="479"/>
                  </a:lnTo>
                  <a:cubicBezTo>
                    <a:pt x="4560" y="369"/>
                    <a:pt x="4560" y="191"/>
                    <a:pt x="4449" y="82"/>
                  </a:cubicBezTo>
                  <a:cubicBezTo>
                    <a:pt x="4395" y="28"/>
                    <a:pt x="4324" y="1"/>
                    <a:pt x="4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688;p36">
              <a:extLst>
                <a:ext uri="{FF2B5EF4-FFF2-40B4-BE49-F238E27FC236}">
                  <a16:creationId xmlns:a16="http://schemas.microsoft.com/office/drawing/2014/main" id="{DF13A44B-AADC-1FB0-CF7B-ED546377AAA5}"/>
                </a:ext>
              </a:extLst>
            </p:cNvPr>
            <p:cNvSpPr/>
            <p:nvPr/>
          </p:nvSpPr>
          <p:spPr>
            <a:xfrm>
              <a:off x="2267575" y="3211650"/>
              <a:ext cx="103075" cy="298725"/>
            </a:xfrm>
            <a:custGeom>
              <a:avLst/>
              <a:gdLst/>
              <a:ahLst/>
              <a:cxnLst/>
              <a:rect l="l" t="t" r="r" b="b"/>
              <a:pathLst>
                <a:path w="4123" h="11949" extrusionOk="0">
                  <a:moveTo>
                    <a:pt x="3811" y="0"/>
                  </a:moveTo>
                  <a:cubicBezTo>
                    <a:pt x="3734" y="0"/>
                    <a:pt x="3658" y="32"/>
                    <a:pt x="3602" y="93"/>
                  </a:cubicBezTo>
                  <a:cubicBezTo>
                    <a:pt x="3455" y="258"/>
                    <a:pt x="0" y="4148"/>
                    <a:pt x="828" y="7073"/>
                  </a:cubicBezTo>
                  <a:cubicBezTo>
                    <a:pt x="1609" y="9830"/>
                    <a:pt x="1898" y="11692"/>
                    <a:pt x="1901" y="11709"/>
                  </a:cubicBezTo>
                  <a:cubicBezTo>
                    <a:pt x="1921" y="11847"/>
                    <a:pt x="2040" y="11948"/>
                    <a:pt x="2177" y="11948"/>
                  </a:cubicBezTo>
                  <a:cubicBezTo>
                    <a:pt x="2192" y="11948"/>
                    <a:pt x="2207" y="11947"/>
                    <a:pt x="2221" y="11945"/>
                  </a:cubicBezTo>
                  <a:cubicBezTo>
                    <a:pt x="2374" y="11921"/>
                    <a:pt x="2480" y="11778"/>
                    <a:pt x="2455" y="11624"/>
                  </a:cubicBezTo>
                  <a:cubicBezTo>
                    <a:pt x="2453" y="11607"/>
                    <a:pt x="2160" y="9714"/>
                    <a:pt x="1369" y="6920"/>
                  </a:cubicBezTo>
                  <a:cubicBezTo>
                    <a:pt x="625" y="4293"/>
                    <a:pt x="3986" y="506"/>
                    <a:pt x="4020" y="468"/>
                  </a:cubicBezTo>
                  <a:cubicBezTo>
                    <a:pt x="4123" y="353"/>
                    <a:pt x="4113" y="175"/>
                    <a:pt x="3999" y="71"/>
                  </a:cubicBezTo>
                  <a:cubicBezTo>
                    <a:pt x="3945" y="24"/>
                    <a:pt x="3878" y="0"/>
                    <a:pt x="3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689;p36">
              <a:extLst>
                <a:ext uri="{FF2B5EF4-FFF2-40B4-BE49-F238E27FC236}">
                  <a16:creationId xmlns:a16="http://schemas.microsoft.com/office/drawing/2014/main" id="{16931E4C-891A-5326-4F74-9FA1EDA02AA1}"/>
                </a:ext>
              </a:extLst>
            </p:cNvPr>
            <p:cNvSpPr/>
            <p:nvPr/>
          </p:nvSpPr>
          <p:spPr>
            <a:xfrm>
              <a:off x="3725775" y="3169175"/>
              <a:ext cx="153675" cy="130825"/>
            </a:xfrm>
            <a:custGeom>
              <a:avLst/>
              <a:gdLst/>
              <a:ahLst/>
              <a:cxnLst/>
              <a:rect l="l" t="t" r="r" b="b"/>
              <a:pathLst>
                <a:path w="6147" h="5233" extrusionOk="0">
                  <a:moveTo>
                    <a:pt x="3985" y="1"/>
                  </a:moveTo>
                  <a:cubicBezTo>
                    <a:pt x="3314" y="1"/>
                    <a:pt x="2722" y="578"/>
                    <a:pt x="1768" y="1448"/>
                  </a:cubicBezTo>
                  <a:cubicBezTo>
                    <a:pt x="1" y="3060"/>
                    <a:pt x="1171" y="5232"/>
                    <a:pt x="1171" y="5232"/>
                  </a:cubicBezTo>
                  <a:lnTo>
                    <a:pt x="6147" y="1439"/>
                  </a:lnTo>
                  <a:cubicBezTo>
                    <a:pt x="5187" y="421"/>
                    <a:pt x="4557" y="1"/>
                    <a:pt x="39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690;p36">
              <a:extLst>
                <a:ext uri="{FF2B5EF4-FFF2-40B4-BE49-F238E27FC236}">
                  <a16:creationId xmlns:a16="http://schemas.microsoft.com/office/drawing/2014/main" id="{E82ED394-8588-327A-513C-AD2E117F6ECE}"/>
                </a:ext>
              </a:extLst>
            </p:cNvPr>
            <p:cNvSpPr/>
            <p:nvPr/>
          </p:nvSpPr>
          <p:spPr>
            <a:xfrm>
              <a:off x="3717550" y="3162150"/>
              <a:ext cx="172350" cy="148350"/>
            </a:xfrm>
            <a:custGeom>
              <a:avLst/>
              <a:gdLst/>
              <a:ahLst/>
              <a:cxnLst/>
              <a:rect l="l" t="t" r="r" b="b"/>
              <a:pathLst>
                <a:path w="6894" h="5934" extrusionOk="0">
                  <a:moveTo>
                    <a:pt x="4333" y="557"/>
                  </a:moveTo>
                  <a:cubicBezTo>
                    <a:pt x="4800" y="557"/>
                    <a:pt x="5291" y="902"/>
                    <a:pt x="6056" y="1687"/>
                  </a:cubicBezTo>
                  <a:lnTo>
                    <a:pt x="1614" y="5072"/>
                  </a:lnTo>
                  <a:cubicBezTo>
                    <a:pt x="1386" y="4459"/>
                    <a:pt x="1061" y="3054"/>
                    <a:pt x="2287" y="1935"/>
                  </a:cubicBezTo>
                  <a:lnTo>
                    <a:pt x="2439" y="1795"/>
                  </a:lnTo>
                  <a:cubicBezTo>
                    <a:pt x="3291" y="1018"/>
                    <a:pt x="3795" y="557"/>
                    <a:pt x="4333" y="557"/>
                  </a:cubicBezTo>
                  <a:close/>
                  <a:moveTo>
                    <a:pt x="4300" y="1"/>
                  </a:moveTo>
                  <a:cubicBezTo>
                    <a:pt x="3570" y="1"/>
                    <a:pt x="2944" y="574"/>
                    <a:pt x="2060" y="1381"/>
                  </a:cubicBezTo>
                  <a:lnTo>
                    <a:pt x="1908" y="1521"/>
                  </a:lnTo>
                  <a:cubicBezTo>
                    <a:pt x="0" y="3260"/>
                    <a:pt x="1240" y="5621"/>
                    <a:pt x="1252" y="5645"/>
                  </a:cubicBezTo>
                  <a:lnTo>
                    <a:pt x="1409" y="5934"/>
                  </a:lnTo>
                  <a:lnTo>
                    <a:pt x="6894" y="1755"/>
                  </a:lnTo>
                  <a:lnTo>
                    <a:pt x="6681" y="1528"/>
                  </a:lnTo>
                  <a:cubicBezTo>
                    <a:pt x="5650" y="435"/>
                    <a:pt x="4936" y="1"/>
                    <a:pt x="43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691;p36">
              <a:extLst>
                <a:ext uri="{FF2B5EF4-FFF2-40B4-BE49-F238E27FC236}">
                  <a16:creationId xmlns:a16="http://schemas.microsoft.com/office/drawing/2014/main" id="{4B11F883-2719-5580-24A8-587D6A9864D2}"/>
                </a:ext>
              </a:extLst>
            </p:cNvPr>
            <p:cNvSpPr/>
            <p:nvPr/>
          </p:nvSpPr>
          <p:spPr>
            <a:xfrm>
              <a:off x="2881775" y="2203850"/>
              <a:ext cx="150225" cy="69575"/>
            </a:xfrm>
            <a:custGeom>
              <a:avLst/>
              <a:gdLst/>
              <a:ahLst/>
              <a:cxnLst/>
              <a:rect l="l" t="t" r="r" b="b"/>
              <a:pathLst>
                <a:path w="6009" h="2783" extrusionOk="0">
                  <a:moveTo>
                    <a:pt x="5170" y="0"/>
                  </a:moveTo>
                  <a:cubicBezTo>
                    <a:pt x="5161" y="0"/>
                    <a:pt x="5152" y="0"/>
                    <a:pt x="5143" y="1"/>
                  </a:cubicBezTo>
                  <a:cubicBezTo>
                    <a:pt x="4380" y="41"/>
                    <a:pt x="2261" y="527"/>
                    <a:pt x="0" y="1137"/>
                  </a:cubicBezTo>
                  <a:cubicBezTo>
                    <a:pt x="57" y="1680"/>
                    <a:pt x="316" y="2242"/>
                    <a:pt x="1044" y="2561"/>
                  </a:cubicBezTo>
                  <a:cubicBezTo>
                    <a:pt x="1394" y="2714"/>
                    <a:pt x="1836" y="2783"/>
                    <a:pt x="2326" y="2783"/>
                  </a:cubicBezTo>
                  <a:cubicBezTo>
                    <a:pt x="3432" y="2783"/>
                    <a:pt x="4787" y="2435"/>
                    <a:pt x="5901" y="1923"/>
                  </a:cubicBezTo>
                  <a:cubicBezTo>
                    <a:pt x="6008" y="784"/>
                    <a:pt x="5687" y="0"/>
                    <a:pt x="51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692;p36">
              <a:extLst>
                <a:ext uri="{FF2B5EF4-FFF2-40B4-BE49-F238E27FC236}">
                  <a16:creationId xmlns:a16="http://schemas.microsoft.com/office/drawing/2014/main" id="{0CDBAC69-9A3F-14D0-7585-531B25EBCBD8}"/>
                </a:ext>
              </a:extLst>
            </p:cNvPr>
            <p:cNvSpPr/>
            <p:nvPr/>
          </p:nvSpPr>
          <p:spPr>
            <a:xfrm>
              <a:off x="2874150" y="2196825"/>
              <a:ext cx="164200" cy="83650"/>
            </a:xfrm>
            <a:custGeom>
              <a:avLst/>
              <a:gdLst/>
              <a:ahLst/>
              <a:cxnLst/>
              <a:rect l="l" t="t" r="r" b="b"/>
              <a:pathLst>
                <a:path w="6568" h="3346" extrusionOk="0">
                  <a:moveTo>
                    <a:pt x="5479" y="562"/>
                  </a:moveTo>
                  <a:cubicBezTo>
                    <a:pt x="5522" y="562"/>
                    <a:pt x="5585" y="577"/>
                    <a:pt x="5655" y="650"/>
                  </a:cubicBezTo>
                  <a:cubicBezTo>
                    <a:pt x="5819" y="820"/>
                    <a:pt x="5982" y="1276"/>
                    <a:pt x="5937" y="2017"/>
                  </a:cubicBezTo>
                  <a:cubicBezTo>
                    <a:pt x="4921" y="2461"/>
                    <a:pt x="3660" y="2787"/>
                    <a:pt x="2632" y="2787"/>
                  </a:cubicBezTo>
                  <a:cubicBezTo>
                    <a:pt x="2185" y="2787"/>
                    <a:pt x="1781" y="2725"/>
                    <a:pt x="1461" y="2585"/>
                  </a:cubicBezTo>
                  <a:lnTo>
                    <a:pt x="1461" y="2586"/>
                  </a:lnTo>
                  <a:cubicBezTo>
                    <a:pt x="1007" y="2386"/>
                    <a:pt x="732" y="2071"/>
                    <a:pt x="624" y="1623"/>
                  </a:cubicBezTo>
                  <a:cubicBezTo>
                    <a:pt x="2910" y="1012"/>
                    <a:pt x="4795" y="597"/>
                    <a:pt x="5461" y="562"/>
                  </a:cubicBezTo>
                  <a:cubicBezTo>
                    <a:pt x="5467" y="562"/>
                    <a:pt x="5472" y="562"/>
                    <a:pt x="5479" y="562"/>
                  </a:cubicBezTo>
                  <a:close/>
                  <a:moveTo>
                    <a:pt x="5468" y="0"/>
                  </a:moveTo>
                  <a:cubicBezTo>
                    <a:pt x="5456" y="0"/>
                    <a:pt x="5444" y="1"/>
                    <a:pt x="5431" y="1"/>
                  </a:cubicBezTo>
                  <a:cubicBezTo>
                    <a:pt x="4548" y="48"/>
                    <a:pt x="2166" y="624"/>
                    <a:pt x="231" y="1148"/>
                  </a:cubicBezTo>
                  <a:lnTo>
                    <a:pt x="0" y="1210"/>
                  </a:lnTo>
                  <a:lnTo>
                    <a:pt x="26" y="1447"/>
                  </a:lnTo>
                  <a:cubicBezTo>
                    <a:pt x="107" y="2216"/>
                    <a:pt x="525" y="2788"/>
                    <a:pt x="1236" y="3099"/>
                  </a:cubicBezTo>
                  <a:cubicBezTo>
                    <a:pt x="1630" y="3271"/>
                    <a:pt x="2109" y="3345"/>
                    <a:pt x="2632" y="3345"/>
                  </a:cubicBezTo>
                  <a:cubicBezTo>
                    <a:pt x="3833" y="3345"/>
                    <a:pt x="5249" y="2953"/>
                    <a:pt x="6322" y="2460"/>
                  </a:cubicBezTo>
                  <a:lnTo>
                    <a:pt x="6468" y="2393"/>
                  </a:lnTo>
                  <a:lnTo>
                    <a:pt x="6484" y="2231"/>
                  </a:lnTo>
                  <a:cubicBezTo>
                    <a:pt x="6567" y="1349"/>
                    <a:pt x="6414" y="631"/>
                    <a:pt x="6060" y="262"/>
                  </a:cubicBezTo>
                  <a:cubicBezTo>
                    <a:pt x="5893" y="89"/>
                    <a:pt x="5681" y="0"/>
                    <a:pt x="5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693;p36">
              <a:extLst>
                <a:ext uri="{FF2B5EF4-FFF2-40B4-BE49-F238E27FC236}">
                  <a16:creationId xmlns:a16="http://schemas.microsoft.com/office/drawing/2014/main" id="{0B1B4A2A-8392-7A70-9AB3-C9362039ED59}"/>
                </a:ext>
              </a:extLst>
            </p:cNvPr>
            <p:cNvSpPr/>
            <p:nvPr/>
          </p:nvSpPr>
          <p:spPr>
            <a:xfrm>
              <a:off x="2378425" y="2122525"/>
              <a:ext cx="127850" cy="116475"/>
            </a:xfrm>
            <a:custGeom>
              <a:avLst/>
              <a:gdLst/>
              <a:ahLst/>
              <a:cxnLst/>
              <a:rect l="l" t="t" r="r" b="b"/>
              <a:pathLst>
                <a:path w="5114" h="4659" extrusionOk="0">
                  <a:moveTo>
                    <a:pt x="3765" y="1"/>
                  </a:moveTo>
                  <a:cubicBezTo>
                    <a:pt x="3448" y="1"/>
                    <a:pt x="3134" y="119"/>
                    <a:pt x="2853" y="375"/>
                  </a:cubicBezTo>
                  <a:cubicBezTo>
                    <a:pt x="2331" y="850"/>
                    <a:pt x="1243" y="2265"/>
                    <a:pt x="0" y="3997"/>
                  </a:cubicBezTo>
                  <a:lnTo>
                    <a:pt x="58" y="4028"/>
                  </a:lnTo>
                  <a:lnTo>
                    <a:pt x="1932" y="4658"/>
                  </a:lnTo>
                  <a:cubicBezTo>
                    <a:pt x="1932" y="4658"/>
                    <a:pt x="4440" y="2786"/>
                    <a:pt x="5113" y="734"/>
                  </a:cubicBezTo>
                  <a:cubicBezTo>
                    <a:pt x="4726" y="268"/>
                    <a:pt x="4243" y="1"/>
                    <a:pt x="37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694;p36">
              <a:extLst>
                <a:ext uri="{FF2B5EF4-FFF2-40B4-BE49-F238E27FC236}">
                  <a16:creationId xmlns:a16="http://schemas.microsoft.com/office/drawing/2014/main" id="{26EAEF14-AE3D-D8AD-4BF7-0FA8A3783FB0}"/>
                </a:ext>
              </a:extLst>
            </p:cNvPr>
            <p:cNvSpPr/>
            <p:nvPr/>
          </p:nvSpPr>
          <p:spPr>
            <a:xfrm>
              <a:off x="2368000" y="2115500"/>
              <a:ext cx="146150" cy="131325"/>
            </a:xfrm>
            <a:custGeom>
              <a:avLst/>
              <a:gdLst/>
              <a:ahLst/>
              <a:cxnLst/>
              <a:rect l="l" t="t" r="r" b="b"/>
              <a:pathLst>
                <a:path w="5846" h="5253" extrusionOk="0">
                  <a:moveTo>
                    <a:pt x="4181" y="562"/>
                  </a:moveTo>
                  <a:cubicBezTo>
                    <a:pt x="4204" y="562"/>
                    <a:pt x="4228" y="563"/>
                    <a:pt x="4251" y="564"/>
                  </a:cubicBezTo>
                  <a:cubicBezTo>
                    <a:pt x="4582" y="587"/>
                    <a:pt x="4918" y="768"/>
                    <a:pt x="5210" y="1077"/>
                  </a:cubicBezTo>
                  <a:cubicBezTo>
                    <a:pt x="4594" y="2720"/>
                    <a:pt x="2771" y="4247"/>
                    <a:pt x="2295" y="4625"/>
                  </a:cubicBezTo>
                  <a:lnTo>
                    <a:pt x="858" y="4145"/>
                  </a:lnTo>
                  <a:cubicBezTo>
                    <a:pt x="2106" y="2419"/>
                    <a:pt x="3025" y="1259"/>
                    <a:pt x="3459" y="862"/>
                  </a:cubicBezTo>
                  <a:cubicBezTo>
                    <a:pt x="3678" y="663"/>
                    <a:pt x="3923" y="562"/>
                    <a:pt x="4181" y="562"/>
                  </a:cubicBezTo>
                  <a:close/>
                  <a:moveTo>
                    <a:pt x="4183" y="1"/>
                  </a:moveTo>
                  <a:cubicBezTo>
                    <a:pt x="3783" y="1"/>
                    <a:pt x="3404" y="153"/>
                    <a:pt x="3080" y="448"/>
                  </a:cubicBezTo>
                  <a:cubicBezTo>
                    <a:pt x="2457" y="1016"/>
                    <a:pt x="1163" y="2755"/>
                    <a:pt x="188" y="4115"/>
                  </a:cubicBezTo>
                  <a:lnTo>
                    <a:pt x="0" y="4378"/>
                  </a:lnTo>
                  <a:lnTo>
                    <a:pt x="286" y="4526"/>
                  </a:lnTo>
                  <a:lnTo>
                    <a:pt x="2399" y="5252"/>
                  </a:lnTo>
                  <a:lnTo>
                    <a:pt x="2516" y="5164"/>
                  </a:lnTo>
                  <a:cubicBezTo>
                    <a:pt x="2622" y="5085"/>
                    <a:pt x="5104" y="3215"/>
                    <a:pt x="5797" y="1103"/>
                  </a:cubicBezTo>
                  <a:lnTo>
                    <a:pt x="5846" y="954"/>
                  </a:lnTo>
                  <a:lnTo>
                    <a:pt x="5746" y="835"/>
                  </a:lnTo>
                  <a:cubicBezTo>
                    <a:pt x="5330" y="335"/>
                    <a:pt x="4814" y="41"/>
                    <a:pt x="4290" y="4"/>
                  </a:cubicBezTo>
                  <a:cubicBezTo>
                    <a:pt x="4254" y="2"/>
                    <a:pt x="4219" y="1"/>
                    <a:pt x="41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695;p36">
              <a:extLst>
                <a:ext uri="{FF2B5EF4-FFF2-40B4-BE49-F238E27FC236}">
                  <a16:creationId xmlns:a16="http://schemas.microsoft.com/office/drawing/2014/main" id="{D09CD38C-3A01-5EFE-C4EE-EB4E87E4AF97}"/>
                </a:ext>
              </a:extLst>
            </p:cNvPr>
            <p:cNvSpPr/>
            <p:nvPr/>
          </p:nvSpPr>
          <p:spPr>
            <a:xfrm>
              <a:off x="1959150" y="2473600"/>
              <a:ext cx="94175" cy="123475"/>
            </a:xfrm>
            <a:custGeom>
              <a:avLst/>
              <a:gdLst/>
              <a:ahLst/>
              <a:cxnLst/>
              <a:rect l="l" t="t" r="r" b="b"/>
              <a:pathLst>
                <a:path w="3767" h="4939" extrusionOk="0">
                  <a:moveTo>
                    <a:pt x="2320" y="1"/>
                  </a:moveTo>
                  <a:cubicBezTo>
                    <a:pt x="2069" y="1"/>
                    <a:pt x="1826" y="93"/>
                    <a:pt x="1604" y="294"/>
                  </a:cubicBezTo>
                  <a:cubicBezTo>
                    <a:pt x="946" y="893"/>
                    <a:pt x="529" y="2754"/>
                    <a:pt x="0" y="4711"/>
                  </a:cubicBezTo>
                  <a:lnTo>
                    <a:pt x="116" y="4710"/>
                  </a:lnTo>
                  <a:lnTo>
                    <a:pt x="2145" y="4939"/>
                  </a:lnTo>
                  <a:cubicBezTo>
                    <a:pt x="2145" y="4939"/>
                    <a:pt x="3767" y="2160"/>
                    <a:pt x="3171" y="366"/>
                  </a:cubicBezTo>
                  <a:cubicBezTo>
                    <a:pt x="3163" y="343"/>
                    <a:pt x="3156" y="320"/>
                    <a:pt x="3148" y="298"/>
                  </a:cubicBezTo>
                  <a:cubicBezTo>
                    <a:pt x="2873" y="108"/>
                    <a:pt x="2592" y="1"/>
                    <a:pt x="2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696;p36">
              <a:extLst>
                <a:ext uri="{FF2B5EF4-FFF2-40B4-BE49-F238E27FC236}">
                  <a16:creationId xmlns:a16="http://schemas.microsoft.com/office/drawing/2014/main" id="{7D34BF63-D375-2502-0DA6-D0FD5E25829D}"/>
                </a:ext>
              </a:extLst>
            </p:cNvPr>
            <p:cNvSpPr/>
            <p:nvPr/>
          </p:nvSpPr>
          <p:spPr>
            <a:xfrm>
              <a:off x="1949975" y="2466600"/>
              <a:ext cx="110850" cy="137975"/>
            </a:xfrm>
            <a:custGeom>
              <a:avLst/>
              <a:gdLst/>
              <a:ahLst/>
              <a:cxnLst/>
              <a:rect l="l" t="t" r="r" b="b"/>
              <a:pathLst>
                <a:path w="4434" h="5519" extrusionOk="0">
                  <a:moveTo>
                    <a:pt x="2691" y="562"/>
                  </a:moveTo>
                  <a:cubicBezTo>
                    <a:pt x="2874" y="562"/>
                    <a:pt x="3070" y="628"/>
                    <a:pt x="3279" y="759"/>
                  </a:cubicBezTo>
                  <a:cubicBezTo>
                    <a:pt x="3732" y="2178"/>
                    <a:pt x="2676" y="4323"/>
                    <a:pt x="2357" y="4919"/>
                  </a:cubicBezTo>
                  <a:lnTo>
                    <a:pt x="726" y="4736"/>
                  </a:lnTo>
                  <a:lnTo>
                    <a:pt x="841" y="4303"/>
                  </a:lnTo>
                  <a:cubicBezTo>
                    <a:pt x="1258" y="2731"/>
                    <a:pt x="1650" y="1247"/>
                    <a:pt x="2160" y="782"/>
                  </a:cubicBezTo>
                  <a:cubicBezTo>
                    <a:pt x="2321" y="635"/>
                    <a:pt x="2498" y="562"/>
                    <a:pt x="2691" y="562"/>
                  </a:cubicBezTo>
                  <a:close/>
                  <a:moveTo>
                    <a:pt x="2687" y="0"/>
                  </a:moveTo>
                  <a:cubicBezTo>
                    <a:pt x="2358" y="0"/>
                    <a:pt x="2049" y="122"/>
                    <a:pt x="1783" y="367"/>
                  </a:cubicBezTo>
                  <a:cubicBezTo>
                    <a:pt x="1150" y="943"/>
                    <a:pt x="756" y="2433"/>
                    <a:pt x="299" y="4159"/>
                  </a:cubicBezTo>
                  <a:lnTo>
                    <a:pt x="1" y="5272"/>
                  </a:lnTo>
                  <a:lnTo>
                    <a:pt x="469" y="5270"/>
                  </a:lnTo>
                  <a:lnTo>
                    <a:pt x="2662" y="5518"/>
                  </a:lnTo>
                  <a:lnTo>
                    <a:pt x="2754" y="5361"/>
                  </a:lnTo>
                  <a:cubicBezTo>
                    <a:pt x="2824" y="5242"/>
                    <a:pt x="4433" y="2449"/>
                    <a:pt x="3802" y="553"/>
                  </a:cubicBezTo>
                  <a:lnTo>
                    <a:pt x="3752" y="400"/>
                  </a:lnTo>
                  <a:lnTo>
                    <a:pt x="3675" y="346"/>
                  </a:lnTo>
                  <a:cubicBezTo>
                    <a:pt x="3342" y="116"/>
                    <a:pt x="3005" y="0"/>
                    <a:pt x="2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595850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49C0027A-D6E2-F706-D262-1A50BD7A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2B2F7ECC-6929-15E6-AA72-BE9E647CC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7" y="699367"/>
            <a:ext cx="723890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Các bước thực hiện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6E01D0CB-D78D-00A0-9EB5-1421A1D4E40C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83296188-8CC5-523C-9FAB-C98C8D4CD2EE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A2532A28-9C2A-BF74-2CE1-772D5BF0AE2F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88DE4CE4-C930-5700-4CF6-B609038367B8}"/>
              </a:ext>
            </a:extLst>
          </p:cNvPr>
          <p:cNvGrpSpPr/>
          <p:nvPr/>
        </p:nvGrpSpPr>
        <p:grpSpPr>
          <a:xfrm>
            <a:off x="3734443" y="1239067"/>
            <a:ext cx="4846320" cy="539700"/>
            <a:chOff x="454214" y="1239067"/>
            <a:chExt cx="4846320" cy="539700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AA7EAC77-409C-EE26-82A9-8CAA70FAAF91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6DEB6A6-9840-5899-2AD6-308CF59A6721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1B4A6FA8-9095-6492-05C3-371FCBA17B7A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61476EE5-3A7B-BDF7-1451-0D91A0E8B936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Bước</a:t>
              </a:r>
              <a:r>
                <a:rPr lang="en-US" dirty="0"/>
                <a:t> 1: </a:t>
              </a:r>
              <a:r>
                <a:rPr lang="en-US" dirty="0" err="1"/>
                <a:t>Khởi</a:t>
              </a:r>
              <a:r>
                <a:rPr lang="en-US" dirty="0"/>
                <a:t> </a:t>
              </a:r>
              <a:r>
                <a:rPr lang="en-US" dirty="0" err="1"/>
                <a:t>tạo</a:t>
              </a:r>
              <a:r>
                <a:rPr lang="en-US" dirty="0"/>
                <a:t> Topology </a:t>
              </a:r>
              <a:r>
                <a:rPr lang="en-US" dirty="0" err="1"/>
                <a:t>và</a:t>
              </a:r>
              <a:r>
                <a:rPr lang="en-US" dirty="0"/>
                <a:t> </a:t>
              </a:r>
              <a:r>
                <a:rPr lang="en-US" dirty="0" err="1"/>
                <a:t>quy</a:t>
              </a:r>
              <a:r>
                <a:rPr lang="en-US" dirty="0"/>
                <a:t> </a:t>
              </a:r>
              <a:r>
                <a:rPr lang="en-US" dirty="0" err="1"/>
                <a:t>hoạch</a:t>
              </a:r>
              <a:r>
                <a:rPr lang="en-US" dirty="0"/>
                <a:t> IP</a:t>
              </a: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0368213-3604-0823-54B5-4B781982D455}"/>
              </a:ext>
            </a:extLst>
          </p:cNvPr>
          <p:cNvGrpSpPr/>
          <p:nvPr/>
        </p:nvGrpSpPr>
        <p:grpSpPr>
          <a:xfrm>
            <a:off x="3734443" y="1967200"/>
            <a:ext cx="4846320" cy="539700"/>
            <a:chOff x="454214" y="1239067"/>
            <a:chExt cx="4846320" cy="539700"/>
          </a:xfrm>
        </p:grpSpPr>
        <p:sp>
          <p:nvSpPr>
            <p:cNvPr id="282" name="Shape 3">
              <a:extLst>
                <a:ext uri="{FF2B5EF4-FFF2-40B4-BE49-F238E27FC236}">
                  <a16:creationId xmlns:a16="http://schemas.microsoft.com/office/drawing/2014/main" id="{2281DD95-E9D3-DAC4-D068-932630F17DCC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Shape 4">
              <a:extLst>
                <a:ext uri="{FF2B5EF4-FFF2-40B4-BE49-F238E27FC236}">
                  <a16:creationId xmlns:a16="http://schemas.microsoft.com/office/drawing/2014/main" id="{6B455A34-C3D7-E3CE-0BCA-F547E2EE8254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Text 5">
              <a:extLst>
                <a:ext uri="{FF2B5EF4-FFF2-40B4-BE49-F238E27FC236}">
                  <a16:creationId xmlns:a16="http://schemas.microsoft.com/office/drawing/2014/main" id="{5CB614C7-D2E5-C925-11C0-D56298BCEFFD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285" name="Text 7">
              <a:extLst>
                <a:ext uri="{FF2B5EF4-FFF2-40B4-BE49-F238E27FC236}">
                  <a16:creationId xmlns:a16="http://schemas.microsoft.com/office/drawing/2014/main" id="{3EECEA96-A6CF-5E6F-C5D0-E99BB820F4E7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Bước</a:t>
              </a:r>
              <a:r>
                <a:rPr lang="en-US" dirty="0"/>
                <a:t> 2: </a:t>
              </a:r>
              <a:r>
                <a:rPr lang="en-US" dirty="0" err="1"/>
                <a:t>Triển</a:t>
              </a:r>
              <a:r>
                <a:rPr lang="en-US" dirty="0"/>
                <a:t> </a:t>
              </a:r>
              <a:r>
                <a:rPr lang="en-US" dirty="0" err="1"/>
                <a:t>khai</a:t>
              </a:r>
              <a:r>
                <a:rPr lang="en-US" dirty="0"/>
                <a:t> </a:t>
              </a:r>
              <a:r>
                <a:rPr lang="en-US" dirty="0" err="1"/>
                <a:t>cấu</a:t>
              </a:r>
              <a:r>
                <a:rPr lang="en-US" dirty="0"/>
                <a:t> </a:t>
              </a:r>
              <a:r>
                <a:rPr lang="en-US" dirty="0" err="1"/>
                <a:t>trúc</a:t>
              </a:r>
              <a:r>
                <a:rPr lang="en-US" dirty="0"/>
                <a:t> Layer 2</a:t>
              </a: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76502974-8375-16B4-1933-40F4DBB00FF9}"/>
              </a:ext>
            </a:extLst>
          </p:cNvPr>
          <p:cNvGrpSpPr/>
          <p:nvPr/>
        </p:nvGrpSpPr>
        <p:grpSpPr>
          <a:xfrm>
            <a:off x="3734443" y="2695333"/>
            <a:ext cx="4846320" cy="539700"/>
            <a:chOff x="454214" y="1239067"/>
            <a:chExt cx="4846320" cy="539700"/>
          </a:xfrm>
        </p:grpSpPr>
        <p:sp>
          <p:nvSpPr>
            <p:cNvPr id="287" name="Shape 3">
              <a:extLst>
                <a:ext uri="{FF2B5EF4-FFF2-40B4-BE49-F238E27FC236}">
                  <a16:creationId xmlns:a16="http://schemas.microsoft.com/office/drawing/2014/main" id="{7E70F3F4-77E0-E77B-F30D-A76F0BCA9818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Shape 4">
              <a:extLst>
                <a:ext uri="{FF2B5EF4-FFF2-40B4-BE49-F238E27FC236}">
                  <a16:creationId xmlns:a16="http://schemas.microsoft.com/office/drawing/2014/main" id="{9EC8D741-24B4-996F-3564-50C973B73D00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Text 5">
              <a:extLst>
                <a:ext uri="{FF2B5EF4-FFF2-40B4-BE49-F238E27FC236}">
                  <a16:creationId xmlns:a16="http://schemas.microsoft.com/office/drawing/2014/main" id="{B676A20B-D573-1EA9-8067-66730D0FF311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290" name="Text 7">
              <a:extLst>
                <a:ext uri="{FF2B5EF4-FFF2-40B4-BE49-F238E27FC236}">
                  <a16:creationId xmlns:a16="http://schemas.microsoft.com/office/drawing/2014/main" id="{4E6DAFF5-D3A5-017E-6651-D48FD7D30D9E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Bước</a:t>
              </a:r>
              <a:r>
                <a:rPr lang="en-US" dirty="0"/>
                <a:t> 3: </a:t>
              </a:r>
              <a:r>
                <a:rPr lang="en-US" dirty="0" err="1"/>
                <a:t>Triển</a:t>
              </a:r>
              <a:r>
                <a:rPr lang="en-US" dirty="0"/>
                <a:t> </a:t>
              </a:r>
              <a:r>
                <a:rPr lang="en-US" dirty="0" err="1"/>
                <a:t>khai</a:t>
              </a:r>
              <a:r>
                <a:rPr lang="en-US" dirty="0"/>
                <a:t> </a:t>
              </a:r>
              <a:r>
                <a:rPr lang="en-US" dirty="0" err="1"/>
                <a:t>định</a:t>
              </a:r>
              <a:r>
                <a:rPr lang="en-US" dirty="0"/>
                <a:t> </a:t>
              </a:r>
              <a:r>
                <a:rPr lang="en-US" dirty="0" err="1"/>
                <a:t>tuyến</a:t>
              </a:r>
              <a:r>
                <a:rPr lang="en-US" dirty="0"/>
                <a:t> </a:t>
              </a:r>
              <a:r>
                <a:rPr lang="en-US" dirty="0" err="1"/>
                <a:t>và</a:t>
              </a:r>
              <a:r>
                <a:rPr lang="en-US" dirty="0"/>
                <a:t> </a:t>
              </a:r>
              <a:r>
                <a:rPr lang="en-US" dirty="0" err="1"/>
                <a:t>dự</a:t>
              </a:r>
              <a:r>
                <a:rPr lang="en-US" dirty="0"/>
                <a:t> </a:t>
              </a:r>
              <a:r>
                <a:rPr lang="en-US" dirty="0" err="1"/>
                <a:t>phòng</a:t>
              </a:r>
              <a:r>
                <a:rPr lang="en-US" dirty="0"/>
                <a:t> Layer 3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4AFAA50-EE55-A51E-19A0-BFA46D582BC3}"/>
              </a:ext>
            </a:extLst>
          </p:cNvPr>
          <p:cNvGrpSpPr/>
          <p:nvPr/>
        </p:nvGrpSpPr>
        <p:grpSpPr>
          <a:xfrm>
            <a:off x="3734443" y="3423466"/>
            <a:ext cx="4846320" cy="539700"/>
            <a:chOff x="454214" y="1239067"/>
            <a:chExt cx="4846320" cy="539700"/>
          </a:xfrm>
        </p:grpSpPr>
        <p:sp>
          <p:nvSpPr>
            <p:cNvPr id="292" name="Shape 3">
              <a:extLst>
                <a:ext uri="{FF2B5EF4-FFF2-40B4-BE49-F238E27FC236}">
                  <a16:creationId xmlns:a16="http://schemas.microsoft.com/office/drawing/2014/main" id="{F37C6E13-83B2-C71C-CAAD-2F8E5C1ADD96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Shape 4">
              <a:extLst>
                <a:ext uri="{FF2B5EF4-FFF2-40B4-BE49-F238E27FC236}">
                  <a16:creationId xmlns:a16="http://schemas.microsoft.com/office/drawing/2014/main" id="{EE84A8FE-4376-A1D1-6DE5-36D7533A01F3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Text 5">
              <a:extLst>
                <a:ext uri="{FF2B5EF4-FFF2-40B4-BE49-F238E27FC236}">
                  <a16:creationId xmlns:a16="http://schemas.microsoft.com/office/drawing/2014/main" id="{36682152-CA98-868E-3133-94FFC99F0290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600" dirty="0"/>
            </a:p>
          </p:txBody>
        </p:sp>
        <p:sp>
          <p:nvSpPr>
            <p:cNvPr id="295" name="Text 7">
              <a:extLst>
                <a:ext uri="{FF2B5EF4-FFF2-40B4-BE49-F238E27FC236}">
                  <a16:creationId xmlns:a16="http://schemas.microsoft.com/office/drawing/2014/main" id="{5EF1951F-4891-F201-1FAD-D8837C993C35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Bước</a:t>
              </a:r>
              <a:r>
                <a:rPr lang="en-US" dirty="0"/>
                <a:t> 4: </a:t>
              </a:r>
              <a:r>
                <a:rPr lang="en-US" dirty="0" err="1"/>
                <a:t>Thiết</a:t>
              </a:r>
              <a:r>
                <a:rPr lang="en-US" dirty="0"/>
                <a:t> </a:t>
              </a:r>
              <a:r>
                <a:rPr lang="en-US" dirty="0" err="1"/>
                <a:t>lập</a:t>
              </a:r>
              <a:r>
                <a:rPr lang="en-US" dirty="0"/>
                <a:t> </a:t>
              </a:r>
              <a:r>
                <a:rPr lang="en-US" dirty="0" err="1"/>
                <a:t>chốt</a:t>
              </a:r>
              <a:r>
                <a:rPr lang="en-US" dirty="0"/>
                <a:t> </a:t>
              </a:r>
              <a:r>
                <a:rPr lang="en-US" dirty="0" err="1"/>
                <a:t>chặn</a:t>
              </a:r>
              <a:r>
                <a:rPr lang="en-US" dirty="0"/>
                <a:t> Firewall ASA</a:t>
              </a: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5C7692C9-DC24-5297-591F-3D8125D7DD1E}"/>
              </a:ext>
            </a:extLst>
          </p:cNvPr>
          <p:cNvGrpSpPr/>
          <p:nvPr/>
        </p:nvGrpSpPr>
        <p:grpSpPr>
          <a:xfrm>
            <a:off x="3734443" y="4151599"/>
            <a:ext cx="4846320" cy="539700"/>
            <a:chOff x="454214" y="1239067"/>
            <a:chExt cx="4846320" cy="539700"/>
          </a:xfrm>
        </p:grpSpPr>
        <p:sp>
          <p:nvSpPr>
            <p:cNvPr id="298" name="Shape 3">
              <a:extLst>
                <a:ext uri="{FF2B5EF4-FFF2-40B4-BE49-F238E27FC236}">
                  <a16:creationId xmlns:a16="http://schemas.microsoft.com/office/drawing/2014/main" id="{36324C01-D92C-B859-486D-EEDEAB39A7C1}"/>
                </a:ext>
              </a:extLst>
            </p:cNvPr>
            <p:cNvSpPr/>
            <p:nvPr/>
          </p:nvSpPr>
          <p:spPr>
            <a:xfrm>
              <a:off x="454214" y="1239067"/>
              <a:ext cx="4846320" cy="5397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BF4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Shape 4">
              <a:extLst>
                <a:ext uri="{FF2B5EF4-FFF2-40B4-BE49-F238E27FC236}">
                  <a16:creationId xmlns:a16="http://schemas.microsoft.com/office/drawing/2014/main" id="{F2020555-ECDC-2803-DAC9-3707E0B223FB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solidFill>
              <a:srgbClr val="0D7377"/>
            </a:solidFill>
            <a:ln w="12700">
              <a:solidFill>
                <a:srgbClr val="0D737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Text 5">
              <a:extLst>
                <a:ext uri="{FF2B5EF4-FFF2-40B4-BE49-F238E27FC236}">
                  <a16:creationId xmlns:a16="http://schemas.microsoft.com/office/drawing/2014/main" id="{20EDE444-253C-CEAD-B84F-BF37C3BB22E6}"/>
                </a:ext>
              </a:extLst>
            </p:cNvPr>
            <p:cNvSpPr/>
            <p:nvPr/>
          </p:nvSpPr>
          <p:spPr>
            <a:xfrm>
              <a:off x="454214" y="1239067"/>
              <a:ext cx="502920" cy="539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</a:t>
              </a:r>
              <a:endParaRPr lang="en-US" sz="1600" dirty="0"/>
            </a:p>
          </p:txBody>
        </p:sp>
        <p:sp>
          <p:nvSpPr>
            <p:cNvPr id="301" name="Text 7">
              <a:extLst>
                <a:ext uri="{FF2B5EF4-FFF2-40B4-BE49-F238E27FC236}">
                  <a16:creationId xmlns:a16="http://schemas.microsoft.com/office/drawing/2014/main" id="{E3BCD80B-2DB8-BA57-C218-0517A77A7F0A}"/>
                </a:ext>
              </a:extLst>
            </p:cNvPr>
            <p:cNvSpPr/>
            <p:nvPr/>
          </p:nvSpPr>
          <p:spPr>
            <a:xfrm>
              <a:off x="1071434" y="1303697"/>
              <a:ext cx="41148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/>
              <a:r>
                <a:rPr lang="en-US" dirty="0" err="1"/>
                <a:t>Bước</a:t>
              </a:r>
              <a:r>
                <a:rPr lang="en-US" dirty="0"/>
                <a:t> 5: </a:t>
              </a:r>
              <a:r>
                <a:rPr lang="en-US" dirty="0" err="1"/>
                <a:t>Áp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</a:t>
              </a:r>
              <a:r>
                <a:rPr lang="en-US" dirty="0" err="1"/>
                <a:t>chính</a:t>
              </a:r>
              <a:r>
                <a:rPr lang="en-US" dirty="0"/>
                <a:t> </a:t>
              </a:r>
              <a:r>
                <a:rPr lang="en-US" dirty="0" err="1"/>
                <a:t>sách</a:t>
              </a:r>
              <a:r>
                <a:rPr lang="en-US" dirty="0"/>
                <a:t> </a:t>
              </a:r>
              <a:r>
                <a:rPr lang="en-US" dirty="0" err="1"/>
                <a:t>kiểm</a:t>
              </a:r>
              <a:r>
                <a:rPr lang="en-US" dirty="0"/>
                <a:t> </a:t>
              </a:r>
              <a:r>
                <a:rPr lang="en-US" dirty="0" err="1"/>
                <a:t>soát</a:t>
              </a:r>
              <a:r>
                <a:rPr lang="en-US" dirty="0"/>
                <a:t> </a:t>
              </a:r>
              <a:r>
                <a:rPr lang="en-US" dirty="0" err="1"/>
                <a:t>và</a:t>
              </a:r>
              <a:r>
                <a:rPr lang="en-US" dirty="0"/>
                <a:t> VPN</a:t>
              </a:r>
            </a:p>
          </p:txBody>
        </p:sp>
      </p:grpSp>
      <p:grpSp>
        <p:nvGrpSpPr>
          <p:cNvPr id="2" name="Google Shape;917;p38">
            <a:extLst>
              <a:ext uri="{FF2B5EF4-FFF2-40B4-BE49-F238E27FC236}">
                <a16:creationId xmlns:a16="http://schemas.microsoft.com/office/drawing/2014/main" id="{29D5A5CB-C94C-7B60-3F22-AD0967DA5C1B}"/>
              </a:ext>
            </a:extLst>
          </p:cNvPr>
          <p:cNvGrpSpPr/>
          <p:nvPr/>
        </p:nvGrpSpPr>
        <p:grpSpPr>
          <a:xfrm>
            <a:off x="-323095" y="1307324"/>
            <a:ext cx="3547269" cy="3655635"/>
            <a:chOff x="1251950" y="238125"/>
            <a:chExt cx="5082775" cy="5238050"/>
          </a:xfrm>
        </p:grpSpPr>
        <p:sp>
          <p:nvSpPr>
            <p:cNvPr id="4" name="Google Shape;918;p38">
              <a:extLst>
                <a:ext uri="{FF2B5EF4-FFF2-40B4-BE49-F238E27FC236}">
                  <a16:creationId xmlns:a16="http://schemas.microsoft.com/office/drawing/2014/main" id="{00807BAC-F397-7336-7AE7-9A1FC62BCB8A}"/>
                </a:ext>
              </a:extLst>
            </p:cNvPr>
            <p:cNvSpPr/>
            <p:nvPr/>
          </p:nvSpPr>
          <p:spPr>
            <a:xfrm>
              <a:off x="1251950" y="962350"/>
              <a:ext cx="5082775" cy="3929850"/>
            </a:xfrm>
            <a:custGeom>
              <a:avLst/>
              <a:gdLst/>
              <a:ahLst/>
              <a:cxnLst/>
              <a:rect l="l" t="t" r="r" b="b"/>
              <a:pathLst>
                <a:path w="203311" h="157194" extrusionOk="0">
                  <a:moveTo>
                    <a:pt x="100885" y="1"/>
                  </a:moveTo>
                  <a:cubicBezTo>
                    <a:pt x="92874" y="1"/>
                    <a:pt x="84783" y="1283"/>
                    <a:pt x="76806" y="4068"/>
                  </a:cubicBezTo>
                  <a:cubicBezTo>
                    <a:pt x="49058" y="13751"/>
                    <a:pt x="26114" y="37738"/>
                    <a:pt x="13638" y="64467"/>
                  </a:cubicBezTo>
                  <a:cubicBezTo>
                    <a:pt x="4861" y="83276"/>
                    <a:pt x="0" y="107645"/>
                    <a:pt x="5342" y="128126"/>
                  </a:cubicBezTo>
                  <a:cubicBezTo>
                    <a:pt x="9982" y="145910"/>
                    <a:pt x="24797" y="153812"/>
                    <a:pt x="41740" y="155082"/>
                  </a:cubicBezTo>
                  <a:cubicBezTo>
                    <a:pt x="48780" y="155610"/>
                    <a:pt x="55827" y="155798"/>
                    <a:pt x="62878" y="155798"/>
                  </a:cubicBezTo>
                  <a:cubicBezTo>
                    <a:pt x="80424" y="155798"/>
                    <a:pt x="97992" y="154632"/>
                    <a:pt x="115534" y="154632"/>
                  </a:cubicBezTo>
                  <a:cubicBezTo>
                    <a:pt x="117772" y="154632"/>
                    <a:pt x="120009" y="154651"/>
                    <a:pt x="122246" y="154694"/>
                  </a:cubicBezTo>
                  <a:cubicBezTo>
                    <a:pt x="132898" y="154898"/>
                    <a:pt x="146681" y="157193"/>
                    <a:pt x="159730" y="157193"/>
                  </a:cubicBezTo>
                  <a:cubicBezTo>
                    <a:pt x="169995" y="157193"/>
                    <a:pt x="179806" y="155773"/>
                    <a:pt x="187279" y="150796"/>
                  </a:cubicBezTo>
                  <a:cubicBezTo>
                    <a:pt x="203310" y="140121"/>
                    <a:pt x="202308" y="116877"/>
                    <a:pt x="200551" y="99803"/>
                  </a:cubicBezTo>
                  <a:cubicBezTo>
                    <a:pt x="197934" y="74371"/>
                    <a:pt x="185913" y="50155"/>
                    <a:pt x="168784" y="31885"/>
                  </a:cubicBezTo>
                  <a:cubicBezTo>
                    <a:pt x="151059" y="12980"/>
                    <a:pt x="126371" y="1"/>
                    <a:pt x="10088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19;p38">
              <a:extLst>
                <a:ext uri="{FF2B5EF4-FFF2-40B4-BE49-F238E27FC236}">
                  <a16:creationId xmlns:a16="http://schemas.microsoft.com/office/drawing/2014/main" id="{A3C52EB1-33CA-88E7-A26A-BA848D3999DA}"/>
                </a:ext>
              </a:extLst>
            </p:cNvPr>
            <p:cNvSpPr/>
            <p:nvPr/>
          </p:nvSpPr>
          <p:spPr>
            <a:xfrm>
              <a:off x="1528800" y="3002450"/>
              <a:ext cx="528750" cy="818750"/>
            </a:xfrm>
            <a:custGeom>
              <a:avLst/>
              <a:gdLst/>
              <a:ahLst/>
              <a:cxnLst/>
              <a:rect l="l" t="t" r="r" b="b"/>
              <a:pathLst>
                <a:path w="21150" h="32750" extrusionOk="0">
                  <a:moveTo>
                    <a:pt x="10575" y="732"/>
                  </a:moveTo>
                  <a:lnTo>
                    <a:pt x="20195" y="12842"/>
                  </a:lnTo>
                  <a:lnTo>
                    <a:pt x="16789" y="12842"/>
                  </a:lnTo>
                  <a:cubicBezTo>
                    <a:pt x="16788" y="12842"/>
                    <a:pt x="16788" y="12842"/>
                    <a:pt x="16787" y="12842"/>
                  </a:cubicBezTo>
                  <a:cubicBezTo>
                    <a:pt x="16631" y="12842"/>
                    <a:pt x="16505" y="12969"/>
                    <a:pt x="16506" y="13125"/>
                  </a:cubicBezTo>
                  <a:lnTo>
                    <a:pt x="16506" y="32184"/>
                  </a:lnTo>
                  <a:lnTo>
                    <a:pt x="4643" y="32184"/>
                  </a:lnTo>
                  <a:lnTo>
                    <a:pt x="4644" y="13124"/>
                  </a:lnTo>
                  <a:cubicBezTo>
                    <a:pt x="4644" y="12968"/>
                    <a:pt x="4517" y="12841"/>
                    <a:pt x="4361" y="12841"/>
                  </a:cubicBezTo>
                  <a:lnTo>
                    <a:pt x="955" y="12841"/>
                  </a:lnTo>
                  <a:lnTo>
                    <a:pt x="10575" y="732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4" y="102"/>
                  </a:cubicBezTo>
                  <a:lnTo>
                    <a:pt x="148" y="12949"/>
                  </a:lnTo>
                  <a:cubicBezTo>
                    <a:pt x="0" y="13135"/>
                    <a:pt x="133" y="13408"/>
                    <a:pt x="370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8" y="32623"/>
                    <a:pt x="4205" y="32750"/>
                    <a:pt x="4361" y="32750"/>
                  </a:cubicBezTo>
                  <a:lnTo>
                    <a:pt x="16789" y="32750"/>
                  </a:lnTo>
                  <a:cubicBezTo>
                    <a:pt x="16790" y="32750"/>
                    <a:pt x="16790" y="32750"/>
                    <a:pt x="16791" y="32750"/>
                  </a:cubicBezTo>
                  <a:cubicBezTo>
                    <a:pt x="16947" y="32750"/>
                    <a:pt x="17072" y="32623"/>
                    <a:pt x="17072" y="32467"/>
                  </a:cubicBezTo>
                  <a:lnTo>
                    <a:pt x="17072" y="13408"/>
                  </a:lnTo>
                  <a:lnTo>
                    <a:pt x="20781" y="13408"/>
                  </a:lnTo>
                  <a:cubicBezTo>
                    <a:pt x="21017" y="13408"/>
                    <a:pt x="21149" y="13135"/>
                    <a:pt x="21003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20;p38">
              <a:extLst>
                <a:ext uri="{FF2B5EF4-FFF2-40B4-BE49-F238E27FC236}">
                  <a16:creationId xmlns:a16="http://schemas.microsoft.com/office/drawing/2014/main" id="{6A5ED5A2-B0A8-7C92-A05F-5E3B91CE0329}"/>
                </a:ext>
              </a:extLst>
            </p:cNvPr>
            <p:cNvSpPr/>
            <p:nvPr/>
          </p:nvSpPr>
          <p:spPr>
            <a:xfrm>
              <a:off x="4651250" y="3002450"/>
              <a:ext cx="528750" cy="818750"/>
            </a:xfrm>
            <a:custGeom>
              <a:avLst/>
              <a:gdLst/>
              <a:ahLst/>
              <a:cxnLst/>
              <a:rect l="l" t="t" r="r" b="b"/>
              <a:pathLst>
                <a:path w="21150" h="32750" extrusionOk="0">
                  <a:moveTo>
                    <a:pt x="10575" y="732"/>
                  </a:moveTo>
                  <a:lnTo>
                    <a:pt x="20195" y="12842"/>
                  </a:lnTo>
                  <a:lnTo>
                    <a:pt x="16788" y="12842"/>
                  </a:lnTo>
                  <a:cubicBezTo>
                    <a:pt x="16788" y="12842"/>
                    <a:pt x="16787" y="12842"/>
                    <a:pt x="16786" y="12842"/>
                  </a:cubicBezTo>
                  <a:cubicBezTo>
                    <a:pt x="16631" y="12842"/>
                    <a:pt x="16506" y="12969"/>
                    <a:pt x="16506" y="13125"/>
                  </a:cubicBezTo>
                  <a:lnTo>
                    <a:pt x="16506" y="32184"/>
                  </a:lnTo>
                  <a:lnTo>
                    <a:pt x="4644" y="32184"/>
                  </a:lnTo>
                  <a:lnTo>
                    <a:pt x="4645" y="13125"/>
                  </a:lnTo>
                  <a:cubicBezTo>
                    <a:pt x="4645" y="12969"/>
                    <a:pt x="4519" y="12842"/>
                    <a:pt x="4364" y="12842"/>
                  </a:cubicBezTo>
                  <a:cubicBezTo>
                    <a:pt x="4363" y="12842"/>
                    <a:pt x="4363" y="12842"/>
                    <a:pt x="4362" y="12842"/>
                  </a:cubicBezTo>
                  <a:lnTo>
                    <a:pt x="956" y="12842"/>
                  </a:lnTo>
                  <a:lnTo>
                    <a:pt x="10575" y="732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3" y="102"/>
                  </a:cubicBezTo>
                  <a:lnTo>
                    <a:pt x="147" y="12949"/>
                  </a:lnTo>
                  <a:cubicBezTo>
                    <a:pt x="1" y="13135"/>
                    <a:pt x="132" y="13408"/>
                    <a:pt x="369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8" y="32623"/>
                    <a:pt x="4205" y="32750"/>
                    <a:pt x="4361" y="32750"/>
                  </a:cubicBezTo>
                  <a:lnTo>
                    <a:pt x="16788" y="32750"/>
                  </a:lnTo>
                  <a:cubicBezTo>
                    <a:pt x="16789" y="32750"/>
                    <a:pt x="16790" y="32750"/>
                    <a:pt x="16790" y="32750"/>
                  </a:cubicBezTo>
                  <a:cubicBezTo>
                    <a:pt x="16946" y="32750"/>
                    <a:pt x="17072" y="32623"/>
                    <a:pt x="17072" y="32467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50" y="13135"/>
                    <a:pt x="21002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21;p38">
              <a:extLst>
                <a:ext uri="{FF2B5EF4-FFF2-40B4-BE49-F238E27FC236}">
                  <a16:creationId xmlns:a16="http://schemas.microsoft.com/office/drawing/2014/main" id="{032BF6F8-439A-0425-0191-51A9B97CEC11}"/>
                </a:ext>
              </a:extLst>
            </p:cNvPr>
            <p:cNvSpPr/>
            <p:nvPr/>
          </p:nvSpPr>
          <p:spPr>
            <a:xfrm>
              <a:off x="5439125" y="3793550"/>
              <a:ext cx="528725" cy="818775"/>
            </a:xfrm>
            <a:custGeom>
              <a:avLst/>
              <a:gdLst/>
              <a:ahLst/>
              <a:cxnLst/>
              <a:rect l="l" t="t" r="r" b="b"/>
              <a:pathLst>
                <a:path w="21149" h="32751" extrusionOk="0">
                  <a:moveTo>
                    <a:pt x="10574" y="733"/>
                  </a:moveTo>
                  <a:lnTo>
                    <a:pt x="20193" y="12843"/>
                  </a:lnTo>
                  <a:lnTo>
                    <a:pt x="16788" y="12843"/>
                  </a:lnTo>
                  <a:cubicBezTo>
                    <a:pt x="16632" y="12843"/>
                    <a:pt x="16505" y="12969"/>
                    <a:pt x="16505" y="13125"/>
                  </a:cubicBezTo>
                  <a:lnTo>
                    <a:pt x="16505" y="32185"/>
                  </a:lnTo>
                  <a:lnTo>
                    <a:pt x="4642" y="32185"/>
                  </a:lnTo>
                  <a:lnTo>
                    <a:pt x="4643" y="13125"/>
                  </a:lnTo>
                  <a:cubicBezTo>
                    <a:pt x="4643" y="12969"/>
                    <a:pt x="4517" y="12843"/>
                    <a:pt x="4361" y="12843"/>
                  </a:cubicBezTo>
                  <a:lnTo>
                    <a:pt x="955" y="12843"/>
                  </a:lnTo>
                  <a:lnTo>
                    <a:pt x="10574" y="733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4" y="102"/>
                  </a:cubicBezTo>
                  <a:lnTo>
                    <a:pt x="147" y="12949"/>
                  </a:lnTo>
                  <a:cubicBezTo>
                    <a:pt x="0" y="13135"/>
                    <a:pt x="132" y="13408"/>
                    <a:pt x="369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7" y="32624"/>
                    <a:pt x="4204" y="32751"/>
                    <a:pt x="4361" y="32751"/>
                  </a:cubicBezTo>
                  <a:lnTo>
                    <a:pt x="16788" y="32751"/>
                  </a:lnTo>
                  <a:cubicBezTo>
                    <a:pt x="16945" y="32751"/>
                    <a:pt x="17072" y="32624"/>
                    <a:pt x="17072" y="32467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49" y="13135"/>
                    <a:pt x="21002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22;p38">
              <a:extLst>
                <a:ext uri="{FF2B5EF4-FFF2-40B4-BE49-F238E27FC236}">
                  <a16:creationId xmlns:a16="http://schemas.microsoft.com/office/drawing/2014/main" id="{4BA4B007-4885-FCB3-02EF-10B3BEEA60B9}"/>
                </a:ext>
              </a:extLst>
            </p:cNvPr>
            <p:cNvSpPr/>
            <p:nvPr/>
          </p:nvSpPr>
          <p:spPr>
            <a:xfrm>
              <a:off x="5115950" y="1945750"/>
              <a:ext cx="528725" cy="818800"/>
            </a:xfrm>
            <a:custGeom>
              <a:avLst/>
              <a:gdLst/>
              <a:ahLst/>
              <a:cxnLst/>
              <a:rect l="l" t="t" r="r" b="b"/>
              <a:pathLst>
                <a:path w="21149" h="32752" extrusionOk="0">
                  <a:moveTo>
                    <a:pt x="10574" y="732"/>
                  </a:moveTo>
                  <a:lnTo>
                    <a:pt x="20194" y="12843"/>
                  </a:lnTo>
                  <a:lnTo>
                    <a:pt x="16788" y="12843"/>
                  </a:lnTo>
                  <a:cubicBezTo>
                    <a:pt x="16631" y="12843"/>
                    <a:pt x="16505" y="12969"/>
                    <a:pt x="16505" y="13126"/>
                  </a:cubicBezTo>
                  <a:lnTo>
                    <a:pt x="16505" y="32185"/>
                  </a:lnTo>
                  <a:lnTo>
                    <a:pt x="4643" y="32185"/>
                  </a:lnTo>
                  <a:lnTo>
                    <a:pt x="4643" y="13126"/>
                  </a:lnTo>
                  <a:cubicBezTo>
                    <a:pt x="4643" y="12969"/>
                    <a:pt x="4517" y="12843"/>
                    <a:pt x="4361" y="12843"/>
                  </a:cubicBezTo>
                  <a:lnTo>
                    <a:pt x="955" y="12843"/>
                  </a:lnTo>
                  <a:lnTo>
                    <a:pt x="10574" y="732"/>
                  </a:lnTo>
                  <a:close/>
                  <a:moveTo>
                    <a:pt x="10574" y="1"/>
                  </a:moveTo>
                  <a:cubicBezTo>
                    <a:pt x="10490" y="1"/>
                    <a:pt x="10406" y="34"/>
                    <a:pt x="10353" y="102"/>
                  </a:cubicBezTo>
                  <a:lnTo>
                    <a:pt x="147" y="12950"/>
                  </a:lnTo>
                  <a:cubicBezTo>
                    <a:pt x="0" y="13135"/>
                    <a:pt x="132" y="13408"/>
                    <a:pt x="369" y="13408"/>
                  </a:cubicBezTo>
                  <a:lnTo>
                    <a:pt x="4077" y="13408"/>
                  </a:lnTo>
                  <a:lnTo>
                    <a:pt x="4077" y="32468"/>
                  </a:lnTo>
                  <a:cubicBezTo>
                    <a:pt x="4077" y="32624"/>
                    <a:pt x="4204" y="32751"/>
                    <a:pt x="4361" y="32751"/>
                  </a:cubicBezTo>
                  <a:lnTo>
                    <a:pt x="16789" y="32751"/>
                  </a:lnTo>
                  <a:cubicBezTo>
                    <a:pt x="16944" y="32751"/>
                    <a:pt x="17072" y="32624"/>
                    <a:pt x="17072" y="32468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48" y="13135"/>
                    <a:pt x="21002" y="12950"/>
                  </a:cubicBezTo>
                  <a:lnTo>
                    <a:pt x="10796" y="102"/>
                  </a:lnTo>
                  <a:cubicBezTo>
                    <a:pt x="10742" y="34"/>
                    <a:pt x="10658" y="1"/>
                    <a:pt x="10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23;p38">
              <a:extLst>
                <a:ext uri="{FF2B5EF4-FFF2-40B4-BE49-F238E27FC236}">
                  <a16:creationId xmlns:a16="http://schemas.microsoft.com/office/drawing/2014/main" id="{EBB7EA78-06F0-FA5B-49E2-1D427B896CD7}"/>
                </a:ext>
              </a:extLst>
            </p:cNvPr>
            <p:cNvSpPr/>
            <p:nvPr/>
          </p:nvSpPr>
          <p:spPr>
            <a:xfrm>
              <a:off x="2177650" y="2001375"/>
              <a:ext cx="528725" cy="818775"/>
            </a:xfrm>
            <a:custGeom>
              <a:avLst/>
              <a:gdLst/>
              <a:ahLst/>
              <a:cxnLst/>
              <a:rect l="l" t="t" r="r" b="b"/>
              <a:pathLst>
                <a:path w="21149" h="32751" extrusionOk="0">
                  <a:moveTo>
                    <a:pt x="10575" y="732"/>
                  </a:moveTo>
                  <a:lnTo>
                    <a:pt x="20195" y="12842"/>
                  </a:lnTo>
                  <a:lnTo>
                    <a:pt x="16788" y="12842"/>
                  </a:lnTo>
                  <a:cubicBezTo>
                    <a:pt x="16632" y="12842"/>
                    <a:pt x="16506" y="12969"/>
                    <a:pt x="16506" y="13125"/>
                  </a:cubicBezTo>
                  <a:lnTo>
                    <a:pt x="16506" y="32185"/>
                  </a:lnTo>
                  <a:lnTo>
                    <a:pt x="4643" y="32185"/>
                  </a:lnTo>
                  <a:lnTo>
                    <a:pt x="4644" y="13125"/>
                  </a:lnTo>
                  <a:cubicBezTo>
                    <a:pt x="4644" y="12969"/>
                    <a:pt x="4516" y="12842"/>
                    <a:pt x="4361" y="12842"/>
                  </a:cubicBezTo>
                  <a:lnTo>
                    <a:pt x="954" y="12842"/>
                  </a:lnTo>
                  <a:lnTo>
                    <a:pt x="10575" y="732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3" y="101"/>
                  </a:cubicBezTo>
                  <a:lnTo>
                    <a:pt x="147" y="12949"/>
                  </a:lnTo>
                  <a:cubicBezTo>
                    <a:pt x="1" y="13134"/>
                    <a:pt x="132" y="13408"/>
                    <a:pt x="369" y="13408"/>
                  </a:cubicBezTo>
                  <a:lnTo>
                    <a:pt x="4077" y="13408"/>
                  </a:lnTo>
                  <a:lnTo>
                    <a:pt x="4077" y="32467"/>
                  </a:lnTo>
                  <a:cubicBezTo>
                    <a:pt x="4077" y="32624"/>
                    <a:pt x="4205" y="32750"/>
                    <a:pt x="4361" y="32750"/>
                  </a:cubicBezTo>
                  <a:lnTo>
                    <a:pt x="16788" y="32750"/>
                  </a:lnTo>
                  <a:cubicBezTo>
                    <a:pt x="16945" y="32750"/>
                    <a:pt x="17072" y="32624"/>
                    <a:pt x="17072" y="32467"/>
                  </a:cubicBezTo>
                  <a:lnTo>
                    <a:pt x="17072" y="13408"/>
                  </a:lnTo>
                  <a:lnTo>
                    <a:pt x="20780" y="13408"/>
                  </a:lnTo>
                  <a:cubicBezTo>
                    <a:pt x="21017" y="13408"/>
                    <a:pt x="21149" y="13134"/>
                    <a:pt x="21002" y="12949"/>
                  </a:cubicBezTo>
                  <a:lnTo>
                    <a:pt x="10796" y="101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24;p38">
              <a:extLst>
                <a:ext uri="{FF2B5EF4-FFF2-40B4-BE49-F238E27FC236}">
                  <a16:creationId xmlns:a16="http://schemas.microsoft.com/office/drawing/2014/main" id="{9FC32725-8BFB-BE49-B45B-FE588B18D2B9}"/>
                </a:ext>
              </a:extLst>
            </p:cNvPr>
            <p:cNvSpPr/>
            <p:nvPr/>
          </p:nvSpPr>
          <p:spPr>
            <a:xfrm>
              <a:off x="2672475" y="3793550"/>
              <a:ext cx="528750" cy="818775"/>
            </a:xfrm>
            <a:custGeom>
              <a:avLst/>
              <a:gdLst/>
              <a:ahLst/>
              <a:cxnLst/>
              <a:rect l="l" t="t" r="r" b="b"/>
              <a:pathLst>
                <a:path w="21150" h="32751" extrusionOk="0">
                  <a:moveTo>
                    <a:pt x="10575" y="733"/>
                  </a:moveTo>
                  <a:lnTo>
                    <a:pt x="20194" y="12843"/>
                  </a:lnTo>
                  <a:lnTo>
                    <a:pt x="16788" y="12843"/>
                  </a:lnTo>
                  <a:cubicBezTo>
                    <a:pt x="16632" y="12843"/>
                    <a:pt x="16506" y="12969"/>
                    <a:pt x="16506" y="13125"/>
                  </a:cubicBezTo>
                  <a:lnTo>
                    <a:pt x="16506" y="32186"/>
                  </a:lnTo>
                  <a:lnTo>
                    <a:pt x="4644" y="32186"/>
                  </a:lnTo>
                  <a:lnTo>
                    <a:pt x="4644" y="13125"/>
                  </a:lnTo>
                  <a:cubicBezTo>
                    <a:pt x="4644" y="12969"/>
                    <a:pt x="4517" y="12843"/>
                    <a:pt x="4361" y="12843"/>
                  </a:cubicBezTo>
                  <a:lnTo>
                    <a:pt x="955" y="12843"/>
                  </a:lnTo>
                  <a:lnTo>
                    <a:pt x="10575" y="733"/>
                  </a:lnTo>
                  <a:close/>
                  <a:moveTo>
                    <a:pt x="10575" y="0"/>
                  </a:moveTo>
                  <a:cubicBezTo>
                    <a:pt x="10491" y="0"/>
                    <a:pt x="10407" y="34"/>
                    <a:pt x="10354" y="102"/>
                  </a:cubicBezTo>
                  <a:lnTo>
                    <a:pt x="148" y="12949"/>
                  </a:lnTo>
                  <a:cubicBezTo>
                    <a:pt x="0" y="13135"/>
                    <a:pt x="133" y="13408"/>
                    <a:pt x="369" y="13408"/>
                  </a:cubicBezTo>
                  <a:lnTo>
                    <a:pt x="4078" y="13408"/>
                  </a:lnTo>
                  <a:lnTo>
                    <a:pt x="4078" y="32467"/>
                  </a:lnTo>
                  <a:cubicBezTo>
                    <a:pt x="4078" y="32624"/>
                    <a:pt x="4204" y="32751"/>
                    <a:pt x="4361" y="32751"/>
                  </a:cubicBezTo>
                  <a:lnTo>
                    <a:pt x="16788" y="32751"/>
                  </a:lnTo>
                  <a:cubicBezTo>
                    <a:pt x="16945" y="32751"/>
                    <a:pt x="17072" y="32624"/>
                    <a:pt x="17072" y="32467"/>
                  </a:cubicBezTo>
                  <a:lnTo>
                    <a:pt x="17072" y="13408"/>
                  </a:lnTo>
                  <a:lnTo>
                    <a:pt x="20781" y="13408"/>
                  </a:lnTo>
                  <a:cubicBezTo>
                    <a:pt x="21017" y="13408"/>
                    <a:pt x="21150" y="13135"/>
                    <a:pt x="21002" y="12949"/>
                  </a:cubicBezTo>
                  <a:lnTo>
                    <a:pt x="10796" y="102"/>
                  </a:lnTo>
                  <a:cubicBezTo>
                    <a:pt x="10743" y="34"/>
                    <a:pt x="10659" y="0"/>
                    <a:pt x="10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25;p38">
              <a:extLst>
                <a:ext uri="{FF2B5EF4-FFF2-40B4-BE49-F238E27FC236}">
                  <a16:creationId xmlns:a16="http://schemas.microsoft.com/office/drawing/2014/main" id="{42B1B1EC-B9F9-B43F-FD02-5E174C6A8BA6}"/>
                </a:ext>
              </a:extLst>
            </p:cNvPr>
            <p:cNvSpPr/>
            <p:nvPr/>
          </p:nvSpPr>
          <p:spPr>
            <a:xfrm>
              <a:off x="2411300" y="5141625"/>
              <a:ext cx="2884375" cy="334550"/>
            </a:xfrm>
            <a:custGeom>
              <a:avLst/>
              <a:gdLst/>
              <a:ahLst/>
              <a:cxnLst/>
              <a:rect l="l" t="t" r="r" b="b"/>
              <a:pathLst>
                <a:path w="115375" h="13382" extrusionOk="0">
                  <a:moveTo>
                    <a:pt x="57688" y="0"/>
                  </a:moveTo>
                  <a:cubicBezTo>
                    <a:pt x="42388" y="0"/>
                    <a:pt x="27716" y="706"/>
                    <a:pt x="16897" y="1961"/>
                  </a:cubicBezTo>
                  <a:cubicBezTo>
                    <a:pt x="6078" y="3215"/>
                    <a:pt x="0" y="4917"/>
                    <a:pt x="0" y="6691"/>
                  </a:cubicBezTo>
                  <a:cubicBezTo>
                    <a:pt x="0" y="8466"/>
                    <a:pt x="6078" y="10168"/>
                    <a:pt x="16897" y="11422"/>
                  </a:cubicBezTo>
                  <a:cubicBezTo>
                    <a:pt x="27716" y="12677"/>
                    <a:pt x="42388" y="13382"/>
                    <a:pt x="57688" y="13382"/>
                  </a:cubicBezTo>
                  <a:cubicBezTo>
                    <a:pt x="72987" y="13382"/>
                    <a:pt x="87661" y="12677"/>
                    <a:pt x="98479" y="11422"/>
                  </a:cubicBezTo>
                  <a:cubicBezTo>
                    <a:pt x="109297" y="10168"/>
                    <a:pt x="115375" y="8466"/>
                    <a:pt x="115375" y="6691"/>
                  </a:cubicBezTo>
                  <a:cubicBezTo>
                    <a:pt x="115375" y="4917"/>
                    <a:pt x="109297" y="3215"/>
                    <a:pt x="98479" y="1961"/>
                  </a:cubicBezTo>
                  <a:cubicBezTo>
                    <a:pt x="87661" y="706"/>
                    <a:pt x="72987" y="0"/>
                    <a:pt x="57688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26;p38">
              <a:extLst>
                <a:ext uri="{FF2B5EF4-FFF2-40B4-BE49-F238E27FC236}">
                  <a16:creationId xmlns:a16="http://schemas.microsoft.com/office/drawing/2014/main" id="{D1622CFB-D9F3-7ACB-64F5-C9EAF61DB50B}"/>
                </a:ext>
              </a:extLst>
            </p:cNvPr>
            <p:cNvSpPr/>
            <p:nvPr/>
          </p:nvSpPr>
          <p:spPr>
            <a:xfrm>
              <a:off x="2235600" y="308825"/>
              <a:ext cx="2856850" cy="1662475"/>
            </a:xfrm>
            <a:custGeom>
              <a:avLst/>
              <a:gdLst/>
              <a:ahLst/>
              <a:cxnLst/>
              <a:rect l="l" t="t" r="r" b="b"/>
              <a:pathLst>
                <a:path w="114274" h="66499" extrusionOk="0">
                  <a:moveTo>
                    <a:pt x="42288" y="0"/>
                  </a:moveTo>
                  <a:cubicBezTo>
                    <a:pt x="26420" y="0"/>
                    <a:pt x="13558" y="12863"/>
                    <a:pt x="13558" y="28729"/>
                  </a:cubicBezTo>
                  <a:cubicBezTo>
                    <a:pt x="13558" y="29083"/>
                    <a:pt x="13571" y="29434"/>
                    <a:pt x="13586" y="29784"/>
                  </a:cubicBezTo>
                  <a:cubicBezTo>
                    <a:pt x="5746" y="32019"/>
                    <a:pt x="1" y="39220"/>
                    <a:pt x="1" y="47776"/>
                  </a:cubicBezTo>
                  <a:cubicBezTo>
                    <a:pt x="1" y="57237"/>
                    <a:pt x="7026" y="65038"/>
                    <a:pt x="16141" y="66299"/>
                  </a:cubicBezTo>
                  <a:lnTo>
                    <a:pt x="16141" y="66498"/>
                  </a:lnTo>
                  <a:lnTo>
                    <a:pt x="100715" y="66498"/>
                  </a:lnTo>
                  <a:cubicBezTo>
                    <a:pt x="108204" y="66498"/>
                    <a:pt x="114274" y="60428"/>
                    <a:pt x="114274" y="52940"/>
                  </a:cubicBezTo>
                  <a:cubicBezTo>
                    <a:pt x="114274" y="45762"/>
                    <a:pt x="108690" y="39901"/>
                    <a:pt x="101632" y="39428"/>
                  </a:cubicBezTo>
                  <a:cubicBezTo>
                    <a:pt x="101868" y="38157"/>
                    <a:pt x="102007" y="36849"/>
                    <a:pt x="102007" y="35509"/>
                  </a:cubicBezTo>
                  <a:cubicBezTo>
                    <a:pt x="102007" y="23742"/>
                    <a:pt x="92468" y="14203"/>
                    <a:pt x="80702" y="14203"/>
                  </a:cubicBezTo>
                  <a:cubicBezTo>
                    <a:pt x="76318" y="14203"/>
                    <a:pt x="72247" y="15530"/>
                    <a:pt x="68859" y="17800"/>
                  </a:cubicBezTo>
                  <a:cubicBezTo>
                    <a:pt x="64559" y="7355"/>
                    <a:pt x="54284" y="0"/>
                    <a:pt x="4228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27;p38">
              <a:extLst>
                <a:ext uri="{FF2B5EF4-FFF2-40B4-BE49-F238E27FC236}">
                  <a16:creationId xmlns:a16="http://schemas.microsoft.com/office/drawing/2014/main" id="{2D83C0CD-7E7C-CB8B-B4C4-0F748C6AEC1D}"/>
                </a:ext>
              </a:extLst>
            </p:cNvPr>
            <p:cNvSpPr/>
            <p:nvPr/>
          </p:nvSpPr>
          <p:spPr>
            <a:xfrm>
              <a:off x="2228525" y="301750"/>
              <a:ext cx="2871000" cy="1676600"/>
            </a:xfrm>
            <a:custGeom>
              <a:avLst/>
              <a:gdLst/>
              <a:ahLst/>
              <a:cxnLst/>
              <a:rect l="l" t="t" r="r" b="b"/>
              <a:pathLst>
                <a:path w="114840" h="67064" extrusionOk="0">
                  <a:moveTo>
                    <a:pt x="42571" y="567"/>
                  </a:moveTo>
                  <a:cubicBezTo>
                    <a:pt x="54145" y="567"/>
                    <a:pt x="64472" y="7484"/>
                    <a:pt x="68881" y="18190"/>
                  </a:cubicBezTo>
                  <a:cubicBezTo>
                    <a:pt x="68914" y="18269"/>
                    <a:pt x="68979" y="18328"/>
                    <a:pt x="69061" y="18353"/>
                  </a:cubicBezTo>
                  <a:cubicBezTo>
                    <a:pt x="69087" y="18361"/>
                    <a:pt x="69114" y="18365"/>
                    <a:pt x="69142" y="18365"/>
                  </a:cubicBezTo>
                  <a:cubicBezTo>
                    <a:pt x="69197" y="18365"/>
                    <a:pt x="69252" y="18349"/>
                    <a:pt x="69300" y="18318"/>
                  </a:cubicBezTo>
                  <a:cubicBezTo>
                    <a:pt x="72765" y="15996"/>
                    <a:pt x="76805" y="14769"/>
                    <a:pt x="80985" y="14769"/>
                  </a:cubicBezTo>
                  <a:cubicBezTo>
                    <a:pt x="92576" y="14769"/>
                    <a:pt x="102007" y="24200"/>
                    <a:pt x="102007" y="35792"/>
                  </a:cubicBezTo>
                  <a:cubicBezTo>
                    <a:pt x="102007" y="37055"/>
                    <a:pt x="101885" y="38320"/>
                    <a:pt x="101636" y="39660"/>
                  </a:cubicBezTo>
                  <a:cubicBezTo>
                    <a:pt x="101605" y="39827"/>
                    <a:pt x="101727" y="39983"/>
                    <a:pt x="101895" y="39994"/>
                  </a:cubicBezTo>
                  <a:cubicBezTo>
                    <a:pt x="108837" y="40459"/>
                    <a:pt x="114274" y="46270"/>
                    <a:pt x="114274" y="53223"/>
                  </a:cubicBezTo>
                  <a:cubicBezTo>
                    <a:pt x="114274" y="60544"/>
                    <a:pt x="108318" y="66499"/>
                    <a:pt x="100998" y="66499"/>
                  </a:cubicBezTo>
                  <a:lnTo>
                    <a:pt x="16693" y="66499"/>
                  </a:lnTo>
                  <a:cubicBezTo>
                    <a:pt x="16661" y="66394"/>
                    <a:pt x="16571" y="66318"/>
                    <a:pt x="16463" y="66303"/>
                  </a:cubicBezTo>
                  <a:cubicBezTo>
                    <a:pt x="7400" y="65050"/>
                    <a:pt x="566" y="57206"/>
                    <a:pt x="566" y="48059"/>
                  </a:cubicBezTo>
                  <a:cubicBezTo>
                    <a:pt x="566" y="39872"/>
                    <a:pt x="6068" y="32586"/>
                    <a:pt x="13946" y="30339"/>
                  </a:cubicBezTo>
                  <a:cubicBezTo>
                    <a:pt x="14071" y="30304"/>
                    <a:pt x="14155" y="30187"/>
                    <a:pt x="14150" y="30057"/>
                  </a:cubicBezTo>
                  <a:lnTo>
                    <a:pt x="14147" y="29963"/>
                  </a:lnTo>
                  <a:cubicBezTo>
                    <a:pt x="14136" y="29648"/>
                    <a:pt x="14124" y="29332"/>
                    <a:pt x="14124" y="29013"/>
                  </a:cubicBezTo>
                  <a:cubicBezTo>
                    <a:pt x="14124" y="13328"/>
                    <a:pt x="26885" y="567"/>
                    <a:pt x="42571" y="567"/>
                  </a:cubicBezTo>
                  <a:close/>
                  <a:moveTo>
                    <a:pt x="42571" y="0"/>
                  </a:moveTo>
                  <a:cubicBezTo>
                    <a:pt x="26573" y="0"/>
                    <a:pt x="13558" y="13015"/>
                    <a:pt x="13558" y="29012"/>
                  </a:cubicBezTo>
                  <a:cubicBezTo>
                    <a:pt x="13558" y="29296"/>
                    <a:pt x="13566" y="29576"/>
                    <a:pt x="13577" y="29857"/>
                  </a:cubicBezTo>
                  <a:cubicBezTo>
                    <a:pt x="5571" y="32243"/>
                    <a:pt x="0" y="39694"/>
                    <a:pt x="0" y="48059"/>
                  </a:cubicBezTo>
                  <a:cubicBezTo>
                    <a:pt x="0" y="57406"/>
                    <a:pt x="6925" y="65431"/>
                    <a:pt x="16144" y="66828"/>
                  </a:cubicBezTo>
                  <a:cubicBezTo>
                    <a:pt x="16167" y="66964"/>
                    <a:pt x="16286" y="67064"/>
                    <a:pt x="16424" y="67064"/>
                  </a:cubicBezTo>
                  <a:lnTo>
                    <a:pt x="100998" y="67064"/>
                  </a:lnTo>
                  <a:cubicBezTo>
                    <a:pt x="108630" y="67064"/>
                    <a:pt x="114840" y="60856"/>
                    <a:pt x="114840" y="53223"/>
                  </a:cubicBezTo>
                  <a:cubicBezTo>
                    <a:pt x="114840" y="46078"/>
                    <a:pt x="109335" y="40091"/>
                    <a:pt x="102248" y="39454"/>
                  </a:cubicBezTo>
                  <a:cubicBezTo>
                    <a:pt x="102465" y="38205"/>
                    <a:pt x="102573" y="36975"/>
                    <a:pt x="102573" y="35791"/>
                  </a:cubicBezTo>
                  <a:cubicBezTo>
                    <a:pt x="102573" y="23888"/>
                    <a:pt x="92889" y="14204"/>
                    <a:pt x="80986" y="14204"/>
                  </a:cubicBezTo>
                  <a:cubicBezTo>
                    <a:pt x="76807" y="14204"/>
                    <a:pt x="72766" y="15397"/>
                    <a:pt x="69272" y="17659"/>
                  </a:cubicBezTo>
                  <a:cubicBezTo>
                    <a:pt x="64702" y="6921"/>
                    <a:pt x="54260" y="0"/>
                    <a:pt x="42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28;p38">
              <a:extLst>
                <a:ext uri="{FF2B5EF4-FFF2-40B4-BE49-F238E27FC236}">
                  <a16:creationId xmlns:a16="http://schemas.microsoft.com/office/drawing/2014/main" id="{E4E8ECCA-228A-C797-E584-1C5D2B9548C5}"/>
                </a:ext>
              </a:extLst>
            </p:cNvPr>
            <p:cNvSpPr/>
            <p:nvPr/>
          </p:nvSpPr>
          <p:spPr>
            <a:xfrm>
              <a:off x="2235600" y="245175"/>
              <a:ext cx="2856850" cy="1662500"/>
            </a:xfrm>
            <a:custGeom>
              <a:avLst/>
              <a:gdLst/>
              <a:ahLst/>
              <a:cxnLst/>
              <a:rect l="l" t="t" r="r" b="b"/>
              <a:pathLst>
                <a:path w="114274" h="66500" extrusionOk="0">
                  <a:moveTo>
                    <a:pt x="42288" y="1"/>
                  </a:moveTo>
                  <a:cubicBezTo>
                    <a:pt x="26420" y="1"/>
                    <a:pt x="13558" y="12864"/>
                    <a:pt x="13558" y="28731"/>
                  </a:cubicBezTo>
                  <a:cubicBezTo>
                    <a:pt x="13558" y="29084"/>
                    <a:pt x="13571" y="29434"/>
                    <a:pt x="13586" y="29785"/>
                  </a:cubicBezTo>
                  <a:cubicBezTo>
                    <a:pt x="5746" y="32020"/>
                    <a:pt x="1" y="39220"/>
                    <a:pt x="1" y="47776"/>
                  </a:cubicBezTo>
                  <a:cubicBezTo>
                    <a:pt x="1" y="57239"/>
                    <a:pt x="7026" y="65040"/>
                    <a:pt x="16141" y="66301"/>
                  </a:cubicBezTo>
                  <a:lnTo>
                    <a:pt x="16141" y="66500"/>
                  </a:lnTo>
                  <a:lnTo>
                    <a:pt x="100715" y="66500"/>
                  </a:lnTo>
                  <a:cubicBezTo>
                    <a:pt x="108204" y="66500"/>
                    <a:pt x="114274" y="60430"/>
                    <a:pt x="114274" y="52941"/>
                  </a:cubicBezTo>
                  <a:cubicBezTo>
                    <a:pt x="114274" y="45762"/>
                    <a:pt x="108690" y="39903"/>
                    <a:pt x="101632" y="39430"/>
                  </a:cubicBezTo>
                  <a:cubicBezTo>
                    <a:pt x="101868" y="38157"/>
                    <a:pt x="102007" y="36851"/>
                    <a:pt x="102007" y="35510"/>
                  </a:cubicBezTo>
                  <a:cubicBezTo>
                    <a:pt x="102007" y="23743"/>
                    <a:pt x="92468" y="14205"/>
                    <a:pt x="80702" y="14205"/>
                  </a:cubicBezTo>
                  <a:cubicBezTo>
                    <a:pt x="76318" y="14205"/>
                    <a:pt x="72247" y="15531"/>
                    <a:pt x="68859" y="17800"/>
                  </a:cubicBezTo>
                  <a:cubicBezTo>
                    <a:pt x="64559" y="7355"/>
                    <a:pt x="54284" y="1"/>
                    <a:pt x="42288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29;p38">
              <a:extLst>
                <a:ext uri="{FF2B5EF4-FFF2-40B4-BE49-F238E27FC236}">
                  <a16:creationId xmlns:a16="http://schemas.microsoft.com/office/drawing/2014/main" id="{24EDAD58-7B25-51BC-1492-BF6766B0FD80}"/>
                </a:ext>
              </a:extLst>
            </p:cNvPr>
            <p:cNvSpPr/>
            <p:nvPr/>
          </p:nvSpPr>
          <p:spPr>
            <a:xfrm>
              <a:off x="2228525" y="238125"/>
              <a:ext cx="2871000" cy="1676625"/>
            </a:xfrm>
            <a:custGeom>
              <a:avLst/>
              <a:gdLst/>
              <a:ahLst/>
              <a:cxnLst/>
              <a:rect l="l" t="t" r="r" b="b"/>
              <a:pathLst>
                <a:path w="114840" h="67065" extrusionOk="0">
                  <a:moveTo>
                    <a:pt x="42571" y="565"/>
                  </a:moveTo>
                  <a:cubicBezTo>
                    <a:pt x="54145" y="565"/>
                    <a:pt x="64472" y="7484"/>
                    <a:pt x="68881" y="18190"/>
                  </a:cubicBezTo>
                  <a:cubicBezTo>
                    <a:pt x="68914" y="18269"/>
                    <a:pt x="68979" y="18329"/>
                    <a:pt x="69061" y="18353"/>
                  </a:cubicBezTo>
                  <a:cubicBezTo>
                    <a:pt x="69087" y="18361"/>
                    <a:pt x="69115" y="18365"/>
                    <a:pt x="69142" y="18365"/>
                  </a:cubicBezTo>
                  <a:cubicBezTo>
                    <a:pt x="69197" y="18365"/>
                    <a:pt x="69253" y="18349"/>
                    <a:pt x="69300" y="18318"/>
                  </a:cubicBezTo>
                  <a:cubicBezTo>
                    <a:pt x="72765" y="15995"/>
                    <a:pt x="76805" y="14770"/>
                    <a:pt x="80985" y="14770"/>
                  </a:cubicBezTo>
                  <a:cubicBezTo>
                    <a:pt x="92576" y="14770"/>
                    <a:pt x="102007" y="24200"/>
                    <a:pt x="102007" y="35792"/>
                  </a:cubicBezTo>
                  <a:cubicBezTo>
                    <a:pt x="102007" y="37055"/>
                    <a:pt x="101885" y="38320"/>
                    <a:pt x="101636" y="39660"/>
                  </a:cubicBezTo>
                  <a:cubicBezTo>
                    <a:pt x="101605" y="39826"/>
                    <a:pt x="101727" y="39983"/>
                    <a:pt x="101895" y="39994"/>
                  </a:cubicBezTo>
                  <a:cubicBezTo>
                    <a:pt x="108837" y="40459"/>
                    <a:pt x="114274" y="46269"/>
                    <a:pt x="114274" y="53223"/>
                  </a:cubicBezTo>
                  <a:cubicBezTo>
                    <a:pt x="114274" y="60543"/>
                    <a:pt x="108318" y="66498"/>
                    <a:pt x="100998" y="66498"/>
                  </a:cubicBezTo>
                  <a:lnTo>
                    <a:pt x="16693" y="66498"/>
                  </a:lnTo>
                  <a:cubicBezTo>
                    <a:pt x="16661" y="66394"/>
                    <a:pt x="16571" y="66318"/>
                    <a:pt x="16463" y="66302"/>
                  </a:cubicBezTo>
                  <a:cubicBezTo>
                    <a:pt x="7400" y="65049"/>
                    <a:pt x="566" y="57205"/>
                    <a:pt x="566" y="48058"/>
                  </a:cubicBezTo>
                  <a:cubicBezTo>
                    <a:pt x="566" y="39872"/>
                    <a:pt x="6068" y="32586"/>
                    <a:pt x="13946" y="30339"/>
                  </a:cubicBezTo>
                  <a:cubicBezTo>
                    <a:pt x="14071" y="30303"/>
                    <a:pt x="14155" y="30187"/>
                    <a:pt x="14150" y="30056"/>
                  </a:cubicBezTo>
                  <a:lnTo>
                    <a:pt x="14147" y="29963"/>
                  </a:lnTo>
                  <a:cubicBezTo>
                    <a:pt x="14136" y="29648"/>
                    <a:pt x="14124" y="29331"/>
                    <a:pt x="14124" y="29013"/>
                  </a:cubicBezTo>
                  <a:cubicBezTo>
                    <a:pt x="14124" y="13327"/>
                    <a:pt x="26885" y="565"/>
                    <a:pt x="42571" y="565"/>
                  </a:cubicBezTo>
                  <a:close/>
                  <a:moveTo>
                    <a:pt x="42571" y="0"/>
                  </a:moveTo>
                  <a:cubicBezTo>
                    <a:pt x="26574" y="0"/>
                    <a:pt x="13559" y="13015"/>
                    <a:pt x="13558" y="29013"/>
                  </a:cubicBezTo>
                  <a:cubicBezTo>
                    <a:pt x="13558" y="29296"/>
                    <a:pt x="13566" y="29576"/>
                    <a:pt x="13577" y="29857"/>
                  </a:cubicBezTo>
                  <a:cubicBezTo>
                    <a:pt x="5571" y="32242"/>
                    <a:pt x="0" y="39695"/>
                    <a:pt x="0" y="48058"/>
                  </a:cubicBezTo>
                  <a:cubicBezTo>
                    <a:pt x="0" y="57405"/>
                    <a:pt x="6925" y="65431"/>
                    <a:pt x="16144" y="66827"/>
                  </a:cubicBezTo>
                  <a:cubicBezTo>
                    <a:pt x="16167" y="66964"/>
                    <a:pt x="16286" y="67063"/>
                    <a:pt x="16424" y="67064"/>
                  </a:cubicBezTo>
                  <a:lnTo>
                    <a:pt x="100998" y="67064"/>
                  </a:lnTo>
                  <a:cubicBezTo>
                    <a:pt x="108630" y="67064"/>
                    <a:pt x="114840" y="60855"/>
                    <a:pt x="114840" y="53223"/>
                  </a:cubicBezTo>
                  <a:cubicBezTo>
                    <a:pt x="114840" y="46079"/>
                    <a:pt x="109335" y="40090"/>
                    <a:pt x="102248" y="39455"/>
                  </a:cubicBezTo>
                  <a:cubicBezTo>
                    <a:pt x="102465" y="38205"/>
                    <a:pt x="102573" y="36974"/>
                    <a:pt x="102573" y="35792"/>
                  </a:cubicBezTo>
                  <a:cubicBezTo>
                    <a:pt x="102573" y="23888"/>
                    <a:pt x="92889" y="14203"/>
                    <a:pt x="80986" y="14203"/>
                  </a:cubicBezTo>
                  <a:cubicBezTo>
                    <a:pt x="76807" y="14203"/>
                    <a:pt x="72766" y="15397"/>
                    <a:pt x="69272" y="17659"/>
                  </a:cubicBezTo>
                  <a:cubicBezTo>
                    <a:pt x="64703" y="6920"/>
                    <a:pt x="54260" y="0"/>
                    <a:pt x="425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30;p38">
              <a:extLst>
                <a:ext uri="{FF2B5EF4-FFF2-40B4-BE49-F238E27FC236}">
                  <a16:creationId xmlns:a16="http://schemas.microsoft.com/office/drawing/2014/main" id="{FF613E12-9336-577E-21F8-18282DA98A4E}"/>
                </a:ext>
              </a:extLst>
            </p:cNvPr>
            <p:cNvSpPr/>
            <p:nvPr/>
          </p:nvSpPr>
          <p:spPr>
            <a:xfrm>
              <a:off x="3250625" y="3126275"/>
              <a:ext cx="877075" cy="523925"/>
            </a:xfrm>
            <a:custGeom>
              <a:avLst/>
              <a:gdLst/>
              <a:ahLst/>
              <a:cxnLst/>
              <a:rect l="l" t="t" r="r" b="b"/>
              <a:pathLst>
                <a:path w="35083" h="20957" extrusionOk="0">
                  <a:moveTo>
                    <a:pt x="31694" y="1"/>
                  </a:moveTo>
                  <a:lnTo>
                    <a:pt x="28134" y="1865"/>
                  </a:lnTo>
                  <a:cubicBezTo>
                    <a:pt x="28134" y="1865"/>
                    <a:pt x="24236" y="3559"/>
                    <a:pt x="21695" y="4916"/>
                  </a:cubicBezTo>
                  <a:cubicBezTo>
                    <a:pt x="19152" y="6271"/>
                    <a:pt x="6611" y="15931"/>
                    <a:pt x="6611" y="15931"/>
                  </a:cubicBezTo>
                  <a:lnTo>
                    <a:pt x="4069" y="16101"/>
                  </a:lnTo>
                  <a:lnTo>
                    <a:pt x="2543" y="17118"/>
                  </a:lnTo>
                  <a:cubicBezTo>
                    <a:pt x="2543" y="17118"/>
                    <a:pt x="1" y="17626"/>
                    <a:pt x="1" y="18134"/>
                  </a:cubicBezTo>
                  <a:cubicBezTo>
                    <a:pt x="1" y="18643"/>
                    <a:pt x="509" y="18812"/>
                    <a:pt x="1018" y="18812"/>
                  </a:cubicBezTo>
                  <a:cubicBezTo>
                    <a:pt x="1527" y="18812"/>
                    <a:pt x="3221" y="17965"/>
                    <a:pt x="3221" y="17965"/>
                  </a:cubicBezTo>
                  <a:lnTo>
                    <a:pt x="3221" y="17965"/>
                  </a:lnTo>
                  <a:cubicBezTo>
                    <a:pt x="3221" y="17965"/>
                    <a:pt x="1501" y="20488"/>
                    <a:pt x="2179" y="20488"/>
                  </a:cubicBezTo>
                  <a:cubicBezTo>
                    <a:pt x="2856" y="20488"/>
                    <a:pt x="5103" y="20957"/>
                    <a:pt x="5103" y="20957"/>
                  </a:cubicBezTo>
                  <a:cubicBezTo>
                    <a:pt x="5103" y="20957"/>
                    <a:pt x="7627" y="20507"/>
                    <a:pt x="8475" y="20507"/>
                  </a:cubicBezTo>
                  <a:cubicBezTo>
                    <a:pt x="9323" y="20507"/>
                    <a:pt x="11356" y="15931"/>
                    <a:pt x="11356" y="15931"/>
                  </a:cubicBezTo>
                  <a:cubicBezTo>
                    <a:pt x="11356" y="15931"/>
                    <a:pt x="25931" y="10169"/>
                    <a:pt x="27795" y="8813"/>
                  </a:cubicBezTo>
                  <a:cubicBezTo>
                    <a:pt x="29659" y="7457"/>
                    <a:pt x="35083" y="4068"/>
                    <a:pt x="35083" y="4068"/>
                  </a:cubicBezTo>
                  <a:lnTo>
                    <a:pt x="316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31;p38">
              <a:extLst>
                <a:ext uri="{FF2B5EF4-FFF2-40B4-BE49-F238E27FC236}">
                  <a16:creationId xmlns:a16="http://schemas.microsoft.com/office/drawing/2014/main" id="{AADD42A3-CDFC-8447-DE7D-A633A8BD86F4}"/>
                </a:ext>
              </a:extLst>
            </p:cNvPr>
            <p:cNvSpPr/>
            <p:nvPr/>
          </p:nvSpPr>
          <p:spPr>
            <a:xfrm>
              <a:off x="3243575" y="3119200"/>
              <a:ext cx="892300" cy="538075"/>
            </a:xfrm>
            <a:custGeom>
              <a:avLst/>
              <a:gdLst/>
              <a:ahLst/>
              <a:cxnLst/>
              <a:rect l="l" t="t" r="r" b="b"/>
              <a:pathLst>
                <a:path w="35692" h="21523" extrusionOk="0">
                  <a:moveTo>
                    <a:pt x="31904" y="640"/>
                  </a:moveTo>
                  <a:lnTo>
                    <a:pt x="34940" y="4284"/>
                  </a:lnTo>
                  <a:cubicBezTo>
                    <a:pt x="33812" y="4992"/>
                    <a:pt x="29520" y="7697"/>
                    <a:pt x="27911" y="8868"/>
                  </a:cubicBezTo>
                  <a:cubicBezTo>
                    <a:pt x="26096" y="10187"/>
                    <a:pt x="11679" y="15895"/>
                    <a:pt x="11534" y="15951"/>
                  </a:cubicBezTo>
                  <a:cubicBezTo>
                    <a:pt x="11464" y="15978"/>
                    <a:pt x="11409" y="16032"/>
                    <a:pt x="11380" y="16100"/>
                  </a:cubicBezTo>
                  <a:cubicBezTo>
                    <a:pt x="10344" y="18430"/>
                    <a:pt x="9141" y="20449"/>
                    <a:pt x="8757" y="20507"/>
                  </a:cubicBezTo>
                  <a:cubicBezTo>
                    <a:pt x="7954" y="20507"/>
                    <a:pt x="5770" y="20884"/>
                    <a:pt x="5389" y="20952"/>
                  </a:cubicBezTo>
                  <a:cubicBezTo>
                    <a:pt x="5056" y="20883"/>
                    <a:pt x="3341" y="20537"/>
                    <a:pt x="2596" y="20494"/>
                  </a:cubicBezTo>
                  <a:cubicBezTo>
                    <a:pt x="2675" y="20146"/>
                    <a:pt x="3155" y="19260"/>
                    <a:pt x="3737" y="18409"/>
                  </a:cubicBezTo>
                  <a:cubicBezTo>
                    <a:pt x="3809" y="18302"/>
                    <a:pt x="3800" y="18160"/>
                    <a:pt x="3716" y="18063"/>
                  </a:cubicBezTo>
                  <a:cubicBezTo>
                    <a:pt x="3661" y="18000"/>
                    <a:pt x="3583" y="17966"/>
                    <a:pt x="3503" y="17966"/>
                  </a:cubicBezTo>
                  <a:cubicBezTo>
                    <a:pt x="3460" y="17966"/>
                    <a:pt x="3416" y="17976"/>
                    <a:pt x="3376" y="17997"/>
                  </a:cubicBezTo>
                  <a:cubicBezTo>
                    <a:pt x="2697" y="18336"/>
                    <a:pt x="1604" y="18814"/>
                    <a:pt x="1300" y="18814"/>
                  </a:cubicBezTo>
                  <a:cubicBezTo>
                    <a:pt x="1025" y="18814"/>
                    <a:pt x="565" y="18762"/>
                    <a:pt x="556" y="18466"/>
                  </a:cubicBezTo>
                  <a:cubicBezTo>
                    <a:pt x="677" y="18271"/>
                    <a:pt x="1764" y="17902"/>
                    <a:pt x="2880" y="17678"/>
                  </a:cubicBezTo>
                  <a:cubicBezTo>
                    <a:pt x="2916" y="17672"/>
                    <a:pt x="2951" y="17658"/>
                    <a:pt x="2981" y="17637"/>
                  </a:cubicBezTo>
                  <a:lnTo>
                    <a:pt x="4444" y="16662"/>
                  </a:lnTo>
                  <a:lnTo>
                    <a:pt x="6912" y="16497"/>
                  </a:lnTo>
                  <a:cubicBezTo>
                    <a:pt x="6967" y="16493"/>
                    <a:pt x="7020" y="16473"/>
                    <a:pt x="7065" y="16439"/>
                  </a:cubicBezTo>
                  <a:cubicBezTo>
                    <a:pt x="7190" y="16342"/>
                    <a:pt x="19617" y="6778"/>
                    <a:pt x="22109" y="5449"/>
                  </a:cubicBezTo>
                  <a:cubicBezTo>
                    <a:pt x="24611" y="4113"/>
                    <a:pt x="28490" y="2424"/>
                    <a:pt x="28548" y="2399"/>
                  </a:cubicBezTo>
                  <a:lnTo>
                    <a:pt x="31904" y="640"/>
                  </a:lnTo>
                  <a:close/>
                  <a:moveTo>
                    <a:pt x="31975" y="1"/>
                  </a:moveTo>
                  <a:cubicBezTo>
                    <a:pt x="31930" y="1"/>
                    <a:pt x="31886" y="11"/>
                    <a:pt x="31844" y="33"/>
                  </a:cubicBezTo>
                  <a:lnTo>
                    <a:pt x="28303" y="1888"/>
                  </a:lnTo>
                  <a:cubicBezTo>
                    <a:pt x="28264" y="1905"/>
                    <a:pt x="24366" y="3603"/>
                    <a:pt x="21843" y="4949"/>
                  </a:cubicBezTo>
                  <a:cubicBezTo>
                    <a:pt x="19379" y="6263"/>
                    <a:pt x="7889" y="15090"/>
                    <a:pt x="6789" y="15937"/>
                  </a:cubicBezTo>
                  <a:lnTo>
                    <a:pt x="4331" y="16101"/>
                  </a:lnTo>
                  <a:cubicBezTo>
                    <a:pt x="4282" y="16104"/>
                    <a:pt x="4235" y="16121"/>
                    <a:pt x="4193" y="16148"/>
                  </a:cubicBezTo>
                  <a:lnTo>
                    <a:pt x="2715" y="17134"/>
                  </a:lnTo>
                  <a:cubicBezTo>
                    <a:pt x="913" y="17500"/>
                    <a:pt x="0" y="17931"/>
                    <a:pt x="0" y="18417"/>
                  </a:cubicBezTo>
                  <a:cubicBezTo>
                    <a:pt x="0" y="19010"/>
                    <a:pt x="498" y="19378"/>
                    <a:pt x="1300" y="19378"/>
                  </a:cubicBezTo>
                  <a:cubicBezTo>
                    <a:pt x="1607" y="19378"/>
                    <a:pt x="2211" y="19149"/>
                    <a:pt x="2734" y="18920"/>
                  </a:cubicBezTo>
                  <a:lnTo>
                    <a:pt x="2734" y="18920"/>
                  </a:lnTo>
                  <a:cubicBezTo>
                    <a:pt x="2259" y="19708"/>
                    <a:pt x="1896" y="20493"/>
                    <a:pt x="2075" y="20833"/>
                  </a:cubicBezTo>
                  <a:cubicBezTo>
                    <a:pt x="2149" y="20974"/>
                    <a:pt x="2290" y="21054"/>
                    <a:pt x="2461" y="21054"/>
                  </a:cubicBezTo>
                  <a:cubicBezTo>
                    <a:pt x="3102" y="21054"/>
                    <a:pt x="5305" y="21512"/>
                    <a:pt x="5327" y="21516"/>
                  </a:cubicBezTo>
                  <a:cubicBezTo>
                    <a:pt x="5345" y="21520"/>
                    <a:pt x="5365" y="21522"/>
                    <a:pt x="5385" y="21522"/>
                  </a:cubicBezTo>
                  <a:cubicBezTo>
                    <a:pt x="5401" y="21522"/>
                    <a:pt x="5418" y="21520"/>
                    <a:pt x="5435" y="21518"/>
                  </a:cubicBezTo>
                  <a:cubicBezTo>
                    <a:pt x="5460" y="21514"/>
                    <a:pt x="7944" y="21072"/>
                    <a:pt x="8757" y="21072"/>
                  </a:cubicBezTo>
                  <a:cubicBezTo>
                    <a:pt x="9666" y="21072"/>
                    <a:pt x="11187" y="17913"/>
                    <a:pt x="11849" y="16435"/>
                  </a:cubicBezTo>
                  <a:cubicBezTo>
                    <a:pt x="13283" y="15866"/>
                    <a:pt x="26435" y="10640"/>
                    <a:pt x="28242" y="9324"/>
                  </a:cubicBezTo>
                  <a:cubicBezTo>
                    <a:pt x="30078" y="7991"/>
                    <a:pt x="35459" y="4625"/>
                    <a:pt x="35514" y="4591"/>
                  </a:cubicBezTo>
                  <a:cubicBezTo>
                    <a:pt x="35660" y="4501"/>
                    <a:pt x="35692" y="4301"/>
                    <a:pt x="35582" y="4169"/>
                  </a:cubicBezTo>
                  <a:lnTo>
                    <a:pt x="32192" y="102"/>
                  </a:lnTo>
                  <a:cubicBezTo>
                    <a:pt x="32137" y="36"/>
                    <a:pt x="32057" y="1"/>
                    <a:pt x="319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32;p38">
              <a:extLst>
                <a:ext uri="{FF2B5EF4-FFF2-40B4-BE49-F238E27FC236}">
                  <a16:creationId xmlns:a16="http://schemas.microsoft.com/office/drawing/2014/main" id="{3FEC58E2-C89A-C54D-CD13-70D848819C07}"/>
                </a:ext>
              </a:extLst>
            </p:cNvPr>
            <p:cNvSpPr/>
            <p:nvPr/>
          </p:nvSpPr>
          <p:spPr>
            <a:xfrm>
              <a:off x="3987875" y="2778125"/>
              <a:ext cx="411000" cy="496450"/>
            </a:xfrm>
            <a:custGeom>
              <a:avLst/>
              <a:gdLst/>
              <a:ahLst/>
              <a:cxnLst/>
              <a:rect l="l" t="t" r="r" b="b"/>
              <a:pathLst>
                <a:path w="16440" h="19858" extrusionOk="0">
                  <a:moveTo>
                    <a:pt x="15886" y="1"/>
                  </a:moveTo>
                  <a:lnTo>
                    <a:pt x="1" y="14434"/>
                  </a:lnTo>
                  <a:lnTo>
                    <a:pt x="4576" y="19858"/>
                  </a:lnTo>
                  <a:lnTo>
                    <a:pt x="13389" y="16469"/>
                  </a:lnTo>
                  <a:lnTo>
                    <a:pt x="16440" y="199"/>
                  </a:lnTo>
                  <a:lnTo>
                    <a:pt x="15886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33;p38">
              <a:extLst>
                <a:ext uri="{FF2B5EF4-FFF2-40B4-BE49-F238E27FC236}">
                  <a16:creationId xmlns:a16="http://schemas.microsoft.com/office/drawing/2014/main" id="{2CA4544E-2641-B46C-DCFD-173A454C612E}"/>
                </a:ext>
              </a:extLst>
            </p:cNvPr>
            <p:cNvSpPr/>
            <p:nvPr/>
          </p:nvSpPr>
          <p:spPr>
            <a:xfrm>
              <a:off x="3980025" y="2771075"/>
              <a:ext cx="426425" cy="510575"/>
            </a:xfrm>
            <a:custGeom>
              <a:avLst/>
              <a:gdLst/>
              <a:ahLst/>
              <a:cxnLst/>
              <a:rect l="l" t="t" r="r" b="b"/>
              <a:pathLst>
                <a:path w="17057" h="20423" extrusionOk="0">
                  <a:moveTo>
                    <a:pt x="16265" y="606"/>
                  </a:moveTo>
                  <a:lnTo>
                    <a:pt x="16431" y="665"/>
                  </a:lnTo>
                  <a:lnTo>
                    <a:pt x="13454" y="16543"/>
                  </a:lnTo>
                  <a:lnTo>
                    <a:pt x="4976" y="19804"/>
                  </a:lnTo>
                  <a:lnTo>
                    <a:pt x="706" y="14743"/>
                  </a:lnTo>
                  <a:lnTo>
                    <a:pt x="16265" y="606"/>
                  </a:lnTo>
                  <a:close/>
                  <a:moveTo>
                    <a:pt x="16201" y="0"/>
                  </a:moveTo>
                  <a:cubicBezTo>
                    <a:pt x="16131" y="0"/>
                    <a:pt x="16063" y="26"/>
                    <a:pt x="16010" y="74"/>
                  </a:cubicBezTo>
                  <a:lnTo>
                    <a:pt x="125" y="14508"/>
                  </a:lnTo>
                  <a:cubicBezTo>
                    <a:pt x="12" y="14610"/>
                    <a:pt x="1" y="14783"/>
                    <a:pt x="98" y="14899"/>
                  </a:cubicBezTo>
                  <a:lnTo>
                    <a:pt x="4674" y="20323"/>
                  </a:lnTo>
                  <a:cubicBezTo>
                    <a:pt x="4727" y="20386"/>
                    <a:pt x="4807" y="20423"/>
                    <a:pt x="4890" y="20423"/>
                  </a:cubicBezTo>
                  <a:cubicBezTo>
                    <a:pt x="4925" y="20423"/>
                    <a:pt x="4959" y="20416"/>
                    <a:pt x="4992" y="20404"/>
                  </a:cubicBezTo>
                  <a:lnTo>
                    <a:pt x="13804" y="17014"/>
                  </a:lnTo>
                  <a:cubicBezTo>
                    <a:pt x="13896" y="16979"/>
                    <a:pt x="13963" y="16899"/>
                    <a:pt x="13981" y="16802"/>
                  </a:cubicBezTo>
                  <a:lnTo>
                    <a:pt x="17032" y="534"/>
                  </a:lnTo>
                  <a:cubicBezTo>
                    <a:pt x="17057" y="397"/>
                    <a:pt x="16980" y="262"/>
                    <a:pt x="16849" y="215"/>
                  </a:cubicBezTo>
                  <a:lnTo>
                    <a:pt x="16295" y="17"/>
                  </a:lnTo>
                  <a:cubicBezTo>
                    <a:pt x="16264" y="6"/>
                    <a:pt x="16232" y="0"/>
                    <a:pt x="162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34;p38">
              <a:extLst>
                <a:ext uri="{FF2B5EF4-FFF2-40B4-BE49-F238E27FC236}">
                  <a16:creationId xmlns:a16="http://schemas.microsoft.com/office/drawing/2014/main" id="{B9520B61-F086-CA81-E1DF-14917CC1ABDE}"/>
                </a:ext>
              </a:extLst>
            </p:cNvPr>
            <p:cNvSpPr/>
            <p:nvPr/>
          </p:nvSpPr>
          <p:spPr>
            <a:xfrm>
              <a:off x="3987875" y="3090850"/>
              <a:ext cx="182825" cy="183725"/>
            </a:xfrm>
            <a:custGeom>
              <a:avLst/>
              <a:gdLst/>
              <a:ahLst/>
              <a:cxnLst/>
              <a:rect l="l" t="t" r="r" b="b"/>
              <a:pathLst>
                <a:path w="7313" h="7349" extrusionOk="0">
                  <a:moveTo>
                    <a:pt x="2119" y="1"/>
                  </a:moveTo>
                  <a:lnTo>
                    <a:pt x="1" y="1925"/>
                  </a:lnTo>
                  <a:lnTo>
                    <a:pt x="4576" y="7349"/>
                  </a:lnTo>
                  <a:lnTo>
                    <a:pt x="7312" y="6297"/>
                  </a:lnTo>
                  <a:lnTo>
                    <a:pt x="211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35;p38">
              <a:extLst>
                <a:ext uri="{FF2B5EF4-FFF2-40B4-BE49-F238E27FC236}">
                  <a16:creationId xmlns:a16="http://schemas.microsoft.com/office/drawing/2014/main" id="{56427806-CAD0-0C5F-4529-0A7232B9E843}"/>
                </a:ext>
              </a:extLst>
            </p:cNvPr>
            <p:cNvSpPr/>
            <p:nvPr/>
          </p:nvSpPr>
          <p:spPr>
            <a:xfrm>
              <a:off x="3980025" y="3083800"/>
              <a:ext cx="199200" cy="197850"/>
            </a:xfrm>
            <a:custGeom>
              <a:avLst/>
              <a:gdLst/>
              <a:ahLst/>
              <a:cxnLst/>
              <a:rect l="l" t="t" r="r" b="b"/>
              <a:pathLst>
                <a:path w="7968" h="7914" extrusionOk="0">
                  <a:moveTo>
                    <a:pt x="2404" y="692"/>
                  </a:moveTo>
                  <a:lnTo>
                    <a:pt x="7159" y="6455"/>
                  </a:lnTo>
                  <a:lnTo>
                    <a:pt x="4976" y="7295"/>
                  </a:lnTo>
                  <a:lnTo>
                    <a:pt x="706" y="2234"/>
                  </a:lnTo>
                  <a:lnTo>
                    <a:pt x="2404" y="692"/>
                  </a:lnTo>
                  <a:close/>
                  <a:moveTo>
                    <a:pt x="2429" y="0"/>
                  </a:moveTo>
                  <a:cubicBezTo>
                    <a:pt x="2360" y="0"/>
                    <a:pt x="2294" y="26"/>
                    <a:pt x="2243" y="74"/>
                  </a:cubicBezTo>
                  <a:lnTo>
                    <a:pt x="125" y="1999"/>
                  </a:lnTo>
                  <a:cubicBezTo>
                    <a:pt x="12" y="2101"/>
                    <a:pt x="1" y="2274"/>
                    <a:pt x="98" y="2390"/>
                  </a:cubicBezTo>
                  <a:lnTo>
                    <a:pt x="4674" y="7814"/>
                  </a:lnTo>
                  <a:cubicBezTo>
                    <a:pt x="4727" y="7877"/>
                    <a:pt x="4807" y="7914"/>
                    <a:pt x="4890" y="7914"/>
                  </a:cubicBezTo>
                  <a:cubicBezTo>
                    <a:pt x="4925" y="7914"/>
                    <a:pt x="4959" y="7907"/>
                    <a:pt x="4992" y="7895"/>
                  </a:cubicBezTo>
                  <a:lnTo>
                    <a:pt x="7728" y="6842"/>
                  </a:lnTo>
                  <a:cubicBezTo>
                    <a:pt x="7908" y="6772"/>
                    <a:pt x="7967" y="6547"/>
                    <a:pt x="7845" y="6398"/>
                  </a:cubicBezTo>
                  <a:lnTo>
                    <a:pt x="2650" y="103"/>
                  </a:lnTo>
                  <a:cubicBezTo>
                    <a:pt x="2602" y="43"/>
                    <a:pt x="2530" y="7"/>
                    <a:pt x="2453" y="1"/>
                  </a:cubicBezTo>
                  <a:cubicBezTo>
                    <a:pt x="2445" y="0"/>
                    <a:pt x="2437" y="0"/>
                    <a:pt x="24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36;p38">
              <a:extLst>
                <a:ext uri="{FF2B5EF4-FFF2-40B4-BE49-F238E27FC236}">
                  <a16:creationId xmlns:a16="http://schemas.microsoft.com/office/drawing/2014/main" id="{1830F61C-03EC-CEDB-2184-B501D2B72CE0}"/>
                </a:ext>
              </a:extLst>
            </p:cNvPr>
            <p:cNvSpPr/>
            <p:nvPr/>
          </p:nvSpPr>
          <p:spPr>
            <a:xfrm>
              <a:off x="5008775" y="5034000"/>
              <a:ext cx="219850" cy="305700"/>
            </a:xfrm>
            <a:custGeom>
              <a:avLst/>
              <a:gdLst/>
              <a:ahLst/>
              <a:cxnLst/>
              <a:rect l="l" t="t" r="r" b="b"/>
              <a:pathLst>
                <a:path w="8794" h="12228" extrusionOk="0">
                  <a:moveTo>
                    <a:pt x="2358" y="0"/>
                  </a:moveTo>
                  <a:cubicBezTo>
                    <a:pt x="1220" y="0"/>
                    <a:pt x="1" y="1626"/>
                    <a:pt x="1" y="1626"/>
                  </a:cubicBezTo>
                  <a:cubicBezTo>
                    <a:pt x="1" y="1626"/>
                    <a:pt x="618" y="2862"/>
                    <a:pt x="1132" y="3993"/>
                  </a:cubicBezTo>
                  <a:cubicBezTo>
                    <a:pt x="1647" y="5126"/>
                    <a:pt x="3499" y="11507"/>
                    <a:pt x="5558" y="12124"/>
                  </a:cubicBezTo>
                  <a:cubicBezTo>
                    <a:pt x="5790" y="12194"/>
                    <a:pt x="6012" y="12227"/>
                    <a:pt x="6223" y="12227"/>
                  </a:cubicBezTo>
                  <a:cubicBezTo>
                    <a:pt x="7874" y="12227"/>
                    <a:pt x="8794" y="10187"/>
                    <a:pt x="8337" y="7905"/>
                  </a:cubicBezTo>
                  <a:cubicBezTo>
                    <a:pt x="7823" y="5332"/>
                    <a:pt x="2779" y="83"/>
                    <a:pt x="2779" y="83"/>
                  </a:cubicBezTo>
                  <a:cubicBezTo>
                    <a:pt x="2641" y="26"/>
                    <a:pt x="2501" y="0"/>
                    <a:pt x="23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37;p38">
              <a:extLst>
                <a:ext uri="{FF2B5EF4-FFF2-40B4-BE49-F238E27FC236}">
                  <a16:creationId xmlns:a16="http://schemas.microsoft.com/office/drawing/2014/main" id="{A3AAE153-9386-3EBD-BEA0-4F96379451DF}"/>
                </a:ext>
              </a:extLst>
            </p:cNvPr>
            <p:cNvSpPr/>
            <p:nvPr/>
          </p:nvSpPr>
          <p:spPr>
            <a:xfrm>
              <a:off x="5001250" y="5026925"/>
              <a:ext cx="231225" cy="319800"/>
            </a:xfrm>
            <a:custGeom>
              <a:avLst/>
              <a:gdLst/>
              <a:ahLst/>
              <a:cxnLst/>
              <a:rect l="l" t="t" r="r" b="b"/>
              <a:pathLst>
                <a:path w="9249" h="12792" extrusionOk="0">
                  <a:moveTo>
                    <a:pt x="2661" y="567"/>
                  </a:moveTo>
                  <a:cubicBezTo>
                    <a:pt x="2750" y="567"/>
                    <a:pt x="2836" y="580"/>
                    <a:pt x="2920" y="608"/>
                  </a:cubicBezTo>
                  <a:cubicBezTo>
                    <a:pt x="3412" y="1128"/>
                    <a:pt x="7893" y="5904"/>
                    <a:pt x="8361" y="8243"/>
                  </a:cubicBezTo>
                  <a:cubicBezTo>
                    <a:pt x="8655" y="9717"/>
                    <a:pt x="8355" y="11116"/>
                    <a:pt x="7595" y="11807"/>
                  </a:cubicBezTo>
                  <a:cubicBezTo>
                    <a:pt x="7288" y="12086"/>
                    <a:pt x="6923" y="12227"/>
                    <a:pt x="6519" y="12227"/>
                  </a:cubicBezTo>
                  <a:cubicBezTo>
                    <a:pt x="6334" y="12227"/>
                    <a:pt x="6140" y="12197"/>
                    <a:pt x="5940" y="12138"/>
                  </a:cubicBezTo>
                  <a:cubicBezTo>
                    <a:pt x="4419" y="11681"/>
                    <a:pt x="2882" y="7409"/>
                    <a:pt x="2143" y="5356"/>
                  </a:cubicBezTo>
                  <a:cubicBezTo>
                    <a:pt x="1949" y="4815"/>
                    <a:pt x="1796" y="4390"/>
                    <a:pt x="1691" y="4160"/>
                  </a:cubicBezTo>
                  <a:cubicBezTo>
                    <a:pt x="1288" y="3274"/>
                    <a:pt x="818" y="2317"/>
                    <a:pt x="634" y="1944"/>
                  </a:cubicBezTo>
                  <a:cubicBezTo>
                    <a:pt x="1047" y="1440"/>
                    <a:pt x="1929" y="567"/>
                    <a:pt x="2661" y="567"/>
                  </a:cubicBezTo>
                  <a:close/>
                  <a:moveTo>
                    <a:pt x="2666" y="0"/>
                  </a:moveTo>
                  <a:cubicBezTo>
                    <a:pt x="1396" y="0"/>
                    <a:pt x="135" y="1659"/>
                    <a:pt x="75" y="1739"/>
                  </a:cubicBezTo>
                  <a:cubicBezTo>
                    <a:pt x="10" y="1825"/>
                    <a:pt x="0" y="1939"/>
                    <a:pt x="48" y="2035"/>
                  </a:cubicBezTo>
                  <a:cubicBezTo>
                    <a:pt x="55" y="2048"/>
                    <a:pt x="669" y="3280"/>
                    <a:pt x="1176" y="4394"/>
                  </a:cubicBezTo>
                  <a:cubicBezTo>
                    <a:pt x="1271" y="4602"/>
                    <a:pt x="1421" y="5019"/>
                    <a:pt x="1611" y="5546"/>
                  </a:cubicBezTo>
                  <a:cubicBezTo>
                    <a:pt x="2759" y="8737"/>
                    <a:pt x="4122" y="12182"/>
                    <a:pt x="5778" y="12679"/>
                  </a:cubicBezTo>
                  <a:cubicBezTo>
                    <a:pt x="6017" y="12753"/>
                    <a:pt x="6267" y="12791"/>
                    <a:pt x="6518" y="12792"/>
                  </a:cubicBezTo>
                  <a:cubicBezTo>
                    <a:pt x="7063" y="12792"/>
                    <a:pt x="7564" y="12600"/>
                    <a:pt x="7976" y="12225"/>
                  </a:cubicBezTo>
                  <a:cubicBezTo>
                    <a:pt x="8879" y="11402"/>
                    <a:pt x="9249" y="9796"/>
                    <a:pt x="8915" y="8131"/>
                  </a:cubicBezTo>
                  <a:cubicBezTo>
                    <a:pt x="8390" y="5509"/>
                    <a:pt x="3493" y="386"/>
                    <a:pt x="3284" y="169"/>
                  </a:cubicBezTo>
                  <a:cubicBezTo>
                    <a:pt x="3257" y="141"/>
                    <a:pt x="3224" y="119"/>
                    <a:pt x="3189" y="104"/>
                  </a:cubicBezTo>
                  <a:cubicBezTo>
                    <a:pt x="3017" y="32"/>
                    <a:pt x="2841" y="0"/>
                    <a:pt x="26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38;p38">
              <a:extLst>
                <a:ext uri="{FF2B5EF4-FFF2-40B4-BE49-F238E27FC236}">
                  <a16:creationId xmlns:a16="http://schemas.microsoft.com/office/drawing/2014/main" id="{41C29E25-91C7-3124-7E2B-9BC8F79B0C96}"/>
                </a:ext>
              </a:extLst>
            </p:cNvPr>
            <p:cNvSpPr/>
            <p:nvPr/>
          </p:nvSpPr>
          <p:spPr>
            <a:xfrm>
              <a:off x="5097200" y="5233200"/>
              <a:ext cx="129400" cy="106475"/>
            </a:xfrm>
            <a:custGeom>
              <a:avLst/>
              <a:gdLst/>
              <a:ahLst/>
              <a:cxnLst/>
              <a:rect l="l" t="t" r="r" b="b"/>
              <a:pathLst>
                <a:path w="5176" h="4259" extrusionOk="0">
                  <a:moveTo>
                    <a:pt x="3340" y="0"/>
                  </a:moveTo>
                  <a:cubicBezTo>
                    <a:pt x="2189" y="0"/>
                    <a:pt x="906" y="413"/>
                    <a:pt x="0" y="1892"/>
                  </a:cubicBezTo>
                  <a:cubicBezTo>
                    <a:pt x="618" y="3034"/>
                    <a:pt x="1307" y="3942"/>
                    <a:pt x="2021" y="4156"/>
                  </a:cubicBezTo>
                  <a:cubicBezTo>
                    <a:pt x="2253" y="4226"/>
                    <a:pt x="2475" y="4259"/>
                    <a:pt x="2685" y="4259"/>
                  </a:cubicBezTo>
                  <a:cubicBezTo>
                    <a:pt x="4268" y="4259"/>
                    <a:pt x="5175" y="2381"/>
                    <a:pt x="4843" y="212"/>
                  </a:cubicBezTo>
                  <a:cubicBezTo>
                    <a:pt x="4410" y="95"/>
                    <a:pt x="3890" y="0"/>
                    <a:pt x="33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39;p38">
              <a:extLst>
                <a:ext uri="{FF2B5EF4-FFF2-40B4-BE49-F238E27FC236}">
                  <a16:creationId xmlns:a16="http://schemas.microsoft.com/office/drawing/2014/main" id="{BDD6DAC3-4050-C4FD-D224-A8764BE42C16}"/>
                </a:ext>
              </a:extLst>
            </p:cNvPr>
            <p:cNvSpPr/>
            <p:nvPr/>
          </p:nvSpPr>
          <p:spPr>
            <a:xfrm>
              <a:off x="5089775" y="5226200"/>
              <a:ext cx="141650" cy="120525"/>
            </a:xfrm>
            <a:custGeom>
              <a:avLst/>
              <a:gdLst/>
              <a:ahLst/>
              <a:cxnLst/>
              <a:rect l="l" t="t" r="r" b="b"/>
              <a:pathLst>
                <a:path w="5666" h="4821" extrusionOk="0">
                  <a:moveTo>
                    <a:pt x="3631" y="560"/>
                  </a:moveTo>
                  <a:cubicBezTo>
                    <a:pt x="4068" y="560"/>
                    <a:pt x="4494" y="624"/>
                    <a:pt x="4886" y="719"/>
                  </a:cubicBezTo>
                  <a:cubicBezTo>
                    <a:pt x="5045" y="2042"/>
                    <a:pt x="4712" y="3262"/>
                    <a:pt x="4020" y="3864"/>
                  </a:cubicBezTo>
                  <a:cubicBezTo>
                    <a:pt x="3721" y="4125"/>
                    <a:pt x="3367" y="4256"/>
                    <a:pt x="2977" y="4256"/>
                  </a:cubicBezTo>
                  <a:cubicBezTo>
                    <a:pt x="2792" y="4256"/>
                    <a:pt x="2599" y="4226"/>
                    <a:pt x="2399" y="4167"/>
                  </a:cubicBezTo>
                  <a:cubicBezTo>
                    <a:pt x="2030" y="4055"/>
                    <a:pt x="1425" y="3618"/>
                    <a:pt x="625" y="2183"/>
                  </a:cubicBezTo>
                  <a:cubicBezTo>
                    <a:pt x="1446" y="940"/>
                    <a:pt x="2568" y="560"/>
                    <a:pt x="3631" y="560"/>
                  </a:cubicBezTo>
                  <a:close/>
                  <a:moveTo>
                    <a:pt x="3641" y="0"/>
                  </a:moveTo>
                  <a:cubicBezTo>
                    <a:pt x="2434" y="0"/>
                    <a:pt x="1035" y="424"/>
                    <a:pt x="56" y="2024"/>
                  </a:cubicBezTo>
                  <a:cubicBezTo>
                    <a:pt x="4" y="2111"/>
                    <a:pt x="0" y="2219"/>
                    <a:pt x="48" y="2307"/>
                  </a:cubicBezTo>
                  <a:cubicBezTo>
                    <a:pt x="807" y="3708"/>
                    <a:pt x="1522" y="4493"/>
                    <a:pt x="2237" y="4708"/>
                  </a:cubicBezTo>
                  <a:cubicBezTo>
                    <a:pt x="2476" y="4781"/>
                    <a:pt x="2725" y="4819"/>
                    <a:pt x="2976" y="4821"/>
                  </a:cubicBezTo>
                  <a:cubicBezTo>
                    <a:pt x="2981" y="4821"/>
                    <a:pt x="2985" y="4821"/>
                    <a:pt x="2990" y="4821"/>
                  </a:cubicBezTo>
                  <a:cubicBezTo>
                    <a:pt x="3505" y="4821"/>
                    <a:pt x="4003" y="4632"/>
                    <a:pt x="4391" y="4292"/>
                  </a:cubicBezTo>
                  <a:cubicBezTo>
                    <a:pt x="5272" y="3526"/>
                    <a:pt x="5665" y="2054"/>
                    <a:pt x="5420" y="449"/>
                  </a:cubicBezTo>
                  <a:cubicBezTo>
                    <a:pt x="5402" y="339"/>
                    <a:pt x="5322" y="248"/>
                    <a:pt x="5214" y="219"/>
                  </a:cubicBezTo>
                  <a:cubicBezTo>
                    <a:pt x="4785" y="103"/>
                    <a:pt x="4236" y="0"/>
                    <a:pt x="3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40;p38">
              <a:extLst>
                <a:ext uri="{FF2B5EF4-FFF2-40B4-BE49-F238E27FC236}">
                  <a16:creationId xmlns:a16="http://schemas.microsoft.com/office/drawing/2014/main" id="{5AE84D80-C69A-929B-B40F-6F07BE043C85}"/>
                </a:ext>
              </a:extLst>
            </p:cNvPr>
            <p:cNvSpPr/>
            <p:nvPr/>
          </p:nvSpPr>
          <p:spPr>
            <a:xfrm>
              <a:off x="5079450" y="5231975"/>
              <a:ext cx="149075" cy="107725"/>
            </a:xfrm>
            <a:custGeom>
              <a:avLst/>
              <a:gdLst/>
              <a:ahLst/>
              <a:cxnLst/>
              <a:rect l="l" t="t" r="r" b="b"/>
              <a:pathLst>
                <a:path w="5963" h="4309" extrusionOk="0">
                  <a:moveTo>
                    <a:pt x="5512" y="0"/>
                  </a:moveTo>
                  <a:lnTo>
                    <a:pt x="5512" y="0"/>
                  </a:lnTo>
                  <a:cubicBezTo>
                    <a:pt x="5314" y="1052"/>
                    <a:pt x="4794" y="3079"/>
                    <a:pt x="3657" y="3382"/>
                  </a:cubicBezTo>
                  <a:cubicBezTo>
                    <a:pt x="3572" y="3405"/>
                    <a:pt x="3485" y="3416"/>
                    <a:pt x="3397" y="3416"/>
                  </a:cubicBezTo>
                  <a:cubicBezTo>
                    <a:pt x="2345" y="3416"/>
                    <a:pt x="1033" y="1895"/>
                    <a:pt x="0" y="472"/>
                  </a:cubicBezTo>
                  <a:lnTo>
                    <a:pt x="0" y="472"/>
                  </a:lnTo>
                  <a:cubicBezTo>
                    <a:pt x="774" y="2235"/>
                    <a:pt x="1729" y="3905"/>
                    <a:pt x="2731" y="4205"/>
                  </a:cubicBezTo>
                  <a:cubicBezTo>
                    <a:pt x="2963" y="4275"/>
                    <a:pt x="3185" y="4308"/>
                    <a:pt x="3396" y="4308"/>
                  </a:cubicBezTo>
                  <a:cubicBezTo>
                    <a:pt x="5043" y="4308"/>
                    <a:pt x="5962" y="2278"/>
                    <a:pt x="5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41;p38">
              <a:extLst>
                <a:ext uri="{FF2B5EF4-FFF2-40B4-BE49-F238E27FC236}">
                  <a16:creationId xmlns:a16="http://schemas.microsoft.com/office/drawing/2014/main" id="{1F112B3F-EAF6-BD88-3A10-0B1AD0B9C6EB}"/>
                </a:ext>
              </a:extLst>
            </p:cNvPr>
            <p:cNvSpPr/>
            <p:nvPr/>
          </p:nvSpPr>
          <p:spPr>
            <a:xfrm>
              <a:off x="5071525" y="5224900"/>
              <a:ext cx="160875" cy="121825"/>
            </a:xfrm>
            <a:custGeom>
              <a:avLst/>
              <a:gdLst/>
              <a:ahLst/>
              <a:cxnLst/>
              <a:rect l="l" t="t" r="r" b="b"/>
              <a:pathLst>
                <a:path w="6435" h="4873" extrusionOk="0">
                  <a:moveTo>
                    <a:pt x="5606" y="2154"/>
                  </a:moveTo>
                  <a:lnTo>
                    <a:pt x="5606" y="2154"/>
                  </a:lnTo>
                  <a:cubicBezTo>
                    <a:pt x="5495" y="2882"/>
                    <a:pt x="5212" y="3500"/>
                    <a:pt x="4782" y="3889"/>
                  </a:cubicBezTo>
                  <a:cubicBezTo>
                    <a:pt x="4476" y="4168"/>
                    <a:pt x="4112" y="4307"/>
                    <a:pt x="3708" y="4307"/>
                  </a:cubicBezTo>
                  <a:cubicBezTo>
                    <a:pt x="3523" y="4307"/>
                    <a:pt x="3329" y="4278"/>
                    <a:pt x="3129" y="4219"/>
                  </a:cubicBezTo>
                  <a:cubicBezTo>
                    <a:pt x="2811" y="4122"/>
                    <a:pt x="2360" y="3801"/>
                    <a:pt x="1785" y="2939"/>
                  </a:cubicBezTo>
                  <a:lnTo>
                    <a:pt x="1785" y="2939"/>
                  </a:lnTo>
                  <a:cubicBezTo>
                    <a:pt x="2517" y="3642"/>
                    <a:pt x="3150" y="3983"/>
                    <a:pt x="3709" y="3983"/>
                  </a:cubicBezTo>
                  <a:cubicBezTo>
                    <a:pt x="3825" y="3983"/>
                    <a:pt x="3938" y="3968"/>
                    <a:pt x="4048" y="3939"/>
                  </a:cubicBezTo>
                  <a:cubicBezTo>
                    <a:pt x="4767" y="3747"/>
                    <a:pt x="5265" y="3020"/>
                    <a:pt x="5606" y="2154"/>
                  </a:cubicBezTo>
                  <a:close/>
                  <a:moveTo>
                    <a:pt x="5828" y="0"/>
                  </a:moveTo>
                  <a:cubicBezTo>
                    <a:pt x="5692" y="0"/>
                    <a:pt x="5576" y="97"/>
                    <a:pt x="5551" y="231"/>
                  </a:cubicBezTo>
                  <a:cubicBezTo>
                    <a:pt x="5389" y="1092"/>
                    <a:pt x="4905" y="3124"/>
                    <a:pt x="3901" y="3391"/>
                  </a:cubicBezTo>
                  <a:cubicBezTo>
                    <a:pt x="3845" y="3407"/>
                    <a:pt x="3783" y="3415"/>
                    <a:pt x="3714" y="3415"/>
                  </a:cubicBezTo>
                  <a:cubicBezTo>
                    <a:pt x="3166" y="3415"/>
                    <a:pt x="2198" y="2865"/>
                    <a:pt x="546" y="587"/>
                  </a:cubicBezTo>
                  <a:cubicBezTo>
                    <a:pt x="491" y="512"/>
                    <a:pt x="405" y="472"/>
                    <a:pt x="317" y="472"/>
                  </a:cubicBezTo>
                  <a:cubicBezTo>
                    <a:pt x="269" y="472"/>
                    <a:pt x="220" y="484"/>
                    <a:pt x="176" y="509"/>
                  </a:cubicBezTo>
                  <a:cubicBezTo>
                    <a:pt x="51" y="581"/>
                    <a:pt x="0" y="735"/>
                    <a:pt x="58" y="868"/>
                  </a:cubicBezTo>
                  <a:cubicBezTo>
                    <a:pt x="1085" y="3208"/>
                    <a:pt x="2037" y="4481"/>
                    <a:pt x="2967" y="4760"/>
                  </a:cubicBezTo>
                  <a:cubicBezTo>
                    <a:pt x="3206" y="4834"/>
                    <a:pt x="3456" y="4872"/>
                    <a:pt x="3707" y="4873"/>
                  </a:cubicBezTo>
                  <a:cubicBezTo>
                    <a:pt x="4251" y="4873"/>
                    <a:pt x="4752" y="4682"/>
                    <a:pt x="5163" y="4308"/>
                  </a:cubicBezTo>
                  <a:cubicBezTo>
                    <a:pt x="6064" y="3489"/>
                    <a:pt x="6434" y="1888"/>
                    <a:pt x="6106" y="229"/>
                  </a:cubicBezTo>
                  <a:cubicBezTo>
                    <a:pt x="6080" y="96"/>
                    <a:pt x="5964" y="0"/>
                    <a:pt x="58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2;p38">
              <a:extLst>
                <a:ext uri="{FF2B5EF4-FFF2-40B4-BE49-F238E27FC236}">
                  <a16:creationId xmlns:a16="http://schemas.microsoft.com/office/drawing/2014/main" id="{EFF63E93-002A-C22B-54DA-288D4FC0486E}"/>
                </a:ext>
              </a:extLst>
            </p:cNvPr>
            <p:cNvSpPr/>
            <p:nvPr/>
          </p:nvSpPr>
          <p:spPr>
            <a:xfrm>
              <a:off x="5037050" y="5085425"/>
              <a:ext cx="77225" cy="40700"/>
            </a:xfrm>
            <a:custGeom>
              <a:avLst/>
              <a:gdLst/>
              <a:ahLst/>
              <a:cxnLst/>
              <a:rect l="l" t="t" r="r" b="b"/>
              <a:pathLst>
                <a:path w="3089" h="1628" extrusionOk="0">
                  <a:moveTo>
                    <a:pt x="2822" y="0"/>
                  </a:moveTo>
                  <a:cubicBezTo>
                    <a:pt x="2282" y="0"/>
                    <a:pt x="618" y="908"/>
                    <a:pt x="618" y="908"/>
                  </a:cubicBezTo>
                  <a:cubicBezTo>
                    <a:pt x="1" y="1525"/>
                    <a:pt x="207" y="1628"/>
                    <a:pt x="516" y="1628"/>
                  </a:cubicBezTo>
                  <a:cubicBezTo>
                    <a:pt x="825" y="1628"/>
                    <a:pt x="3089" y="496"/>
                    <a:pt x="2986" y="84"/>
                  </a:cubicBezTo>
                  <a:cubicBezTo>
                    <a:pt x="2971" y="25"/>
                    <a:pt x="2912" y="0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3;p38">
              <a:extLst>
                <a:ext uri="{FF2B5EF4-FFF2-40B4-BE49-F238E27FC236}">
                  <a16:creationId xmlns:a16="http://schemas.microsoft.com/office/drawing/2014/main" id="{E9E0FA17-0BD7-B406-35BB-545A96B756DD}"/>
                </a:ext>
              </a:extLst>
            </p:cNvPr>
            <p:cNvSpPr/>
            <p:nvPr/>
          </p:nvSpPr>
          <p:spPr>
            <a:xfrm>
              <a:off x="5037625" y="5081950"/>
              <a:ext cx="78125" cy="47700"/>
            </a:xfrm>
            <a:custGeom>
              <a:avLst/>
              <a:gdLst/>
              <a:ahLst/>
              <a:cxnLst/>
              <a:rect l="l" t="t" r="r" b="b"/>
              <a:pathLst>
                <a:path w="3125" h="1908" extrusionOk="0">
                  <a:moveTo>
                    <a:pt x="2788" y="277"/>
                  </a:moveTo>
                  <a:cubicBezTo>
                    <a:pt x="2799" y="277"/>
                    <a:pt x="2810" y="277"/>
                    <a:pt x="2819" y="279"/>
                  </a:cubicBezTo>
                  <a:cubicBezTo>
                    <a:pt x="2694" y="620"/>
                    <a:pt x="780" y="1620"/>
                    <a:pt x="493" y="1625"/>
                  </a:cubicBezTo>
                  <a:cubicBezTo>
                    <a:pt x="442" y="1625"/>
                    <a:pt x="392" y="1622"/>
                    <a:pt x="341" y="1614"/>
                  </a:cubicBezTo>
                  <a:lnTo>
                    <a:pt x="338" y="1616"/>
                  </a:lnTo>
                  <a:cubicBezTo>
                    <a:pt x="342" y="1587"/>
                    <a:pt x="379" y="1467"/>
                    <a:pt x="681" y="1161"/>
                  </a:cubicBezTo>
                  <a:cubicBezTo>
                    <a:pt x="1514" y="709"/>
                    <a:pt x="2489" y="277"/>
                    <a:pt x="2788" y="277"/>
                  </a:cubicBezTo>
                  <a:close/>
                  <a:moveTo>
                    <a:pt x="2806" y="1"/>
                  </a:moveTo>
                  <a:cubicBezTo>
                    <a:pt x="2248" y="1"/>
                    <a:pt x="949" y="693"/>
                    <a:pt x="528" y="922"/>
                  </a:cubicBezTo>
                  <a:cubicBezTo>
                    <a:pt x="516" y="929"/>
                    <a:pt x="505" y="937"/>
                    <a:pt x="496" y="947"/>
                  </a:cubicBezTo>
                  <a:cubicBezTo>
                    <a:pt x="123" y="1320"/>
                    <a:pt x="1" y="1546"/>
                    <a:pt x="74" y="1722"/>
                  </a:cubicBezTo>
                  <a:cubicBezTo>
                    <a:pt x="152" y="1908"/>
                    <a:pt x="400" y="1908"/>
                    <a:pt x="493" y="1908"/>
                  </a:cubicBezTo>
                  <a:cubicBezTo>
                    <a:pt x="794" y="1908"/>
                    <a:pt x="2592" y="1031"/>
                    <a:pt x="3003" y="506"/>
                  </a:cubicBezTo>
                  <a:cubicBezTo>
                    <a:pt x="3092" y="392"/>
                    <a:pt x="3124" y="285"/>
                    <a:pt x="3101" y="190"/>
                  </a:cubicBezTo>
                  <a:cubicBezTo>
                    <a:pt x="3082" y="116"/>
                    <a:pt x="3030" y="56"/>
                    <a:pt x="2961" y="28"/>
                  </a:cubicBezTo>
                  <a:cubicBezTo>
                    <a:pt x="2920" y="9"/>
                    <a:pt x="2868" y="1"/>
                    <a:pt x="2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4;p38">
              <a:extLst>
                <a:ext uri="{FF2B5EF4-FFF2-40B4-BE49-F238E27FC236}">
                  <a16:creationId xmlns:a16="http://schemas.microsoft.com/office/drawing/2014/main" id="{7F819AA1-A7C9-41FA-B1AB-78F3039302A4}"/>
                </a:ext>
              </a:extLst>
            </p:cNvPr>
            <p:cNvSpPr/>
            <p:nvPr/>
          </p:nvSpPr>
          <p:spPr>
            <a:xfrm>
              <a:off x="5049950" y="5103425"/>
              <a:ext cx="77200" cy="40725"/>
            </a:xfrm>
            <a:custGeom>
              <a:avLst/>
              <a:gdLst/>
              <a:ahLst/>
              <a:cxnLst/>
              <a:rect l="l" t="t" r="r" b="b"/>
              <a:pathLst>
                <a:path w="3088" h="1629" extrusionOk="0">
                  <a:moveTo>
                    <a:pt x="2821" y="1"/>
                  </a:moveTo>
                  <a:cubicBezTo>
                    <a:pt x="2280" y="1"/>
                    <a:pt x="617" y="908"/>
                    <a:pt x="617" y="908"/>
                  </a:cubicBezTo>
                  <a:cubicBezTo>
                    <a:pt x="0" y="1526"/>
                    <a:pt x="206" y="1628"/>
                    <a:pt x="514" y="1628"/>
                  </a:cubicBezTo>
                  <a:cubicBezTo>
                    <a:pt x="823" y="1628"/>
                    <a:pt x="3088" y="496"/>
                    <a:pt x="2985" y="85"/>
                  </a:cubicBezTo>
                  <a:cubicBezTo>
                    <a:pt x="2970" y="26"/>
                    <a:pt x="2911" y="1"/>
                    <a:pt x="2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5;p38">
              <a:extLst>
                <a:ext uri="{FF2B5EF4-FFF2-40B4-BE49-F238E27FC236}">
                  <a16:creationId xmlns:a16="http://schemas.microsoft.com/office/drawing/2014/main" id="{56C02233-6D8D-04DF-C581-9EDB689A48C5}"/>
                </a:ext>
              </a:extLst>
            </p:cNvPr>
            <p:cNvSpPr/>
            <p:nvPr/>
          </p:nvSpPr>
          <p:spPr>
            <a:xfrm>
              <a:off x="5050500" y="5100000"/>
              <a:ext cx="78100" cy="47675"/>
            </a:xfrm>
            <a:custGeom>
              <a:avLst/>
              <a:gdLst/>
              <a:ahLst/>
              <a:cxnLst/>
              <a:rect l="l" t="t" r="r" b="b"/>
              <a:pathLst>
                <a:path w="3124" h="1907" extrusionOk="0">
                  <a:moveTo>
                    <a:pt x="2794" y="276"/>
                  </a:moveTo>
                  <a:cubicBezTo>
                    <a:pt x="2803" y="276"/>
                    <a:pt x="2811" y="276"/>
                    <a:pt x="2818" y="277"/>
                  </a:cubicBezTo>
                  <a:cubicBezTo>
                    <a:pt x="2693" y="619"/>
                    <a:pt x="779" y="1617"/>
                    <a:pt x="492" y="1624"/>
                  </a:cubicBezTo>
                  <a:cubicBezTo>
                    <a:pt x="441" y="1624"/>
                    <a:pt x="391" y="1620"/>
                    <a:pt x="340" y="1612"/>
                  </a:cubicBezTo>
                  <a:cubicBezTo>
                    <a:pt x="339" y="1612"/>
                    <a:pt x="338" y="1613"/>
                    <a:pt x="337" y="1613"/>
                  </a:cubicBezTo>
                  <a:cubicBezTo>
                    <a:pt x="341" y="1585"/>
                    <a:pt x="378" y="1466"/>
                    <a:pt x="681" y="1160"/>
                  </a:cubicBezTo>
                  <a:cubicBezTo>
                    <a:pt x="1518" y="705"/>
                    <a:pt x="2516" y="276"/>
                    <a:pt x="2794" y="276"/>
                  </a:cubicBezTo>
                  <a:close/>
                  <a:moveTo>
                    <a:pt x="2814" y="1"/>
                  </a:moveTo>
                  <a:cubicBezTo>
                    <a:pt x="2269" y="1"/>
                    <a:pt x="951" y="690"/>
                    <a:pt x="527" y="921"/>
                  </a:cubicBezTo>
                  <a:cubicBezTo>
                    <a:pt x="515" y="927"/>
                    <a:pt x="504" y="936"/>
                    <a:pt x="495" y="945"/>
                  </a:cubicBezTo>
                  <a:cubicBezTo>
                    <a:pt x="127" y="1313"/>
                    <a:pt x="1" y="1546"/>
                    <a:pt x="74" y="1721"/>
                  </a:cubicBezTo>
                  <a:cubicBezTo>
                    <a:pt x="151" y="1906"/>
                    <a:pt x="399" y="1906"/>
                    <a:pt x="492" y="1906"/>
                  </a:cubicBezTo>
                  <a:cubicBezTo>
                    <a:pt x="794" y="1906"/>
                    <a:pt x="2592" y="1029"/>
                    <a:pt x="3002" y="503"/>
                  </a:cubicBezTo>
                  <a:cubicBezTo>
                    <a:pt x="3090" y="390"/>
                    <a:pt x="3124" y="284"/>
                    <a:pt x="3100" y="187"/>
                  </a:cubicBezTo>
                  <a:cubicBezTo>
                    <a:pt x="3081" y="114"/>
                    <a:pt x="3029" y="54"/>
                    <a:pt x="2959" y="25"/>
                  </a:cubicBezTo>
                  <a:cubicBezTo>
                    <a:pt x="2921" y="8"/>
                    <a:pt x="2872" y="1"/>
                    <a:pt x="2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46;p38">
              <a:extLst>
                <a:ext uri="{FF2B5EF4-FFF2-40B4-BE49-F238E27FC236}">
                  <a16:creationId xmlns:a16="http://schemas.microsoft.com/office/drawing/2014/main" id="{B0F4B876-E5B3-FDE2-261E-198A74AA12E7}"/>
                </a:ext>
              </a:extLst>
            </p:cNvPr>
            <p:cNvSpPr/>
            <p:nvPr/>
          </p:nvSpPr>
          <p:spPr>
            <a:xfrm>
              <a:off x="5062800" y="5121450"/>
              <a:ext cx="77225" cy="40700"/>
            </a:xfrm>
            <a:custGeom>
              <a:avLst/>
              <a:gdLst/>
              <a:ahLst/>
              <a:cxnLst/>
              <a:rect l="l" t="t" r="r" b="b"/>
              <a:pathLst>
                <a:path w="3089" h="1628" extrusionOk="0">
                  <a:moveTo>
                    <a:pt x="2821" y="0"/>
                  </a:moveTo>
                  <a:cubicBezTo>
                    <a:pt x="2281" y="0"/>
                    <a:pt x="618" y="907"/>
                    <a:pt x="618" y="907"/>
                  </a:cubicBezTo>
                  <a:cubicBezTo>
                    <a:pt x="0" y="1525"/>
                    <a:pt x="207" y="1628"/>
                    <a:pt x="515" y="1628"/>
                  </a:cubicBezTo>
                  <a:cubicBezTo>
                    <a:pt x="824" y="1628"/>
                    <a:pt x="3088" y="495"/>
                    <a:pt x="2985" y="84"/>
                  </a:cubicBezTo>
                  <a:cubicBezTo>
                    <a:pt x="2970" y="26"/>
                    <a:pt x="2911" y="0"/>
                    <a:pt x="2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47;p38">
              <a:extLst>
                <a:ext uri="{FF2B5EF4-FFF2-40B4-BE49-F238E27FC236}">
                  <a16:creationId xmlns:a16="http://schemas.microsoft.com/office/drawing/2014/main" id="{C1EFC29D-2D30-D0A3-CF37-CDEB44A2691C}"/>
                </a:ext>
              </a:extLst>
            </p:cNvPr>
            <p:cNvSpPr/>
            <p:nvPr/>
          </p:nvSpPr>
          <p:spPr>
            <a:xfrm>
              <a:off x="5063400" y="5118000"/>
              <a:ext cx="78050" cy="47700"/>
            </a:xfrm>
            <a:custGeom>
              <a:avLst/>
              <a:gdLst/>
              <a:ahLst/>
              <a:cxnLst/>
              <a:rect l="l" t="t" r="r" b="b"/>
              <a:pathLst>
                <a:path w="3122" h="1908" extrusionOk="0">
                  <a:moveTo>
                    <a:pt x="2777" y="275"/>
                  </a:moveTo>
                  <a:cubicBezTo>
                    <a:pt x="2792" y="275"/>
                    <a:pt x="2805" y="276"/>
                    <a:pt x="2817" y="278"/>
                  </a:cubicBezTo>
                  <a:cubicBezTo>
                    <a:pt x="2691" y="619"/>
                    <a:pt x="778" y="1619"/>
                    <a:pt x="491" y="1624"/>
                  </a:cubicBezTo>
                  <a:cubicBezTo>
                    <a:pt x="440" y="1624"/>
                    <a:pt x="389" y="1620"/>
                    <a:pt x="339" y="1613"/>
                  </a:cubicBezTo>
                  <a:cubicBezTo>
                    <a:pt x="338" y="1613"/>
                    <a:pt x="337" y="1614"/>
                    <a:pt x="336" y="1614"/>
                  </a:cubicBezTo>
                  <a:cubicBezTo>
                    <a:pt x="340" y="1586"/>
                    <a:pt x="376" y="1466"/>
                    <a:pt x="679" y="1159"/>
                  </a:cubicBezTo>
                  <a:cubicBezTo>
                    <a:pt x="1503" y="712"/>
                    <a:pt x="2468" y="275"/>
                    <a:pt x="2777" y="275"/>
                  </a:cubicBezTo>
                  <a:close/>
                  <a:moveTo>
                    <a:pt x="2810" y="0"/>
                  </a:moveTo>
                  <a:cubicBezTo>
                    <a:pt x="2261" y="0"/>
                    <a:pt x="949" y="691"/>
                    <a:pt x="526" y="921"/>
                  </a:cubicBezTo>
                  <a:cubicBezTo>
                    <a:pt x="514" y="928"/>
                    <a:pt x="503" y="935"/>
                    <a:pt x="494" y="945"/>
                  </a:cubicBezTo>
                  <a:cubicBezTo>
                    <a:pt x="125" y="1314"/>
                    <a:pt x="0" y="1546"/>
                    <a:pt x="73" y="1721"/>
                  </a:cubicBezTo>
                  <a:cubicBezTo>
                    <a:pt x="149" y="1907"/>
                    <a:pt x="398" y="1907"/>
                    <a:pt x="491" y="1907"/>
                  </a:cubicBezTo>
                  <a:cubicBezTo>
                    <a:pt x="792" y="1907"/>
                    <a:pt x="2590" y="1030"/>
                    <a:pt x="3000" y="504"/>
                  </a:cubicBezTo>
                  <a:cubicBezTo>
                    <a:pt x="3089" y="391"/>
                    <a:pt x="3122" y="284"/>
                    <a:pt x="3098" y="188"/>
                  </a:cubicBezTo>
                  <a:cubicBezTo>
                    <a:pt x="3079" y="115"/>
                    <a:pt x="3028" y="55"/>
                    <a:pt x="2959" y="26"/>
                  </a:cubicBezTo>
                  <a:cubicBezTo>
                    <a:pt x="2919" y="8"/>
                    <a:pt x="2869" y="0"/>
                    <a:pt x="28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48;p38">
              <a:extLst>
                <a:ext uri="{FF2B5EF4-FFF2-40B4-BE49-F238E27FC236}">
                  <a16:creationId xmlns:a16="http://schemas.microsoft.com/office/drawing/2014/main" id="{7F04B06E-DDAC-38C5-AC60-344D9A3E53E6}"/>
                </a:ext>
              </a:extLst>
            </p:cNvPr>
            <p:cNvSpPr/>
            <p:nvPr/>
          </p:nvSpPr>
          <p:spPr>
            <a:xfrm>
              <a:off x="5075675" y="5139450"/>
              <a:ext cx="77225" cy="40725"/>
            </a:xfrm>
            <a:custGeom>
              <a:avLst/>
              <a:gdLst/>
              <a:ahLst/>
              <a:cxnLst/>
              <a:rect l="l" t="t" r="r" b="b"/>
              <a:pathLst>
                <a:path w="3089" h="1629" extrusionOk="0">
                  <a:moveTo>
                    <a:pt x="2821" y="1"/>
                  </a:moveTo>
                  <a:cubicBezTo>
                    <a:pt x="2281" y="1"/>
                    <a:pt x="618" y="908"/>
                    <a:pt x="618" y="908"/>
                  </a:cubicBezTo>
                  <a:cubicBezTo>
                    <a:pt x="0" y="1525"/>
                    <a:pt x="206" y="1628"/>
                    <a:pt x="514" y="1628"/>
                  </a:cubicBezTo>
                  <a:cubicBezTo>
                    <a:pt x="823" y="1628"/>
                    <a:pt x="3088" y="496"/>
                    <a:pt x="2985" y="85"/>
                  </a:cubicBezTo>
                  <a:cubicBezTo>
                    <a:pt x="2970" y="26"/>
                    <a:pt x="2911" y="1"/>
                    <a:pt x="2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49;p38">
              <a:extLst>
                <a:ext uri="{FF2B5EF4-FFF2-40B4-BE49-F238E27FC236}">
                  <a16:creationId xmlns:a16="http://schemas.microsoft.com/office/drawing/2014/main" id="{1E02A3AD-F0FE-FDB8-FDA5-03751011D636}"/>
                </a:ext>
              </a:extLst>
            </p:cNvPr>
            <p:cNvSpPr/>
            <p:nvPr/>
          </p:nvSpPr>
          <p:spPr>
            <a:xfrm>
              <a:off x="5076225" y="5136050"/>
              <a:ext cx="78100" cy="47650"/>
            </a:xfrm>
            <a:custGeom>
              <a:avLst/>
              <a:gdLst/>
              <a:ahLst/>
              <a:cxnLst/>
              <a:rect l="l" t="t" r="r" b="b"/>
              <a:pathLst>
                <a:path w="3124" h="1906" extrusionOk="0">
                  <a:moveTo>
                    <a:pt x="2789" y="274"/>
                  </a:moveTo>
                  <a:cubicBezTo>
                    <a:pt x="2800" y="274"/>
                    <a:pt x="2810" y="274"/>
                    <a:pt x="2818" y="275"/>
                  </a:cubicBezTo>
                  <a:cubicBezTo>
                    <a:pt x="2693" y="618"/>
                    <a:pt x="779" y="1618"/>
                    <a:pt x="492" y="1623"/>
                  </a:cubicBezTo>
                  <a:cubicBezTo>
                    <a:pt x="441" y="1622"/>
                    <a:pt x="391" y="1619"/>
                    <a:pt x="341" y="1612"/>
                  </a:cubicBezTo>
                  <a:lnTo>
                    <a:pt x="338" y="1612"/>
                  </a:lnTo>
                  <a:cubicBezTo>
                    <a:pt x="341" y="1584"/>
                    <a:pt x="378" y="1464"/>
                    <a:pt x="682" y="1159"/>
                  </a:cubicBezTo>
                  <a:cubicBezTo>
                    <a:pt x="1514" y="706"/>
                    <a:pt x="2493" y="274"/>
                    <a:pt x="2789" y="274"/>
                  </a:cubicBezTo>
                  <a:close/>
                  <a:moveTo>
                    <a:pt x="2816" y="0"/>
                  </a:moveTo>
                  <a:cubicBezTo>
                    <a:pt x="2271" y="0"/>
                    <a:pt x="951" y="690"/>
                    <a:pt x="527" y="920"/>
                  </a:cubicBezTo>
                  <a:cubicBezTo>
                    <a:pt x="516" y="926"/>
                    <a:pt x="506" y="934"/>
                    <a:pt x="496" y="944"/>
                  </a:cubicBezTo>
                  <a:cubicBezTo>
                    <a:pt x="122" y="1318"/>
                    <a:pt x="0" y="1543"/>
                    <a:pt x="74" y="1720"/>
                  </a:cubicBezTo>
                  <a:cubicBezTo>
                    <a:pt x="151" y="1906"/>
                    <a:pt x="399" y="1906"/>
                    <a:pt x="492" y="1906"/>
                  </a:cubicBezTo>
                  <a:cubicBezTo>
                    <a:pt x="814" y="1906"/>
                    <a:pt x="2586" y="1036"/>
                    <a:pt x="3002" y="504"/>
                  </a:cubicBezTo>
                  <a:cubicBezTo>
                    <a:pt x="3091" y="389"/>
                    <a:pt x="3124" y="282"/>
                    <a:pt x="3100" y="186"/>
                  </a:cubicBezTo>
                  <a:cubicBezTo>
                    <a:pt x="3081" y="113"/>
                    <a:pt x="3030" y="54"/>
                    <a:pt x="2961" y="24"/>
                  </a:cubicBezTo>
                  <a:cubicBezTo>
                    <a:pt x="2922" y="8"/>
                    <a:pt x="2874" y="0"/>
                    <a:pt x="2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50;p38">
              <a:extLst>
                <a:ext uri="{FF2B5EF4-FFF2-40B4-BE49-F238E27FC236}">
                  <a16:creationId xmlns:a16="http://schemas.microsoft.com/office/drawing/2014/main" id="{D1F4B023-E8AD-481B-9DA6-33BDA7B02B7A}"/>
                </a:ext>
              </a:extLst>
            </p:cNvPr>
            <p:cNvSpPr/>
            <p:nvPr/>
          </p:nvSpPr>
          <p:spPr>
            <a:xfrm>
              <a:off x="3769800" y="5154025"/>
              <a:ext cx="349200" cy="167825"/>
            </a:xfrm>
            <a:custGeom>
              <a:avLst/>
              <a:gdLst/>
              <a:ahLst/>
              <a:cxnLst/>
              <a:rect l="l" t="t" r="r" b="b"/>
              <a:pathLst>
                <a:path w="13968" h="6713" extrusionOk="0">
                  <a:moveTo>
                    <a:pt x="11688" y="1"/>
                  </a:moveTo>
                  <a:lnTo>
                    <a:pt x="7960" y="600"/>
                  </a:lnTo>
                  <a:cubicBezTo>
                    <a:pt x="7578" y="1041"/>
                    <a:pt x="7166" y="1455"/>
                    <a:pt x="6727" y="1841"/>
                  </a:cubicBezTo>
                  <a:cubicBezTo>
                    <a:pt x="5997" y="2481"/>
                    <a:pt x="2605" y="3396"/>
                    <a:pt x="1303" y="4509"/>
                  </a:cubicBezTo>
                  <a:cubicBezTo>
                    <a:pt x="1" y="5621"/>
                    <a:pt x="2701" y="6648"/>
                    <a:pt x="5048" y="6710"/>
                  </a:cubicBezTo>
                  <a:cubicBezTo>
                    <a:pt x="5105" y="6712"/>
                    <a:pt x="5161" y="6712"/>
                    <a:pt x="5217" y="6712"/>
                  </a:cubicBezTo>
                  <a:cubicBezTo>
                    <a:pt x="7331" y="6712"/>
                    <a:pt x="9146" y="5701"/>
                    <a:pt x="10698" y="5701"/>
                  </a:cubicBezTo>
                  <a:cubicBezTo>
                    <a:pt x="10814" y="5701"/>
                    <a:pt x="10929" y="5707"/>
                    <a:pt x="11042" y="5719"/>
                  </a:cubicBezTo>
                  <a:cubicBezTo>
                    <a:pt x="11441" y="5762"/>
                    <a:pt x="11819" y="5792"/>
                    <a:pt x="12160" y="5792"/>
                  </a:cubicBezTo>
                  <a:cubicBezTo>
                    <a:pt x="13246" y="5792"/>
                    <a:pt x="13967" y="5486"/>
                    <a:pt x="13833" y="4301"/>
                  </a:cubicBezTo>
                  <a:cubicBezTo>
                    <a:pt x="13657" y="2743"/>
                    <a:pt x="11688" y="1"/>
                    <a:pt x="11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51;p38">
              <a:extLst>
                <a:ext uri="{FF2B5EF4-FFF2-40B4-BE49-F238E27FC236}">
                  <a16:creationId xmlns:a16="http://schemas.microsoft.com/office/drawing/2014/main" id="{4333DE6C-5BB9-5C40-DE92-4927D1C0C269}"/>
                </a:ext>
              </a:extLst>
            </p:cNvPr>
            <p:cNvSpPr/>
            <p:nvPr/>
          </p:nvSpPr>
          <p:spPr>
            <a:xfrm>
              <a:off x="3785500" y="5146975"/>
              <a:ext cx="338800" cy="181925"/>
            </a:xfrm>
            <a:custGeom>
              <a:avLst/>
              <a:gdLst/>
              <a:ahLst/>
              <a:cxnLst/>
              <a:rect l="l" t="t" r="r" b="b"/>
              <a:pathLst>
                <a:path w="13552" h="7277" extrusionOk="0">
                  <a:moveTo>
                    <a:pt x="10929" y="590"/>
                  </a:moveTo>
                  <a:cubicBezTo>
                    <a:pt x="11326" y="1165"/>
                    <a:pt x="12780" y="3345"/>
                    <a:pt x="12924" y="4615"/>
                  </a:cubicBezTo>
                  <a:cubicBezTo>
                    <a:pt x="12970" y="5022"/>
                    <a:pt x="12907" y="5305"/>
                    <a:pt x="12729" y="5484"/>
                  </a:cubicBezTo>
                  <a:cubicBezTo>
                    <a:pt x="12499" y="5716"/>
                    <a:pt x="12060" y="5791"/>
                    <a:pt x="11535" y="5791"/>
                  </a:cubicBezTo>
                  <a:cubicBezTo>
                    <a:pt x="11196" y="5791"/>
                    <a:pt x="10822" y="5760"/>
                    <a:pt x="10444" y="5719"/>
                  </a:cubicBezTo>
                  <a:cubicBezTo>
                    <a:pt x="10322" y="5706"/>
                    <a:pt x="10197" y="5700"/>
                    <a:pt x="10072" y="5700"/>
                  </a:cubicBezTo>
                  <a:cubicBezTo>
                    <a:pt x="9317" y="5700"/>
                    <a:pt x="8516" y="5923"/>
                    <a:pt x="7676" y="6157"/>
                  </a:cubicBezTo>
                  <a:cubicBezTo>
                    <a:pt x="6705" y="6428"/>
                    <a:pt x="5709" y="6711"/>
                    <a:pt x="4614" y="6711"/>
                  </a:cubicBezTo>
                  <a:cubicBezTo>
                    <a:pt x="4552" y="6711"/>
                    <a:pt x="4490" y="6710"/>
                    <a:pt x="4428" y="6708"/>
                  </a:cubicBezTo>
                  <a:cubicBezTo>
                    <a:pt x="2521" y="6660"/>
                    <a:pt x="824" y="6001"/>
                    <a:pt x="634" y="5467"/>
                  </a:cubicBezTo>
                  <a:cubicBezTo>
                    <a:pt x="616" y="5416"/>
                    <a:pt x="562" y="5260"/>
                    <a:pt x="859" y="5005"/>
                  </a:cubicBezTo>
                  <a:cubicBezTo>
                    <a:pt x="1562" y="4405"/>
                    <a:pt x="2930" y="3854"/>
                    <a:pt x="4140" y="3367"/>
                  </a:cubicBezTo>
                  <a:cubicBezTo>
                    <a:pt x="5141" y="2963"/>
                    <a:pt x="5933" y="2645"/>
                    <a:pt x="6286" y="2336"/>
                  </a:cubicBezTo>
                  <a:cubicBezTo>
                    <a:pt x="6708" y="1964"/>
                    <a:pt x="7107" y="1566"/>
                    <a:pt x="7480" y="1145"/>
                  </a:cubicBezTo>
                  <a:lnTo>
                    <a:pt x="10929" y="590"/>
                  </a:lnTo>
                  <a:close/>
                  <a:moveTo>
                    <a:pt x="11057" y="1"/>
                  </a:moveTo>
                  <a:cubicBezTo>
                    <a:pt x="11043" y="1"/>
                    <a:pt x="11029" y="2"/>
                    <a:pt x="11015" y="4"/>
                  </a:cubicBezTo>
                  <a:lnTo>
                    <a:pt x="7288" y="602"/>
                  </a:lnTo>
                  <a:cubicBezTo>
                    <a:pt x="7221" y="613"/>
                    <a:pt x="7160" y="648"/>
                    <a:pt x="7117" y="700"/>
                  </a:cubicBezTo>
                  <a:cubicBezTo>
                    <a:pt x="6743" y="1131"/>
                    <a:pt x="6342" y="1535"/>
                    <a:pt x="5913" y="1910"/>
                  </a:cubicBezTo>
                  <a:cubicBezTo>
                    <a:pt x="5633" y="2157"/>
                    <a:pt x="4805" y="2489"/>
                    <a:pt x="3929" y="2842"/>
                  </a:cubicBezTo>
                  <a:cubicBezTo>
                    <a:pt x="2679" y="3346"/>
                    <a:pt x="1264" y="3915"/>
                    <a:pt x="492" y="4576"/>
                  </a:cubicBezTo>
                  <a:cubicBezTo>
                    <a:pt x="1" y="4994"/>
                    <a:pt x="8" y="5394"/>
                    <a:pt x="102" y="5656"/>
                  </a:cubicBezTo>
                  <a:cubicBezTo>
                    <a:pt x="472" y="6705"/>
                    <a:pt x="2846" y="7233"/>
                    <a:pt x="4412" y="7275"/>
                  </a:cubicBezTo>
                  <a:cubicBezTo>
                    <a:pt x="4471" y="7277"/>
                    <a:pt x="4529" y="7277"/>
                    <a:pt x="4587" y="7277"/>
                  </a:cubicBezTo>
                  <a:cubicBezTo>
                    <a:pt x="5767" y="7277"/>
                    <a:pt x="6860" y="6973"/>
                    <a:pt x="7828" y="6703"/>
                  </a:cubicBezTo>
                  <a:cubicBezTo>
                    <a:pt x="8633" y="6478"/>
                    <a:pt x="9402" y="6266"/>
                    <a:pt x="10083" y="6266"/>
                  </a:cubicBezTo>
                  <a:cubicBezTo>
                    <a:pt x="10185" y="6266"/>
                    <a:pt x="10285" y="6271"/>
                    <a:pt x="10384" y="6281"/>
                  </a:cubicBezTo>
                  <a:cubicBezTo>
                    <a:pt x="10813" y="6327"/>
                    <a:pt x="11200" y="6356"/>
                    <a:pt x="11544" y="6356"/>
                  </a:cubicBezTo>
                  <a:cubicBezTo>
                    <a:pt x="12253" y="6356"/>
                    <a:pt x="12781" y="6233"/>
                    <a:pt x="13130" y="5882"/>
                  </a:cubicBezTo>
                  <a:cubicBezTo>
                    <a:pt x="13432" y="5578"/>
                    <a:pt x="13552" y="5130"/>
                    <a:pt x="13487" y="4551"/>
                  </a:cubicBezTo>
                  <a:cubicBezTo>
                    <a:pt x="13304" y="2939"/>
                    <a:pt x="11372" y="233"/>
                    <a:pt x="11289" y="118"/>
                  </a:cubicBezTo>
                  <a:cubicBezTo>
                    <a:pt x="11234" y="43"/>
                    <a:pt x="11148" y="1"/>
                    <a:pt x="110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52;p38">
              <a:extLst>
                <a:ext uri="{FF2B5EF4-FFF2-40B4-BE49-F238E27FC236}">
                  <a16:creationId xmlns:a16="http://schemas.microsoft.com/office/drawing/2014/main" id="{7D2FFBB6-16CB-448C-711B-DC6682506E01}"/>
                </a:ext>
              </a:extLst>
            </p:cNvPr>
            <p:cNvSpPr/>
            <p:nvPr/>
          </p:nvSpPr>
          <p:spPr>
            <a:xfrm>
              <a:off x="3769825" y="5244525"/>
              <a:ext cx="131125" cy="77275"/>
            </a:xfrm>
            <a:custGeom>
              <a:avLst/>
              <a:gdLst/>
              <a:ahLst/>
              <a:cxnLst/>
              <a:rect l="l" t="t" r="r" b="b"/>
              <a:pathLst>
                <a:path w="5245" h="3091" extrusionOk="0">
                  <a:moveTo>
                    <a:pt x="2791" y="0"/>
                  </a:moveTo>
                  <a:cubicBezTo>
                    <a:pt x="2200" y="279"/>
                    <a:pt x="1668" y="576"/>
                    <a:pt x="1302" y="888"/>
                  </a:cubicBezTo>
                  <a:cubicBezTo>
                    <a:pt x="1" y="2001"/>
                    <a:pt x="2700" y="3028"/>
                    <a:pt x="5047" y="3090"/>
                  </a:cubicBezTo>
                  <a:cubicBezTo>
                    <a:pt x="5056" y="3090"/>
                    <a:pt x="5066" y="3090"/>
                    <a:pt x="5075" y="3090"/>
                  </a:cubicBezTo>
                  <a:cubicBezTo>
                    <a:pt x="5132" y="3090"/>
                    <a:pt x="5188" y="3088"/>
                    <a:pt x="5245" y="3088"/>
                  </a:cubicBezTo>
                  <a:cubicBezTo>
                    <a:pt x="4997" y="2249"/>
                    <a:pt x="4357" y="791"/>
                    <a:pt x="2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53;p38">
              <a:extLst>
                <a:ext uri="{FF2B5EF4-FFF2-40B4-BE49-F238E27FC236}">
                  <a16:creationId xmlns:a16="http://schemas.microsoft.com/office/drawing/2014/main" id="{D3F18B7D-34C5-FD71-A32D-EA71B679BFE2}"/>
                </a:ext>
              </a:extLst>
            </p:cNvPr>
            <p:cNvSpPr/>
            <p:nvPr/>
          </p:nvSpPr>
          <p:spPr>
            <a:xfrm>
              <a:off x="3785500" y="5237450"/>
              <a:ext cx="123575" cy="91400"/>
            </a:xfrm>
            <a:custGeom>
              <a:avLst/>
              <a:gdLst/>
              <a:ahLst/>
              <a:cxnLst/>
              <a:rect l="l" t="t" r="r" b="b"/>
              <a:pathLst>
                <a:path w="4943" h="3656" extrusionOk="0">
                  <a:moveTo>
                    <a:pt x="2157" y="599"/>
                  </a:moveTo>
                  <a:cubicBezTo>
                    <a:pt x="3344" y="1248"/>
                    <a:pt x="3937" y="2318"/>
                    <a:pt x="4223" y="3082"/>
                  </a:cubicBezTo>
                  <a:cubicBezTo>
                    <a:pt x="2402" y="2994"/>
                    <a:pt x="817" y="2363"/>
                    <a:pt x="634" y="1848"/>
                  </a:cubicBezTo>
                  <a:cubicBezTo>
                    <a:pt x="616" y="1797"/>
                    <a:pt x="562" y="1641"/>
                    <a:pt x="858" y="1386"/>
                  </a:cubicBezTo>
                  <a:cubicBezTo>
                    <a:pt x="1142" y="1144"/>
                    <a:pt x="1568" y="886"/>
                    <a:pt x="2157" y="599"/>
                  </a:cubicBezTo>
                  <a:close/>
                  <a:moveTo>
                    <a:pt x="2163" y="0"/>
                  </a:moveTo>
                  <a:cubicBezTo>
                    <a:pt x="2121" y="0"/>
                    <a:pt x="2080" y="9"/>
                    <a:pt x="2042" y="28"/>
                  </a:cubicBezTo>
                  <a:cubicBezTo>
                    <a:pt x="1331" y="366"/>
                    <a:pt x="838" y="660"/>
                    <a:pt x="492" y="957"/>
                  </a:cubicBezTo>
                  <a:cubicBezTo>
                    <a:pt x="1" y="1377"/>
                    <a:pt x="8" y="1775"/>
                    <a:pt x="102" y="2037"/>
                  </a:cubicBezTo>
                  <a:cubicBezTo>
                    <a:pt x="472" y="3086"/>
                    <a:pt x="2846" y="3614"/>
                    <a:pt x="4412" y="3656"/>
                  </a:cubicBezTo>
                  <a:lnTo>
                    <a:pt x="4557" y="3656"/>
                  </a:lnTo>
                  <a:lnTo>
                    <a:pt x="4620" y="3655"/>
                  </a:lnTo>
                  <a:cubicBezTo>
                    <a:pt x="4808" y="3652"/>
                    <a:pt x="4943" y="3472"/>
                    <a:pt x="4890" y="3292"/>
                  </a:cubicBezTo>
                  <a:cubicBezTo>
                    <a:pt x="4637" y="2435"/>
                    <a:pt x="3964" y="876"/>
                    <a:pt x="2291" y="31"/>
                  </a:cubicBezTo>
                  <a:cubicBezTo>
                    <a:pt x="2251" y="10"/>
                    <a:pt x="2207" y="0"/>
                    <a:pt x="2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54;p38">
              <a:extLst>
                <a:ext uri="{FF2B5EF4-FFF2-40B4-BE49-F238E27FC236}">
                  <a16:creationId xmlns:a16="http://schemas.microsoft.com/office/drawing/2014/main" id="{87F384C3-290F-72B9-5DC0-4AA8F716F9BF}"/>
                </a:ext>
              </a:extLst>
            </p:cNvPr>
            <p:cNvSpPr/>
            <p:nvPr/>
          </p:nvSpPr>
          <p:spPr>
            <a:xfrm>
              <a:off x="3928650" y="5190925"/>
              <a:ext cx="75125" cy="38500"/>
            </a:xfrm>
            <a:custGeom>
              <a:avLst/>
              <a:gdLst/>
              <a:ahLst/>
              <a:cxnLst/>
              <a:rect l="l" t="t" r="r" b="b"/>
              <a:pathLst>
                <a:path w="3005" h="1540" extrusionOk="0">
                  <a:moveTo>
                    <a:pt x="591" y="1"/>
                  </a:moveTo>
                  <a:lnTo>
                    <a:pt x="591" y="1"/>
                  </a:lnTo>
                  <a:cubicBezTo>
                    <a:pt x="0" y="318"/>
                    <a:pt x="1507" y="1539"/>
                    <a:pt x="2226" y="1539"/>
                  </a:cubicBezTo>
                  <a:cubicBezTo>
                    <a:pt x="2288" y="1539"/>
                    <a:pt x="2344" y="1530"/>
                    <a:pt x="2393" y="1511"/>
                  </a:cubicBezTo>
                  <a:cubicBezTo>
                    <a:pt x="3004" y="1264"/>
                    <a:pt x="591" y="1"/>
                    <a:pt x="5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55;p38">
              <a:extLst>
                <a:ext uri="{FF2B5EF4-FFF2-40B4-BE49-F238E27FC236}">
                  <a16:creationId xmlns:a16="http://schemas.microsoft.com/office/drawing/2014/main" id="{F707E1B9-35D9-D4E1-515F-8529A29EFDE3}"/>
                </a:ext>
              </a:extLst>
            </p:cNvPr>
            <p:cNvSpPr/>
            <p:nvPr/>
          </p:nvSpPr>
          <p:spPr>
            <a:xfrm>
              <a:off x="3935125" y="5187375"/>
              <a:ext cx="59900" cy="45575"/>
            </a:xfrm>
            <a:custGeom>
              <a:avLst/>
              <a:gdLst/>
              <a:ahLst/>
              <a:cxnLst/>
              <a:rect l="l" t="t" r="r" b="b"/>
              <a:pathLst>
                <a:path w="2396" h="1823" extrusionOk="0">
                  <a:moveTo>
                    <a:pt x="348" y="311"/>
                  </a:moveTo>
                  <a:cubicBezTo>
                    <a:pt x="1284" y="809"/>
                    <a:pt x="2074" y="1361"/>
                    <a:pt x="2081" y="1521"/>
                  </a:cubicBezTo>
                  <a:cubicBezTo>
                    <a:pt x="2050" y="1534"/>
                    <a:pt x="2012" y="1540"/>
                    <a:pt x="1970" y="1540"/>
                  </a:cubicBezTo>
                  <a:cubicBezTo>
                    <a:pt x="1538" y="1540"/>
                    <a:pt x="587" y="933"/>
                    <a:pt x="372" y="473"/>
                  </a:cubicBezTo>
                  <a:cubicBezTo>
                    <a:pt x="332" y="387"/>
                    <a:pt x="333" y="341"/>
                    <a:pt x="348" y="311"/>
                  </a:cubicBezTo>
                  <a:close/>
                  <a:moveTo>
                    <a:pt x="331" y="1"/>
                  </a:moveTo>
                  <a:cubicBezTo>
                    <a:pt x="308" y="1"/>
                    <a:pt x="285" y="6"/>
                    <a:pt x="264" y="18"/>
                  </a:cubicBezTo>
                  <a:cubicBezTo>
                    <a:pt x="56" y="131"/>
                    <a:pt x="0" y="345"/>
                    <a:pt x="116" y="593"/>
                  </a:cubicBezTo>
                  <a:cubicBezTo>
                    <a:pt x="350" y="1092"/>
                    <a:pt x="1345" y="1822"/>
                    <a:pt x="1967" y="1822"/>
                  </a:cubicBezTo>
                  <a:cubicBezTo>
                    <a:pt x="1970" y="1822"/>
                    <a:pt x="1973" y="1822"/>
                    <a:pt x="1976" y="1822"/>
                  </a:cubicBezTo>
                  <a:cubicBezTo>
                    <a:pt x="2048" y="1822"/>
                    <a:pt x="2119" y="1809"/>
                    <a:pt x="2187" y="1783"/>
                  </a:cubicBezTo>
                  <a:cubicBezTo>
                    <a:pt x="2343" y="1721"/>
                    <a:pt x="2372" y="1608"/>
                    <a:pt x="2375" y="1547"/>
                  </a:cubicBezTo>
                  <a:cubicBezTo>
                    <a:pt x="2396" y="1112"/>
                    <a:pt x="999" y="333"/>
                    <a:pt x="397" y="17"/>
                  </a:cubicBezTo>
                  <a:cubicBezTo>
                    <a:pt x="376" y="6"/>
                    <a:pt x="354" y="1"/>
                    <a:pt x="3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56;p38">
              <a:extLst>
                <a:ext uri="{FF2B5EF4-FFF2-40B4-BE49-F238E27FC236}">
                  <a16:creationId xmlns:a16="http://schemas.microsoft.com/office/drawing/2014/main" id="{2C6E6F1C-F36D-9213-1A46-58C41B860964}"/>
                </a:ext>
              </a:extLst>
            </p:cNvPr>
            <p:cNvSpPr/>
            <p:nvPr/>
          </p:nvSpPr>
          <p:spPr>
            <a:xfrm>
              <a:off x="3905225" y="5197325"/>
              <a:ext cx="75125" cy="38450"/>
            </a:xfrm>
            <a:custGeom>
              <a:avLst/>
              <a:gdLst/>
              <a:ahLst/>
              <a:cxnLst/>
              <a:rect l="l" t="t" r="r" b="b"/>
              <a:pathLst>
                <a:path w="3005" h="1538" extrusionOk="0">
                  <a:moveTo>
                    <a:pt x="591" y="0"/>
                  </a:moveTo>
                  <a:lnTo>
                    <a:pt x="591" y="0"/>
                  </a:lnTo>
                  <a:cubicBezTo>
                    <a:pt x="1" y="317"/>
                    <a:pt x="1506" y="1538"/>
                    <a:pt x="2226" y="1538"/>
                  </a:cubicBezTo>
                  <a:cubicBezTo>
                    <a:pt x="2289" y="1538"/>
                    <a:pt x="2345" y="1528"/>
                    <a:pt x="2394" y="1509"/>
                  </a:cubicBezTo>
                  <a:cubicBezTo>
                    <a:pt x="3005" y="1263"/>
                    <a:pt x="591" y="0"/>
                    <a:pt x="5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57;p38">
              <a:extLst>
                <a:ext uri="{FF2B5EF4-FFF2-40B4-BE49-F238E27FC236}">
                  <a16:creationId xmlns:a16="http://schemas.microsoft.com/office/drawing/2014/main" id="{9134F2E6-73CE-7F5F-1F08-365AAD8BC687}"/>
                </a:ext>
              </a:extLst>
            </p:cNvPr>
            <p:cNvSpPr/>
            <p:nvPr/>
          </p:nvSpPr>
          <p:spPr>
            <a:xfrm>
              <a:off x="3911700" y="5193775"/>
              <a:ext cx="59900" cy="45550"/>
            </a:xfrm>
            <a:custGeom>
              <a:avLst/>
              <a:gdLst/>
              <a:ahLst/>
              <a:cxnLst/>
              <a:rect l="l" t="t" r="r" b="b"/>
              <a:pathLst>
                <a:path w="2396" h="1822" extrusionOk="0">
                  <a:moveTo>
                    <a:pt x="348" y="311"/>
                  </a:moveTo>
                  <a:lnTo>
                    <a:pt x="348" y="311"/>
                  </a:lnTo>
                  <a:cubicBezTo>
                    <a:pt x="1285" y="809"/>
                    <a:pt x="2074" y="1362"/>
                    <a:pt x="2082" y="1520"/>
                  </a:cubicBezTo>
                  <a:cubicBezTo>
                    <a:pt x="2048" y="1534"/>
                    <a:pt x="2008" y="1541"/>
                    <a:pt x="1962" y="1541"/>
                  </a:cubicBezTo>
                  <a:cubicBezTo>
                    <a:pt x="1522" y="1541"/>
                    <a:pt x="587" y="930"/>
                    <a:pt x="372" y="472"/>
                  </a:cubicBezTo>
                  <a:cubicBezTo>
                    <a:pt x="333" y="388"/>
                    <a:pt x="333" y="340"/>
                    <a:pt x="348" y="311"/>
                  </a:cubicBezTo>
                  <a:close/>
                  <a:moveTo>
                    <a:pt x="331" y="1"/>
                  </a:moveTo>
                  <a:cubicBezTo>
                    <a:pt x="308" y="1"/>
                    <a:pt x="285" y="6"/>
                    <a:pt x="264" y="17"/>
                  </a:cubicBezTo>
                  <a:cubicBezTo>
                    <a:pt x="56" y="130"/>
                    <a:pt x="0" y="344"/>
                    <a:pt x="116" y="592"/>
                  </a:cubicBezTo>
                  <a:cubicBezTo>
                    <a:pt x="349" y="1091"/>
                    <a:pt x="1345" y="1821"/>
                    <a:pt x="1967" y="1821"/>
                  </a:cubicBezTo>
                  <a:cubicBezTo>
                    <a:pt x="1970" y="1822"/>
                    <a:pt x="1973" y="1822"/>
                    <a:pt x="1976" y="1822"/>
                  </a:cubicBezTo>
                  <a:cubicBezTo>
                    <a:pt x="2048" y="1822"/>
                    <a:pt x="2119" y="1809"/>
                    <a:pt x="2187" y="1783"/>
                  </a:cubicBezTo>
                  <a:cubicBezTo>
                    <a:pt x="2343" y="1720"/>
                    <a:pt x="2372" y="1608"/>
                    <a:pt x="2375" y="1548"/>
                  </a:cubicBezTo>
                  <a:cubicBezTo>
                    <a:pt x="2396" y="1112"/>
                    <a:pt x="999" y="332"/>
                    <a:pt x="397" y="17"/>
                  </a:cubicBezTo>
                  <a:cubicBezTo>
                    <a:pt x="376" y="6"/>
                    <a:pt x="354" y="1"/>
                    <a:pt x="3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58;p38">
              <a:extLst>
                <a:ext uri="{FF2B5EF4-FFF2-40B4-BE49-F238E27FC236}">
                  <a16:creationId xmlns:a16="http://schemas.microsoft.com/office/drawing/2014/main" id="{11B51DF0-2D40-F3E5-ED04-F94C3A8BD0D4}"/>
                </a:ext>
              </a:extLst>
            </p:cNvPr>
            <p:cNvSpPr/>
            <p:nvPr/>
          </p:nvSpPr>
          <p:spPr>
            <a:xfrm>
              <a:off x="3891700" y="5206675"/>
              <a:ext cx="75100" cy="38475"/>
            </a:xfrm>
            <a:custGeom>
              <a:avLst/>
              <a:gdLst/>
              <a:ahLst/>
              <a:cxnLst/>
              <a:rect l="l" t="t" r="r" b="b"/>
              <a:pathLst>
                <a:path w="3004" h="1539" extrusionOk="0">
                  <a:moveTo>
                    <a:pt x="589" y="0"/>
                  </a:moveTo>
                  <a:lnTo>
                    <a:pt x="589" y="0"/>
                  </a:lnTo>
                  <a:cubicBezTo>
                    <a:pt x="0" y="317"/>
                    <a:pt x="1505" y="1539"/>
                    <a:pt x="2225" y="1539"/>
                  </a:cubicBezTo>
                  <a:cubicBezTo>
                    <a:pt x="2287" y="1539"/>
                    <a:pt x="2344" y="1529"/>
                    <a:pt x="2392" y="1510"/>
                  </a:cubicBezTo>
                  <a:cubicBezTo>
                    <a:pt x="3003" y="1264"/>
                    <a:pt x="590" y="0"/>
                    <a:pt x="5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59;p38">
              <a:extLst>
                <a:ext uri="{FF2B5EF4-FFF2-40B4-BE49-F238E27FC236}">
                  <a16:creationId xmlns:a16="http://schemas.microsoft.com/office/drawing/2014/main" id="{60EB7A6E-2AEE-9445-9F40-6467D575C39B}"/>
                </a:ext>
              </a:extLst>
            </p:cNvPr>
            <p:cNvSpPr/>
            <p:nvPr/>
          </p:nvSpPr>
          <p:spPr>
            <a:xfrm>
              <a:off x="3898125" y="5203125"/>
              <a:ext cx="59950" cy="45550"/>
            </a:xfrm>
            <a:custGeom>
              <a:avLst/>
              <a:gdLst/>
              <a:ahLst/>
              <a:cxnLst/>
              <a:rect l="l" t="t" r="r" b="b"/>
              <a:pathLst>
                <a:path w="2398" h="1822" extrusionOk="0">
                  <a:moveTo>
                    <a:pt x="349" y="312"/>
                  </a:moveTo>
                  <a:cubicBezTo>
                    <a:pt x="1286" y="808"/>
                    <a:pt x="2075" y="1362"/>
                    <a:pt x="2082" y="1522"/>
                  </a:cubicBezTo>
                  <a:cubicBezTo>
                    <a:pt x="2051" y="1535"/>
                    <a:pt x="2015" y="1540"/>
                    <a:pt x="1973" y="1540"/>
                  </a:cubicBezTo>
                  <a:cubicBezTo>
                    <a:pt x="1543" y="1540"/>
                    <a:pt x="590" y="935"/>
                    <a:pt x="374" y="475"/>
                  </a:cubicBezTo>
                  <a:cubicBezTo>
                    <a:pt x="333" y="388"/>
                    <a:pt x="333" y="340"/>
                    <a:pt x="349" y="312"/>
                  </a:cubicBezTo>
                  <a:close/>
                  <a:moveTo>
                    <a:pt x="333" y="1"/>
                  </a:moveTo>
                  <a:cubicBezTo>
                    <a:pt x="310" y="1"/>
                    <a:pt x="287" y="7"/>
                    <a:pt x="266" y="18"/>
                  </a:cubicBezTo>
                  <a:cubicBezTo>
                    <a:pt x="56" y="130"/>
                    <a:pt x="1" y="345"/>
                    <a:pt x="117" y="593"/>
                  </a:cubicBezTo>
                  <a:cubicBezTo>
                    <a:pt x="351" y="1091"/>
                    <a:pt x="1345" y="1821"/>
                    <a:pt x="1968" y="1821"/>
                  </a:cubicBezTo>
                  <a:cubicBezTo>
                    <a:pt x="1971" y="1821"/>
                    <a:pt x="1974" y="1821"/>
                    <a:pt x="1977" y="1821"/>
                  </a:cubicBezTo>
                  <a:cubicBezTo>
                    <a:pt x="2049" y="1821"/>
                    <a:pt x="2120" y="1808"/>
                    <a:pt x="2188" y="1783"/>
                  </a:cubicBezTo>
                  <a:cubicBezTo>
                    <a:pt x="2344" y="1720"/>
                    <a:pt x="2372" y="1608"/>
                    <a:pt x="2376" y="1546"/>
                  </a:cubicBezTo>
                  <a:cubicBezTo>
                    <a:pt x="2397" y="1112"/>
                    <a:pt x="1000" y="332"/>
                    <a:pt x="398" y="17"/>
                  </a:cubicBezTo>
                  <a:cubicBezTo>
                    <a:pt x="377" y="6"/>
                    <a:pt x="355" y="1"/>
                    <a:pt x="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60;p38">
              <a:extLst>
                <a:ext uri="{FF2B5EF4-FFF2-40B4-BE49-F238E27FC236}">
                  <a16:creationId xmlns:a16="http://schemas.microsoft.com/office/drawing/2014/main" id="{9AE49158-EC9F-6953-150A-E549AAA59FD7}"/>
                </a:ext>
              </a:extLst>
            </p:cNvPr>
            <p:cNvSpPr/>
            <p:nvPr/>
          </p:nvSpPr>
          <p:spPr>
            <a:xfrm>
              <a:off x="3866775" y="5218000"/>
              <a:ext cx="75125" cy="38475"/>
            </a:xfrm>
            <a:custGeom>
              <a:avLst/>
              <a:gdLst/>
              <a:ahLst/>
              <a:cxnLst/>
              <a:rect l="l" t="t" r="r" b="b"/>
              <a:pathLst>
                <a:path w="3005" h="1539" extrusionOk="0">
                  <a:moveTo>
                    <a:pt x="590" y="0"/>
                  </a:moveTo>
                  <a:lnTo>
                    <a:pt x="590" y="0"/>
                  </a:lnTo>
                  <a:cubicBezTo>
                    <a:pt x="0" y="318"/>
                    <a:pt x="1507" y="1539"/>
                    <a:pt x="2226" y="1539"/>
                  </a:cubicBezTo>
                  <a:cubicBezTo>
                    <a:pt x="2288" y="1539"/>
                    <a:pt x="2344" y="1530"/>
                    <a:pt x="2393" y="1510"/>
                  </a:cubicBezTo>
                  <a:cubicBezTo>
                    <a:pt x="3005" y="1263"/>
                    <a:pt x="590" y="0"/>
                    <a:pt x="5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61;p38">
              <a:extLst>
                <a:ext uri="{FF2B5EF4-FFF2-40B4-BE49-F238E27FC236}">
                  <a16:creationId xmlns:a16="http://schemas.microsoft.com/office/drawing/2014/main" id="{FD91FD90-3807-F5C6-7970-C37372C131A8}"/>
                </a:ext>
              </a:extLst>
            </p:cNvPr>
            <p:cNvSpPr/>
            <p:nvPr/>
          </p:nvSpPr>
          <p:spPr>
            <a:xfrm>
              <a:off x="3873225" y="5214450"/>
              <a:ext cx="59925" cy="45550"/>
            </a:xfrm>
            <a:custGeom>
              <a:avLst/>
              <a:gdLst/>
              <a:ahLst/>
              <a:cxnLst/>
              <a:rect l="l" t="t" r="r" b="b"/>
              <a:pathLst>
                <a:path w="2397" h="1822" extrusionOk="0">
                  <a:moveTo>
                    <a:pt x="348" y="311"/>
                  </a:moveTo>
                  <a:lnTo>
                    <a:pt x="348" y="311"/>
                  </a:lnTo>
                  <a:cubicBezTo>
                    <a:pt x="1285" y="810"/>
                    <a:pt x="2075" y="1361"/>
                    <a:pt x="2082" y="1521"/>
                  </a:cubicBezTo>
                  <a:cubicBezTo>
                    <a:pt x="2051" y="1533"/>
                    <a:pt x="2013" y="1539"/>
                    <a:pt x="1971" y="1539"/>
                  </a:cubicBezTo>
                  <a:cubicBezTo>
                    <a:pt x="1540" y="1539"/>
                    <a:pt x="588" y="933"/>
                    <a:pt x="372" y="473"/>
                  </a:cubicBezTo>
                  <a:cubicBezTo>
                    <a:pt x="332" y="387"/>
                    <a:pt x="333" y="340"/>
                    <a:pt x="348" y="311"/>
                  </a:cubicBezTo>
                  <a:close/>
                  <a:moveTo>
                    <a:pt x="332" y="0"/>
                  </a:moveTo>
                  <a:cubicBezTo>
                    <a:pt x="309" y="0"/>
                    <a:pt x="286" y="6"/>
                    <a:pt x="265" y="17"/>
                  </a:cubicBezTo>
                  <a:cubicBezTo>
                    <a:pt x="56" y="130"/>
                    <a:pt x="0" y="345"/>
                    <a:pt x="116" y="592"/>
                  </a:cubicBezTo>
                  <a:cubicBezTo>
                    <a:pt x="350" y="1091"/>
                    <a:pt x="1345" y="1822"/>
                    <a:pt x="1967" y="1822"/>
                  </a:cubicBezTo>
                  <a:cubicBezTo>
                    <a:pt x="1970" y="1822"/>
                    <a:pt x="1973" y="1822"/>
                    <a:pt x="1976" y="1822"/>
                  </a:cubicBezTo>
                  <a:cubicBezTo>
                    <a:pt x="2048" y="1822"/>
                    <a:pt x="2120" y="1809"/>
                    <a:pt x="2187" y="1782"/>
                  </a:cubicBezTo>
                  <a:cubicBezTo>
                    <a:pt x="2343" y="1721"/>
                    <a:pt x="2372" y="1607"/>
                    <a:pt x="2375" y="1547"/>
                  </a:cubicBezTo>
                  <a:cubicBezTo>
                    <a:pt x="2397" y="1112"/>
                    <a:pt x="999" y="333"/>
                    <a:pt x="398" y="16"/>
                  </a:cubicBezTo>
                  <a:cubicBezTo>
                    <a:pt x="377" y="6"/>
                    <a:pt x="355" y="0"/>
                    <a:pt x="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62;p38">
              <a:extLst>
                <a:ext uri="{FF2B5EF4-FFF2-40B4-BE49-F238E27FC236}">
                  <a16:creationId xmlns:a16="http://schemas.microsoft.com/office/drawing/2014/main" id="{2793177B-8B82-8B01-FC0E-2D3E98AABE80}"/>
                </a:ext>
              </a:extLst>
            </p:cNvPr>
            <p:cNvSpPr/>
            <p:nvPr/>
          </p:nvSpPr>
          <p:spPr>
            <a:xfrm>
              <a:off x="3784100" y="5269900"/>
              <a:ext cx="331850" cy="51950"/>
            </a:xfrm>
            <a:custGeom>
              <a:avLst/>
              <a:gdLst/>
              <a:ahLst/>
              <a:cxnLst/>
              <a:rect l="l" t="t" r="r" b="b"/>
              <a:pathLst>
                <a:path w="13274" h="2078" extrusionOk="0">
                  <a:moveTo>
                    <a:pt x="13273" y="0"/>
                  </a:moveTo>
                  <a:lnTo>
                    <a:pt x="13273" y="0"/>
                  </a:lnTo>
                  <a:cubicBezTo>
                    <a:pt x="12902" y="127"/>
                    <a:pt x="12332" y="252"/>
                    <a:pt x="11457" y="306"/>
                  </a:cubicBezTo>
                  <a:cubicBezTo>
                    <a:pt x="9377" y="432"/>
                    <a:pt x="8242" y="629"/>
                    <a:pt x="6074" y="1050"/>
                  </a:cubicBezTo>
                  <a:cubicBezTo>
                    <a:pt x="5433" y="1175"/>
                    <a:pt x="4800" y="1245"/>
                    <a:pt x="4175" y="1245"/>
                  </a:cubicBezTo>
                  <a:cubicBezTo>
                    <a:pt x="2892" y="1245"/>
                    <a:pt x="1647" y="949"/>
                    <a:pt x="458" y="220"/>
                  </a:cubicBezTo>
                  <a:lnTo>
                    <a:pt x="458" y="220"/>
                  </a:lnTo>
                  <a:cubicBezTo>
                    <a:pt x="0" y="1190"/>
                    <a:pt x="2375" y="2020"/>
                    <a:pt x="4476" y="2075"/>
                  </a:cubicBezTo>
                  <a:cubicBezTo>
                    <a:pt x="4533" y="2077"/>
                    <a:pt x="4589" y="2077"/>
                    <a:pt x="4645" y="2077"/>
                  </a:cubicBezTo>
                  <a:cubicBezTo>
                    <a:pt x="6759" y="2077"/>
                    <a:pt x="8574" y="1066"/>
                    <a:pt x="10126" y="1066"/>
                  </a:cubicBezTo>
                  <a:cubicBezTo>
                    <a:pt x="10242" y="1066"/>
                    <a:pt x="10357" y="1072"/>
                    <a:pt x="10470" y="1084"/>
                  </a:cubicBezTo>
                  <a:cubicBezTo>
                    <a:pt x="10866" y="1126"/>
                    <a:pt x="11242" y="1156"/>
                    <a:pt x="11582" y="1156"/>
                  </a:cubicBezTo>
                  <a:cubicBezTo>
                    <a:pt x="12559" y="1156"/>
                    <a:pt x="13241" y="909"/>
                    <a:pt x="132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63;p38">
              <a:extLst>
                <a:ext uri="{FF2B5EF4-FFF2-40B4-BE49-F238E27FC236}">
                  <a16:creationId xmlns:a16="http://schemas.microsoft.com/office/drawing/2014/main" id="{68DB9DD9-9780-4E3E-4F4F-D8E27D7C919B}"/>
                </a:ext>
              </a:extLst>
            </p:cNvPr>
            <p:cNvSpPr/>
            <p:nvPr/>
          </p:nvSpPr>
          <p:spPr>
            <a:xfrm>
              <a:off x="3785925" y="5262825"/>
              <a:ext cx="337200" cy="66075"/>
            </a:xfrm>
            <a:custGeom>
              <a:avLst/>
              <a:gdLst/>
              <a:ahLst/>
              <a:cxnLst/>
              <a:rect l="l" t="t" r="r" b="b"/>
              <a:pathLst>
                <a:path w="13488" h="2643" extrusionOk="0">
                  <a:moveTo>
                    <a:pt x="12826" y="682"/>
                  </a:moveTo>
                  <a:lnTo>
                    <a:pt x="12826" y="682"/>
                  </a:lnTo>
                  <a:cubicBezTo>
                    <a:pt x="12789" y="758"/>
                    <a:pt x="12737" y="826"/>
                    <a:pt x="12674" y="881"/>
                  </a:cubicBezTo>
                  <a:cubicBezTo>
                    <a:pt x="12434" y="1089"/>
                    <a:pt x="12011" y="1157"/>
                    <a:pt x="11512" y="1157"/>
                  </a:cubicBezTo>
                  <a:cubicBezTo>
                    <a:pt x="11175" y="1157"/>
                    <a:pt x="10802" y="1126"/>
                    <a:pt x="10427" y="1085"/>
                  </a:cubicBezTo>
                  <a:cubicBezTo>
                    <a:pt x="10305" y="1072"/>
                    <a:pt x="10180" y="1066"/>
                    <a:pt x="10055" y="1066"/>
                  </a:cubicBezTo>
                  <a:cubicBezTo>
                    <a:pt x="9299" y="1066"/>
                    <a:pt x="8498" y="1289"/>
                    <a:pt x="7658" y="1523"/>
                  </a:cubicBezTo>
                  <a:cubicBezTo>
                    <a:pt x="6687" y="1794"/>
                    <a:pt x="5690" y="2077"/>
                    <a:pt x="4596" y="2077"/>
                  </a:cubicBezTo>
                  <a:cubicBezTo>
                    <a:pt x="4534" y="2077"/>
                    <a:pt x="4472" y="2076"/>
                    <a:pt x="4410" y="2074"/>
                  </a:cubicBezTo>
                  <a:cubicBezTo>
                    <a:pt x="2861" y="2034"/>
                    <a:pt x="1271" y="1572"/>
                    <a:pt x="762" y="1038"/>
                  </a:cubicBezTo>
                  <a:lnTo>
                    <a:pt x="762" y="1038"/>
                  </a:lnTo>
                  <a:cubicBezTo>
                    <a:pt x="1783" y="1554"/>
                    <a:pt x="2892" y="1810"/>
                    <a:pt x="4111" y="1810"/>
                  </a:cubicBezTo>
                  <a:cubicBezTo>
                    <a:pt x="4729" y="1810"/>
                    <a:pt x="5376" y="1744"/>
                    <a:pt x="6054" y="1613"/>
                  </a:cubicBezTo>
                  <a:cubicBezTo>
                    <a:pt x="8256" y="1183"/>
                    <a:pt x="9357" y="995"/>
                    <a:pt x="11400" y="871"/>
                  </a:cubicBezTo>
                  <a:cubicBezTo>
                    <a:pt x="11946" y="839"/>
                    <a:pt x="12423" y="775"/>
                    <a:pt x="12826" y="682"/>
                  </a:cubicBezTo>
                  <a:close/>
                  <a:moveTo>
                    <a:pt x="13201" y="1"/>
                  </a:moveTo>
                  <a:cubicBezTo>
                    <a:pt x="13170" y="1"/>
                    <a:pt x="13139" y="6"/>
                    <a:pt x="13109" y="16"/>
                  </a:cubicBezTo>
                  <a:cubicBezTo>
                    <a:pt x="12676" y="165"/>
                    <a:pt x="12089" y="262"/>
                    <a:pt x="11368" y="306"/>
                  </a:cubicBezTo>
                  <a:cubicBezTo>
                    <a:pt x="9290" y="432"/>
                    <a:pt x="8176" y="621"/>
                    <a:pt x="5947" y="1056"/>
                  </a:cubicBezTo>
                  <a:cubicBezTo>
                    <a:pt x="5307" y="1181"/>
                    <a:pt x="4698" y="1243"/>
                    <a:pt x="4116" y="1243"/>
                  </a:cubicBezTo>
                  <a:cubicBezTo>
                    <a:pt x="2788" y="1243"/>
                    <a:pt x="1605" y="917"/>
                    <a:pt x="534" y="260"/>
                  </a:cubicBezTo>
                  <a:cubicBezTo>
                    <a:pt x="488" y="234"/>
                    <a:pt x="436" y="220"/>
                    <a:pt x="384" y="220"/>
                  </a:cubicBezTo>
                  <a:cubicBezTo>
                    <a:pt x="357" y="220"/>
                    <a:pt x="331" y="224"/>
                    <a:pt x="304" y="231"/>
                  </a:cubicBezTo>
                  <a:cubicBezTo>
                    <a:pt x="227" y="254"/>
                    <a:pt x="164" y="309"/>
                    <a:pt x="129" y="382"/>
                  </a:cubicBezTo>
                  <a:cubicBezTo>
                    <a:pt x="0" y="656"/>
                    <a:pt x="19" y="943"/>
                    <a:pt x="184" y="1209"/>
                  </a:cubicBezTo>
                  <a:cubicBezTo>
                    <a:pt x="722" y="2082"/>
                    <a:pt x="2754" y="2598"/>
                    <a:pt x="4395" y="2641"/>
                  </a:cubicBezTo>
                  <a:cubicBezTo>
                    <a:pt x="4454" y="2643"/>
                    <a:pt x="4512" y="2643"/>
                    <a:pt x="4570" y="2643"/>
                  </a:cubicBezTo>
                  <a:cubicBezTo>
                    <a:pt x="5750" y="2643"/>
                    <a:pt x="6843" y="2339"/>
                    <a:pt x="7812" y="2069"/>
                  </a:cubicBezTo>
                  <a:cubicBezTo>
                    <a:pt x="8616" y="1845"/>
                    <a:pt x="9384" y="1633"/>
                    <a:pt x="10065" y="1633"/>
                  </a:cubicBezTo>
                  <a:cubicBezTo>
                    <a:pt x="10168" y="1633"/>
                    <a:pt x="10269" y="1638"/>
                    <a:pt x="10368" y="1648"/>
                  </a:cubicBezTo>
                  <a:cubicBezTo>
                    <a:pt x="10783" y="1693"/>
                    <a:pt x="11164" y="1721"/>
                    <a:pt x="11507" y="1721"/>
                  </a:cubicBezTo>
                  <a:cubicBezTo>
                    <a:pt x="12172" y="1721"/>
                    <a:pt x="12693" y="1614"/>
                    <a:pt x="13045" y="1308"/>
                  </a:cubicBezTo>
                  <a:cubicBezTo>
                    <a:pt x="13321" y="1070"/>
                    <a:pt x="13469" y="728"/>
                    <a:pt x="13484" y="293"/>
                  </a:cubicBezTo>
                  <a:cubicBezTo>
                    <a:pt x="13487" y="201"/>
                    <a:pt x="13445" y="112"/>
                    <a:pt x="13370" y="56"/>
                  </a:cubicBezTo>
                  <a:cubicBezTo>
                    <a:pt x="13320" y="20"/>
                    <a:pt x="13261" y="1"/>
                    <a:pt x="13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64;p38">
              <a:extLst>
                <a:ext uri="{FF2B5EF4-FFF2-40B4-BE49-F238E27FC236}">
                  <a16:creationId xmlns:a16="http://schemas.microsoft.com/office/drawing/2014/main" id="{F1AF3524-1A15-DCE9-B46E-35B28D3C4794}"/>
                </a:ext>
              </a:extLst>
            </p:cNvPr>
            <p:cNvSpPr/>
            <p:nvPr/>
          </p:nvSpPr>
          <p:spPr>
            <a:xfrm>
              <a:off x="3801575" y="3619975"/>
              <a:ext cx="1281850" cy="1582825"/>
            </a:xfrm>
            <a:custGeom>
              <a:avLst/>
              <a:gdLst/>
              <a:ahLst/>
              <a:cxnLst/>
              <a:rect l="l" t="t" r="r" b="b"/>
              <a:pathLst>
                <a:path w="51274" h="63313" extrusionOk="0">
                  <a:moveTo>
                    <a:pt x="34102" y="1"/>
                  </a:moveTo>
                  <a:cubicBezTo>
                    <a:pt x="33263" y="1"/>
                    <a:pt x="31774" y="467"/>
                    <a:pt x="28977" y="1002"/>
                  </a:cubicBezTo>
                  <a:cubicBezTo>
                    <a:pt x="27658" y="1255"/>
                    <a:pt x="25894" y="1347"/>
                    <a:pt x="24027" y="1347"/>
                  </a:cubicBezTo>
                  <a:cubicBezTo>
                    <a:pt x="19049" y="1347"/>
                    <a:pt x="13334" y="694"/>
                    <a:pt x="13334" y="694"/>
                  </a:cubicBezTo>
                  <a:lnTo>
                    <a:pt x="12407" y="3061"/>
                  </a:lnTo>
                  <a:cubicBezTo>
                    <a:pt x="12407" y="3061"/>
                    <a:pt x="983" y="31355"/>
                    <a:pt x="491" y="32381"/>
                  </a:cubicBezTo>
                  <a:cubicBezTo>
                    <a:pt x="0" y="33406"/>
                    <a:pt x="5959" y="62187"/>
                    <a:pt x="6728" y="62848"/>
                  </a:cubicBezTo>
                  <a:cubicBezTo>
                    <a:pt x="7117" y="63182"/>
                    <a:pt x="7572" y="63312"/>
                    <a:pt x="8093" y="63312"/>
                  </a:cubicBezTo>
                  <a:cubicBezTo>
                    <a:pt x="8603" y="63312"/>
                    <a:pt x="9176" y="63188"/>
                    <a:pt x="9813" y="63008"/>
                  </a:cubicBezTo>
                  <a:cubicBezTo>
                    <a:pt x="11106" y="62645"/>
                    <a:pt x="10948" y="61738"/>
                    <a:pt x="10948" y="61738"/>
                  </a:cubicBezTo>
                  <a:lnTo>
                    <a:pt x="8983" y="35464"/>
                  </a:lnTo>
                  <a:lnTo>
                    <a:pt x="20292" y="13848"/>
                  </a:lnTo>
                  <a:lnTo>
                    <a:pt x="22968" y="14363"/>
                  </a:lnTo>
                  <a:cubicBezTo>
                    <a:pt x="22968" y="14363"/>
                    <a:pt x="25748" y="35236"/>
                    <a:pt x="27807" y="38632"/>
                  </a:cubicBezTo>
                  <a:cubicBezTo>
                    <a:pt x="29865" y="42029"/>
                    <a:pt x="47465" y="58290"/>
                    <a:pt x="47980" y="58702"/>
                  </a:cubicBezTo>
                  <a:cubicBezTo>
                    <a:pt x="48151" y="58840"/>
                    <a:pt x="48368" y="58885"/>
                    <a:pt x="48582" y="58885"/>
                  </a:cubicBezTo>
                  <a:cubicBezTo>
                    <a:pt x="49008" y="58885"/>
                    <a:pt x="49420" y="58702"/>
                    <a:pt x="49420" y="58702"/>
                  </a:cubicBezTo>
                  <a:cubicBezTo>
                    <a:pt x="51273" y="58187"/>
                    <a:pt x="51067" y="56644"/>
                    <a:pt x="51067" y="56644"/>
                  </a:cubicBezTo>
                  <a:cubicBezTo>
                    <a:pt x="51067" y="56644"/>
                    <a:pt x="45200" y="47999"/>
                    <a:pt x="42525" y="43675"/>
                  </a:cubicBezTo>
                  <a:cubicBezTo>
                    <a:pt x="39849" y="39353"/>
                    <a:pt x="37172" y="37397"/>
                    <a:pt x="37172" y="37397"/>
                  </a:cubicBezTo>
                  <a:cubicBezTo>
                    <a:pt x="37172" y="37397"/>
                    <a:pt x="35404" y="25464"/>
                    <a:pt x="34683" y="21449"/>
                  </a:cubicBezTo>
                  <a:cubicBezTo>
                    <a:pt x="33963" y="17435"/>
                    <a:pt x="35153" y="900"/>
                    <a:pt x="35153" y="900"/>
                  </a:cubicBezTo>
                  <a:cubicBezTo>
                    <a:pt x="34979" y="249"/>
                    <a:pt x="34714" y="1"/>
                    <a:pt x="34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65;p38">
              <a:extLst>
                <a:ext uri="{FF2B5EF4-FFF2-40B4-BE49-F238E27FC236}">
                  <a16:creationId xmlns:a16="http://schemas.microsoft.com/office/drawing/2014/main" id="{C1C10786-66F5-8397-6B09-A8AC749E4509}"/>
                </a:ext>
              </a:extLst>
            </p:cNvPr>
            <p:cNvSpPr/>
            <p:nvPr/>
          </p:nvSpPr>
          <p:spPr>
            <a:xfrm>
              <a:off x="3793375" y="3613100"/>
              <a:ext cx="1297275" cy="1596750"/>
            </a:xfrm>
            <a:custGeom>
              <a:avLst/>
              <a:gdLst/>
              <a:ahLst/>
              <a:cxnLst/>
              <a:rect l="l" t="t" r="r" b="b"/>
              <a:pathLst>
                <a:path w="51891" h="63870" extrusionOk="0">
                  <a:moveTo>
                    <a:pt x="34445" y="559"/>
                  </a:moveTo>
                  <a:cubicBezTo>
                    <a:pt x="34947" y="559"/>
                    <a:pt x="35073" y="761"/>
                    <a:pt x="35195" y="1203"/>
                  </a:cubicBezTo>
                  <a:cubicBezTo>
                    <a:pt x="35111" y="2373"/>
                    <a:pt x="34026" y="17839"/>
                    <a:pt x="34732" y="21774"/>
                  </a:cubicBezTo>
                  <a:cubicBezTo>
                    <a:pt x="35444" y="25737"/>
                    <a:pt x="37203" y="37594"/>
                    <a:pt x="37221" y="37714"/>
                  </a:cubicBezTo>
                  <a:cubicBezTo>
                    <a:pt x="37232" y="37789"/>
                    <a:pt x="37272" y="37856"/>
                    <a:pt x="37334" y="37901"/>
                  </a:cubicBezTo>
                  <a:cubicBezTo>
                    <a:pt x="37360" y="37919"/>
                    <a:pt x="39996" y="39872"/>
                    <a:pt x="42612" y="44100"/>
                  </a:cubicBezTo>
                  <a:cubicBezTo>
                    <a:pt x="45141" y="48185"/>
                    <a:pt x="50583" y="56225"/>
                    <a:pt x="51119" y="57015"/>
                  </a:cubicBezTo>
                  <a:cubicBezTo>
                    <a:pt x="51128" y="57281"/>
                    <a:pt x="51072" y="58316"/>
                    <a:pt x="49634" y="58719"/>
                  </a:cubicBezTo>
                  <a:cubicBezTo>
                    <a:pt x="49506" y="58776"/>
                    <a:pt x="49196" y="58877"/>
                    <a:pt x="48909" y="58877"/>
                  </a:cubicBezTo>
                  <a:cubicBezTo>
                    <a:pt x="48749" y="58877"/>
                    <a:pt x="48595" y="58845"/>
                    <a:pt x="48484" y="58757"/>
                  </a:cubicBezTo>
                  <a:cubicBezTo>
                    <a:pt x="48330" y="58632"/>
                    <a:pt x="30454" y="42188"/>
                    <a:pt x="28377" y="38761"/>
                  </a:cubicBezTo>
                  <a:cubicBezTo>
                    <a:pt x="26373" y="35453"/>
                    <a:pt x="23603" y="14809"/>
                    <a:pt x="23576" y="14600"/>
                  </a:cubicBezTo>
                  <a:cubicBezTo>
                    <a:pt x="23560" y="14480"/>
                    <a:pt x="23469" y="14383"/>
                    <a:pt x="23349" y="14360"/>
                  </a:cubicBezTo>
                  <a:lnTo>
                    <a:pt x="20673" y="13846"/>
                  </a:lnTo>
                  <a:cubicBezTo>
                    <a:pt x="20656" y="13843"/>
                    <a:pt x="20638" y="13841"/>
                    <a:pt x="20621" y="13841"/>
                  </a:cubicBezTo>
                  <a:cubicBezTo>
                    <a:pt x="20517" y="13841"/>
                    <a:pt x="20419" y="13899"/>
                    <a:pt x="20369" y="13993"/>
                  </a:cubicBezTo>
                  <a:lnTo>
                    <a:pt x="9061" y="35608"/>
                  </a:lnTo>
                  <a:cubicBezTo>
                    <a:pt x="9036" y="35654"/>
                    <a:pt x="9025" y="35707"/>
                    <a:pt x="9030" y="35759"/>
                  </a:cubicBezTo>
                  <a:lnTo>
                    <a:pt x="10998" y="62061"/>
                  </a:lnTo>
                  <a:cubicBezTo>
                    <a:pt x="10999" y="62068"/>
                    <a:pt x="11099" y="62720"/>
                    <a:pt x="10064" y="63012"/>
                  </a:cubicBezTo>
                  <a:cubicBezTo>
                    <a:pt x="9427" y="63191"/>
                    <a:pt x="8879" y="63307"/>
                    <a:pt x="8410" y="63307"/>
                  </a:cubicBezTo>
                  <a:cubicBezTo>
                    <a:pt x="7955" y="63307"/>
                    <a:pt x="7574" y="63198"/>
                    <a:pt x="7261" y="62930"/>
                  </a:cubicBezTo>
                  <a:cubicBezTo>
                    <a:pt x="6405" y="61732"/>
                    <a:pt x="745" y="34099"/>
                    <a:pt x="1075" y="32778"/>
                  </a:cubicBezTo>
                  <a:cubicBezTo>
                    <a:pt x="1564" y="31757"/>
                    <a:pt x="12530" y="4598"/>
                    <a:pt x="12999" y="3440"/>
                  </a:cubicBezTo>
                  <a:lnTo>
                    <a:pt x="13845" y="1274"/>
                  </a:lnTo>
                  <a:cubicBezTo>
                    <a:pt x="14960" y="1396"/>
                    <a:pt x="19912" y="1908"/>
                    <a:pt x="24327" y="1908"/>
                  </a:cubicBezTo>
                  <a:cubicBezTo>
                    <a:pt x="26217" y="1908"/>
                    <a:pt x="28008" y="1814"/>
                    <a:pt x="29358" y="1556"/>
                  </a:cubicBezTo>
                  <a:cubicBezTo>
                    <a:pt x="30516" y="1335"/>
                    <a:pt x="31453" y="1123"/>
                    <a:pt x="32206" y="955"/>
                  </a:cubicBezTo>
                  <a:cubicBezTo>
                    <a:pt x="33353" y="698"/>
                    <a:pt x="34028" y="559"/>
                    <a:pt x="34445" y="559"/>
                  </a:cubicBezTo>
                  <a:close/>
                  <a:moveTo>
                    <a:pt x="34433" y="0"/>
                  </a:moveTo>
                  <a:cubicBezTo>
                    <a:pt x="33878" y="0"/>
                    <a:pt x="33122" y="170"/>
                    <a:pt x="32082" y="404"/>
                  </a:cubicBezTo>
                  <a:cubicBezTo>
                    <a:pt x="31333" y="572"/>
                    <a:pt x="30402" y="782"/>
                    <a:pt x="29253" y="1001"/>
                  </a:cubicBezTo>
                  <a:cubicBezTo>
                    <a:pt x="27960" y="1249"/>
                    <a:pt x="26222" y="1339"/>
                    <a:pt x="24376" y="1339"/>
                  </a:cubicBezTo>
                  <a:cubicBezTo>
                    <a:pt x="19457" y="1339"/>
                    <a:pt x="13772" y="699"/>
                    <a:pt x="13693" y="688"/>
                  </a:cubicBezTo>
                  <a:cubicBezTo>
                    <a:pt x="13683" y="687"/>
                    <a:pt x="13672" y="687"/>
                    <a:pt x="13662" y="687"/>
                  </a:cubicBezTo>
                  <a:cubicBezTo>
                    <a:pt x="13547" y="687"/>
                    <a:pt x="13441" y="757"/>
                    <a:pt x="13398" y="867"/>
                  </a:cubicBezTo>
                  <a:lnTo>
                    <a:pt x="12473" y="3230"/>
                  </a:lnTo>
                  <a:cubicBezTo>
                    <a:pt x="12359" y="3513"/>
                    <a:pt x="1047" y="31528"/>
                    <a:pt x="565" y="32535"/>
                  </a:cubicBezTo>
                  <a:cubicBezTo>
                    <a:pt x="1" y="33711"/>
                    <a:pt x="5896" y="62498"/>
                    <a:pt x="6872" y="63338"/>
                  </a:cubicBezTo>
                  <a:cubicBezTo>
                    <a:pt x="7331" y="63732"/>
                    <a:pt x="7871" y="63869"/>
                    <a:pt x="8435" y="63869"/>
                  </a:cubicBezTo>
                  <a:cubicBezTo>
                    <a:pt x="9025" y="63869"/>
                    <a:pt x="9643" y="63719"/>
                    <a:pt x="10219" y="63556"/>
                  </a:cubicBezTo>
                  <a:cubicBezTo>
                    <a:pt x="11434" y="63214"/>
                    <a:pt x="11625" y="62366"/>
                    <a:pt x="11559" y="61992"/>
                  </a:cubicBezTo>
                  <a:lnTo>
                    <a:pt x="9599" y="35799"/>
                  </a:lnTo>
                  <a:lnTo>
                    <a:pt x="20772" y="14442"/>
                  </a:lnTo>
                  <a:lnTo>
                    <a:pt x="23043" y="14877"/>
                  </a:lnTo>
                  <a:cubicBezTo>
                    <a:pt x="23350" y="17164"/>
                    <a:pt x="25913" y="35788"/>
                    <a:pt x="27892" y="39055"/>
                  </a:cubicBezTo>
                  <a:cubicBezTo>
                    <a:pt x="29967" y="42477"/>
                    <a:pt x="47338" y="58564"/>
                    <a:pt x="48131" y="59199"/>
                  </a:cubicBezTo>
                  <a:cubicBezTo>
                    <a:pt x="48364" y="59385"/>
                    <a:pt x="48647" y="59445"/>
                    <a:pt x="48914" y="59445"/>
                  </a:cubicBezTo>
                  <a:cubicBezTo>
                    <a:pt x="49369" y="59445"/>
                    <a:pt x="49779" y="59272"/>
                    <a:pt x="49824" y="59250"/>
                  </a:cubicBezTo>
                  <a:cubicBezTo>
                    <a:pt x="51890" y="58676"/>
                    <a:pt x="51678" y="56900"/>
                    <a:pt x="51675" y="56882"/>
                  </a:cubicBezTo>
                  <a:cubicBezTo>
                    <a:pt x="51670" y="56838"/>
                    <a:pt x="51653" y="56797"/>
                    <a:pt x="51629" y="56761"/>
                  </a:cubicBezTo>
                  <a:cubicBezTo>
                    <a:pt x="51571" y="56674"/>
                    <a:pt x="45735" y="48070"/>
                    <a:pt x="43093" y="43802"/>
                  </a:cubicBezTo>
                  <a:cubicBezTo>
                    <a:pt x="40669" y="39887"/>
                    <a:pt x="38274" y="37914"/>
                    <a:pt x="37763" y="37517"/>
                  </a:cubicBezTo>
                  <a:cubicBezTo>
                    <a:pt x="37580" y="36282"/>
                    <a:pt x="35964" y="25437"/>
                    <a:pt x="35289" y="21675"/>
                  </a:cubicBezTo>
                  <a:cubicBezTo>
                    <a:pt x="34583" y="17741"/>
                    <a:pt x="35751" y="1361"/>
                    <a:pt x="35763" y="1197"/>
                  </a:cubicBezTo>
                  <a:cubicBezTo>
                    <a:pt x="35765" y="1165"/>
                    <a:pt x="35762" y="1134"/>
                    <a:pt x="35755" y="1103"/>
                  </a:cubicBezTo>
                  <a:cubicBezTo>
                    <a:pt x="35537" y="289"/>
                    <a:pt x="35156" y="0"/>
                    <a:pt x="344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66;p38">
              <a:extLst>
                <a:ext uri="{FF2B5EF4-FFF2-40B4-BE49-F238E27FC236}">
                  <a16:creationId xmlns:a16="http://schemas.microsoft.com/office/drawing/2014/main" id="{1B178545-6A6E-727F-92E4-BE2D69F3A13C}"/>
                </a:ext>
              </a:extLst>
            </p:cNvPr>
            <p:cNvSpPr/>
            <p:nvPr/>
          </p:nvSpPr>
          <p:spPr>
            <a:xfrm>
              <a:off x="4154275" y="3915350"/>
              <a:ext cx="162100" cy="57925"/>
            </a:xfrm>
            <a:custGeom>
              <a:avLst/>
              <a:gdLst/>
              <a:ahLst/>
              <a:cxnLst/>
              <a:rect l="l" t="t" r="r" b="b"/>
              <a:pathLst>
                <a:path w="6484" h="2317" extrusionOk="0">
                  <a:moveTo>
                    <a:pt x="317" y="1"/>
                  </a:moveTo>
                  <a:cubicBezTo>
                    <a:pt x="195" y="1"/>
                    <a:pt x="82" y="81"/>
                    <a:pt x="45" y="203"/>
                  </a:cubicBezTo>
                  <a:cubicBezTo>
                    <a:pt x="1" y="353"/>
                    <a:pt x="87" y="510"/>
                    <a:pt x="237" y="555"/>
                  </a:cubicBezTo>
                  <a:lnTo>
                    <a:pt x="6102" y="2305"/>
                  </a:lnTo>
                  <a:cubicBezTo>
                    <a:pt x="6128" y="2312"/>
                    <a:pt x="6156" y="2317"/>
                    <a:pt x="6184" y="2317"/>
                  </a:cubicBezTo>
                  <a:cubicBezTo>
                    <a:pt x="6324" y="2317"/>
                    <a:pt x="6444" y="2214"/>
                    <a:pt x="6463" y="2074"/>
                  </a:cubicBezTo>
                  <a:cubicBezTo>
                    <a:pt x="6484" y="1935"/>
                    <a:pt x="6399" y="1803"/>
                    <a:pt x="6264" y="1762"/>
                  </a:cubicBezTo>
                  <a:lnTo>
                    <a:pt x="397" y="13"/>
                  </a:lnTo>
                  <a:cubicBezTo>
                    <a:pt x="371" y="5"/>
                    <a:pt x="343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67;p38">
              <a:extLst>
                <a:ext uri="{FF2B5EF4-FFF2-40B4-BE49-F238E27FC236}">
                  <a16:creationId xmlns:a16="http://schemas.microsoft.com/office/drawing/2014/main" id="{02D06A16-22FF-DDAA-5E4E-D48BA5B1A320}"/>
                </a:ext>
              </a:extLst>
            </p:cNvPr>
            <p:cNvSpPr/>
            <p:nvPr/>
          </p:nvSpPr>
          <p:spPr>
            <a:xfrm>
              <a:off x="4085250" y="3943675"/>
              <a:ext cx="215475" cy="37325"/>
            </a:xfrm>
            <a:custGeom>
              <a:avLst/>
              <a:gdLst/>
              <a:ahLst/>
              <a:cxnLst/>
              <a:rect l="l" t="t" r="r" b="b"/>
              <a:pathLst>
                <a:path w="8619" h="1493" extrusionOk="0">
                  <a:moveTo>
                    <a:pt x="303" y="1"/>
                  </a:moveTo>
                  <a:cubicBezTo>
                    <a:pt x="163" y="1"/>
                    <a:pt x="35" y="105"/>
                    <a:pt x="17" y="250"/>
                  </a:cubicBezTo>
                  <a:cubicBezTo>
                    <a:pt x="0" y="406"/>
                    <a:pt x="111" y="546"/>
                    <a:pt x="266" y="564"/>
                  </a:cubicBezTo>
                  <a:lnTo>
                    <a:pt x="8294" y="1490"/>
                  </a:lnTo>
                  <a:cubicBezTo>
                    <a:pt x="8305" y="1492"/>
                    <a:pt x="8317" y="1492"/>
                    <a:pt x="8328" y="1492"/>
                  </a:cubicBezTo>
                  <a:cubicBezTo>
                    <a:pt x="8478" y="1492"/>
                    <a:pt x="8601" y="1375"/>
                    <a:pt x="8610" y="1225"/>
                  </a:cubicBezTo>
                  <a:cubicBezTo>
                    <a:pt x="8619" y="1075"/>
                    <a:pt x="8509" y="945"/>
                    <a:pt x="8359" y="928"/>
                  </a:cubicBezTo>
                  <a:lnTo>
                    <a:pt x="332" y="2"/>
                  </a:lnTo>
                  <a:cubicBezTo>
                    <a:pt x="322" y="1"/>
                    <a:pt x="313" y="1"/>
                    <a:pt x="3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68;p38">
              <a:extLst>
                <a:ext uri="{FF2B5EF4-FFF2-40B4-BE49-F238E27FC236}">
                  <a16:creationId xmlns:a16="http://schemas.microsoft.com/office/drawing/2014/main" id="{2C148EE8-A606-4E6A-1A96-42388A481195}"/>
                </a:ext>
              </a:extLst>
            </p:cNvPr>
            <p:cNvSpPr/>
            <p:nvPr/>
          </p:nvSpPr>
          <p:spPr>
            <a:xfrm>
              <a:off x="4575950" y="3715975"/>
              <a:ext cx="66600" cy="129525"/>
            </a:xfrm>
            <a:custGeom>
              <a:avLst/>
              <a:gdLst/>
              <a:ahLst/>
              <a:cxnLst/>
              <a:rect l="l" t="t" r="r" b="b"/>
              <a:pathLst>
                <a:path w="2664" h="5181" extrusionOk="0">
                  <a:moveTo>
                    <a:pt x="2327" y="1"/>
                  </a:moveTo>
                  <a:cubicBezTo>
                    <a:pt x="2276" y="1"/>
                    <a:pt x="2225" y="14"/>
                    <a:pt x="2179" y="43"/>
                  </a:cubicBezTo>
                  <a:cubicBezTo>
                    <a:pt x="2090" y="99"/>
                    <a:pt x="1" y="1449"/>
                    <a:pt x="132" y="3013"/>
                  </a:cubicBezTo>
                  <a:cubicBezTo>
                    <a:pt x="204" y="3873"/>
                    <a:pt x="917" y="4594"/>
                    <a:pt x="2248" y="5158"/>
                  </a:cubicBezTo>
                  <a:cubicBezTo>
                    <a:pt x="2283" y="5173"/>
                    <a:pt x="2321" y="5180"/>
                    <a:pt x="2359" y="5180"/>
                  </a:cubicBezTo>
                  <a:cubicBezTo>
                    <a:pt x="2360" y="5180"/>
                    <a:pt x="2361" y="5180"/>
                    <a:pt x="2362" y="5180"/>
                  </a:cubicBezTo>
                  <a:cubicBezTo>
                    <a:pt x="2494" y="5180"/>
                    <a:pt x="2609" y="5085"/>
                    <a:pt x="2636" y="4954"/>
                  </a:cubicBezTo>
                  <a:cubicBezTo>
                    <a:pt x="2664" y="4823"/>
                    <a:pt x="2593" y="4690"/>
                    <a:pt x="2469" y="4637"/>
                  </a:cubicBezTo>
                  <a:cubicBezTo>
                    <a:pt x="1346" y="4162"/>
                    <a:pt x="750" y="3600"/>
                    <a:pt x="696" y="2966"/>
                  </a:cubicBezTo>
                  <a:cubicBezTo>
                    <a:pt x="593" y="1742"/>
                    <a:pt x="2464" y="531"/>
                    <a:pt x="2482" y="520"/>
                  </a:cubicBezTo>
                  <a:cubicBezTo>
                    <a:pt x="2611" y="434"/>
                    <a:pt x="2648" y="262"/>
                    <a:pt x="2565" y="132"/>
                  </a:cubicBezTo>
                  <a:cubicBezTo>
                    <a:pt x="2511" y="47"/>
                    <a:pt x="2420" y="1"/>
                    <a:pt x="23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69;p38">
              <a:extLst>
                <a:ext uri="{FF2B5EF4-FFF2-40B4-BE49-F238E27FC236}">
                  <a16:creationId xmlns:a16="http://schemas.microsoft.com/office/drawing/2014/main" id="{42C87651-621B-0FCC-AF5A-A2E1DD15FCBB}"/>
                </a:ext>
              </a:extLst>
            </p:cNvPr>
            <p:cNvSpPr/>
            <p:nvPr/>
          </p:nvSpPr>
          <p:spPr>
            <a:xfrm>
              <a:off x="4257700" y="3744100"/>
              <a:ext cx="76975" cy="175650"/>
            </a:xfrm>
            <a:custGeom>
              <a:avLst/>
              <a:gdLst/>
              <a:ahLst/>
              <a:cxnLst/>
              <a:rect l="l" t="t" r="r" b="b"/>
              <a:pathLst>
                <a:path w="3079" h="7026" extrusionOk="0">
                  <a:moveTo>
                    <a:pt x="2766" y="1"/>
                  </a:moveTo>
                  <a:cubicBezTo>
                    <a:pt x="2639" y="1"/>
                    <a:pt x="2523" y="86"/>
                    <a:pt x="2491" y="215"/>
                  </a:cubicBezTo>
                  <a:lnTo>
                    <a:pt x="1843" y="2812"/>
                  </a:lnTo>
                  <a:lnTo>
                    <a:pt x="114" y="4538"/>
                  </a:lnTo>
                  <a:cubicBezTo>
                    <a:pt x="0" y="4653"/>
                    <a:pt x="5" y="4840"/>
                    <a:pt x="125" y="4949"/>
                  </a:cubicBezTo>
                  <a:lnTo>
                    <a:pt x="2352" y="6953"/>
                  </a:lnTo>
                  <a:cubicBezTo>
                    <a:pt x="2405" y="7000"/>
                    <a:pt x="2472" y="7026"/>
                    <a:pt x="2543" y="7026"/>
                  </a:cubicBezTo>
                  <a:lnTo>
                    <a:pt x="2543" y="7025"/>
                  </a:lnTo>
                  <a:cubicBezTo>
                    <a:pt x="2543" y="7025"/>
                    <a:pt x="2543" y="7025"/>
                    <a:pt x="2544" y="7025"/>
                  </a:cubicBezTo>
                  <a:cubicBezTo>
                    <a:pt x="2803" y="7025"/>
                    <a:pt x="2925" y="6705"/>
                    <a:pt x="2732" y="6531"/>
                  </a:cubicBezTo>
                  <a:lnTo>
                    <a:pt x="726" y="4727"/>
                  </a:lnTo>
                  <a:lnTo>
                    <a:pt x="2297" y="3156"/>
                  </a:lnTo>
                  <a:cubicBezTo>
                    <a:pt x="2333" y="3119"/>
                    <a:pt x="2359" y="3074"/>
                    <a:pt x="2372" y="3025"/>
                  </a:cubicBezTo>
                  <a:lnTo>
                    <a:pt x="3040" y="352"/>
                  </a:lnTo>
                  <a:cubicBezTo>
                    <a:pt x="3078" y="200"/>
                    <a:pt x="2986" y="47"/>
                    <a:pt x="2834" y="9"/>
                  </a:cubicBezTo>
                  <a:cubicBezTo>
                    <a:pt x="2811" y="3"/>
                    <a:pt x="2788" y="1"/>
                    <a:pt x="27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70;p38">
              <a:extLst>
                <a:ext uri="{FF2B5EF4-FFF2-40B4-BE49-F238E27FC236}">
                  <a16:creationId xmlns:a16="http://schemas.microsoft.com/office/drawing/2014/main" id="{113643C9-A112-4647-DC1C-6EF3307B517E}"/>
                </a:ext>
              </a:extLst>
            </p:cNvPr>
            <p:cNvSpPr/>
            <p:nvPr/>
          </p:nvSpPr>
          <p:spPr>
            <a:xfrm>
              <a:off x="4127225" y="2778000"/>
              <a:ext cx="886950" cy="960325"/>
            </a:xfrm>
            <a:custGeom>
              <a:avLst/>
              <a:gdLst/>
              <a:ahLst/>
              <a:cxnLst/>
              <a:rect l="l" t="t" r="r" b="b"/>
              <a:pathLst>
                <a:path w="35478" h="38413" extrusionOk="0">
                  <a:moveTo>
                    <a:pt x="11437" y="0"/>
                  </a:moveTo>
                  <a:cubicBezTo>
                    <a:pt x="11020" y="0"/>
                    <a:pt x="10641" y="2"/>
                    <a:pt x="10311" y="6"/>
                  </a:cubicBezTo>
                  <a:lnTo>
                    <a:pt x="4940" y="17151"/>
                  </a:lnTo>
                  <a:cubicBezTo>
                    <a:pt x="4940" y="17151"/>
                    <a:pt x="0" y="34237"/>
                    <a:pt x="206" y="34957"/>
                  </a:cubicBezTo>
                  <a:cubicBezTo>
                    <a:pt x="412" y="35677"/>
                    <a:pt x="3911" y="37325"/>
                    <a:pt x="11733" y="38251"/>
                  </a:cubicBezTo>
                  <a:cubicBezTo>
                    <a:pt x="12679" y="38363"/>
                    <a:pt x="13559" y="38413"/>
                    <a:pt x="14376" y="38413"/>
                  </a:cubicBezTo>
                  <a:cubicBezTo>
                    <a:pt x="20307" y="38413"/>
                    <a:pt x="22873" y="35759"/>
                    <a:pt x="23055" y="34854"/>
                  </a:cubicBezTo>
                  <a:cubicBezTo>
                    <a:pt x="23260" y="33825"/>
                    <a:pt x="22848" y="32075"/>
                    <a:pt x="22848" y="32075"/>
                  </a:cubicBezTo>
                  <a:lnTo>
                    <a:pt x="25525" y="27341"/>
                  </a:lnTo>
                  <a:lnTo>
                    <a:pt x="34377" y="12785"/>
                  </a:lnTo>
                  <a:cubicBezTo>
                    <a:pt x="35478" y="10973"/>
                    <a:pt x="35073" y="8628"/>
                    <a:pt x="33429" y="7292"/>
                  </a:cubicBezTo>
                  <a:cubicBezTo>
                    <a:pt x="29471" y="4078"/>
                    <a:pt x="24556" y="197"/>
                    <a:pt x="24556" y="197"/>
                  </a:cubicBezTo>
                  <a:cubicBezTo>
                    <a:pt x="24556" y="197"/>
                    <a:pt x="15854" y="0"/>
                    <a:pt x="11437" y="0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71;p38">
              <a:extLst>
                <a:ext uri="{FF2B5EF4-FFF2-40B4-BE49-F238E27FC236}">
                  <a16:creationId xmlns:a16="http://schemas.microsoft.com/office/drawing/2014/main" id="{53C6D1AE-7121-6455-56A7-0EE03D0AA43F}"/>
                </a:ext>
              </a:extLst>
            </p:cNvPr>
            <p:cNvSpPr/>
            <p:nvPr/>
          </p:nvSpPr>
          <p:spPr>
            <a:xfrm>
              <a:off x="4120300" y="2770925"/>
              <a:ext cx="901625" cy="974500"/>
            </a:xfrm>
            <a:custGeom>
              <a:avLst/>
              <a:gdLst/>
              <a:ahLst/>
              <a:cxnLst/>
              <a:rect l="l" t="t" r="r" b="b"/>
              <a:pathLst>
                <a:path w="36065" h="38980" extrusionOk="0">
                  <a:moveTo>
                    <a:pt x="11769" y="565"/>
                  </a:moveTo>
                  <a:cubicBezTo>
                    <a:pt x="15915" y="565"/>
                    <a:pt x="23778" y="739"/>
                    <a:pt x="24732" y="760"/>
                  </a:cubicBezTo>
                  <a:cubicBezTo>
                    <a:pt x="25363" y="1259"/>
                    <a:pt x="29880" y="4832"/>
                    <a:pt x="33528" y="7794"/>
                  </a:cubicBezTo>
                  <a:cubicBezTo>
                    <a:pt x="35056" y="9035"/>
                    <a:pt x="35435" y="11238"/>
                    <a:pt x="34412" y="12920"/>
                  </a:cubicBezTo>
                  <a:lnTo>
                    <a:pt x="25556" y="27485"/>
                  </a:lnTo>
                  <a:lnTo>
                    <a:pt x="22879" y="32219"/>
                  </a:lnTo>
                  <a:cubicBezTo>
                    <a:pt x="22844" y="32281"/>
                    <a:pt x="22834" y="32354"/>
                    <a:pt x="22850" y="32423"/>
                  </a:cubicBezTo>
                  <a:cubicBezTo>
                    <a:pt x="22855" y="32440"/>
                    <a:pt x="23246" y="34124"/>
                    <a:pt x="23054" y="35082"/>
                  </a:cubicBezTo>
                  <a:cubicBezTo>
                    <a:pt x="22892" y="35894"/>
                    <a:pt x="20394" y="38413"/>
                    <a:pt x="14649" y="38413"/>
                  </a:cubicBezTo>
                  <a:cubicBezTo>
                    <a:pt x="13845" y="38413"/>
                    <a:pt x="12977" y="38364"/>
                    <a:pt x="12043" y="38253"/>
                  </a:cubicBezTo>
                  <a:cubicBezTo>
                    <a:pt x="3925" y="37291"/>
                    <a:pt x="887" y="35627"/>
                    <a:pt x="759" y="35186"/>
                  </a:cubicBezTo>
                  <a:cubicBezTo>
                    <a:pt x="698" y="34435"/>
                    <a:pt x="3554" y="24205"/>
                    <a:pt x="5487" y="17519"/>
                  </a:cubicBezTo>
                  <a:lnTo>
                    <a:pt x="10797" y="569"/>
                  </a:lnTo>
                  <a:cubicBezTo>
                    <a:pt x="11090" y="566"/>
                    <a:pt x="11416" y="565"/>
                    <a:pt x="11769" y="565"/>
                  </a:cubicBezTo>
                  <a:close/>
                  <a:moveTo>
                    <a:pt x="11620" y="0"/>
                  </a:moveTo>
                  <a:cubicBezTo>
                    <a:pt x="11239" y="0"/>
                    <a:pt x="10891" y="2"/>
                    <a:pt x="10586" y="5"/>
                  </a:cubicBezTo>
                  <a:cubicBezTo>
                    <a:pt x="10463" y="7"/>
                    <a:pt x="10356" y="87"/>
                    <a:pt x="10319" y="204"/>
                  </a:cubicBezTo>
                  <a:lnTo>
                    <a:pt x="4945" y="17356"/>
                  </a:lnTo>
                  <a:cubicBezTo>
                    <a:pt x="3781" y="21383"/>
                    <a:pt x="0" y="34576"/>
                    <a:pt x="212" y="35318"/>
                  </a:cubicBezTo>
                  <a:cubicBezTo>
                    <a:pt x="513" y="36373"/>
                    <a:pt x="4739" y="37959"/>
                    <a:pt x="11977" y="38814"/>
                  </a:cubicBezTo>
                  <a:cubicBezTo>
                    <a:pt x="12936" y="38928"/>
                    <a:pt x="13827" y="38979"/>
                    <a:pt x="14654" y="38979"/>
                  </a:cubicBezTo>
                  <a:cubicBezTo>
                    <a:pt x="20820" y="38979"/>
                    <a:pt x="23419" y="36143"/>
                    <a:pt x="23609" y="35194"/>
                  </a:cubicBezTo>
                  <a:cubicBezTo>
                    <a:pt x="23797" y="34257"/>
                    <a:pt x="23514" y="32812"/>
                    <a:pt x="23426" y="32404"/>
                  </a:cubicBezTo>
                  <a:lnTo>
                    <a:pt x="26044" y="27770"/>
                  </a:lnTo>
                  <a:lnTo>
                    <a:pt x="34895" y="13215"/>
                  </a:lnTo>
                  <a:cubicBezTo>
                    <a:pt x="36064" y="11292"/>
                    <a:pt x="35631" y="8773"/>
                    <a:pt x="33884" y="7356"/>
                  </a:cubicBezTo>
                  <a:cubicBezTo>
                    <a:pt x="29970" y="4178"/>
                    <a:pt x="25058" y="296"/>
                    <a:pt x="25008" y="257"/>
                  </a:cubicBezTo>
                  <a:cubicBezTo>
                    <a:pt x="24960" y="219"/>
                    <a:pt x="24901" y="199"/>
                    <a:pt x="24840" y="197"/>
                  </a:cubicBezTo>
                  <a:cubicBezTo>
                    <a:pt x="24743" y="194"/>
                    <a:pt x="15975" y="0"/>
                    <a:pt x="11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72;p38">
              <a:extLst>
                <a:ext uri="{FF2B5EF4-FFF2-40B4-BE49-F238E27FC236}">
                  <a16:creationId xmlns:a16="http://schemas.microsoft.com/office/drawing/2014/main" id="{1C6E6175-6C1D-4B2E-C8D7-4055FD127F85}"/>
                </a:ext>
              </a:extLst>
            </p:cNvPr>
            <p:cNvSpPr/>
            <p:nvPr/>
          </p:nvSpPr>
          <p:spPr>
            <a:xfrm>
              <a:off x="4499925" y="2779525"/>
              <a:ext cx="385300" cy="261475"/>
            </a:xfrm>
            <a:custGeom>
              <a:avLst/>
              <a:gdLst/>
              <a:ahLst/>
              <a:cxnLst/>
              <a:rect l="l" t="t" r="r" b="b"/>
              <a:pathLst>
                <a:path w="15412" h="10459" extrusionOk="0">
                  <a:moveTo>
                    <a:pt x="2527" y="0"/>
                  </a:moveTo>
                  <a:cubicBezTo>
                    <a:pt x="1600" y="2115"/>
                    <a:pt x="1" y="6438"/>
                    <a:pt x="1317" y="8577"/>
                  </a:cubicBezTo>
                  <a:cubicBezTo>
                    <a:pt x="1996" y="9680"/>
                    <a:pt x="3321" y="10459"/>
                    <a:pt x="5158" y="10459"/>
                  </a:cubicBezTo>
                  <a:cubicBezTo>
                    <a:pt x="7710" y="10459"/>
                    <a:pt x="11250" y="8955"/>
                    <a:pt x="15411" y="4724"/>
                  </a:cubicBezTo>
                  <a:cubicBezTo>
                    <a:pt x="12381" y="2294"/>
                    <a:pt x="9648" y="136"/>
                    <a:pt x="9648" y="136"/>
                  </a:cubicBezTo>
                  <a:cubicBezTo>
                    <a:pt x="9648" y="136"/>
                    <a:pt x="6189" y="58"/>
                    <a:pt x="25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73;p38">
              <a:extLst>
                <a:ext uri="{FF2B5EF4-FFF2-40B4-BE49-F238E27FC236}">
                  <a16:creationId xmlns:a16="http://schemas.microsoft.com/office/drawing/2014/main" id="{AE7674B1-3FBA-86C5-8B30-AEE78CBF5FA0}"/>
                </a:ext>
              </a:extLst>
            </p:cNvPr>
            <p:cNvSpPr/>
            <p:nvPr/>
          </p:nvSpPr>
          <p:spPr>
            <a:xfrm>
              <a:off x="4492750" y="2772450"/>
              <a:ext cx="400450" cy="275600"/>
            </a:xfrm>
            <a:custGeom>
              <a:avLst/>
              <a:gdLst/>
              <a:ahLst/>
              <a:cxnLst/>
              <a:rect l="l" t="t" r="r" b="b"/>
              <a:pathLst>
                <a:path w="16018" h="11024" extrusionOk="0">
                  <a:moveTo>
                    <a:pt x="2997" y="569"/>
                  </a:moveTo>
                  <a:cubicBezTo>
                    <a:pt x="6234" y="620"/>
                    <a:pt x="9267" y="686"/>
                    <a:pt x="9833" y="699"/>
                  </a:cubicBezTo>
                  <a:cubicBezTo>
                    <a:pt x="10275" y="1049"/>
                    <a:pt x="12636" y="2917"/>
                    <a:pt x="15276" y="5032"/>
                  </a:cubicBezTo>
                  <a:cubicBezTo>
                    <a:pt x="10707" y="9595"/>
                    <a:pt x="7337" y="10459"/>
                    <a:pt x="5437" y="10459"/>
                  </a:cubicBezTo>
                  <a:cubicBezTo>
                    <a:pt x="5199" y="10459"/>
                    <a:pt x="4984" y="10445"/>
                    <a:pt x="4793" y="10424"/>
                  </a:cubicBezTo>
                  <a:cubicBezTo>
                    <a:pt x="3480" y="10275"/>
                    <a:pt x="2432" y="9667"/>
                    <a:pt x="1844" y="8712"/>
                  </a:cubicBezTo>
                  <a:cubicBezTo>
                    <a:pt x="611" y="6706"/>
                    <a:pt x="2178" y="2475"/>
                    <a:pt x="2997" y="569"/>
                  </a:cubicBezTo>
                  <a:close/>
                  <a:moveTo>
                    <a:pt x="2818" y="1"/>
                  </a:moveTo>
                  <a:cubicBezTo>
                    <a:pt x="2720" y="5"/>
                    <a:pt x="2601" y="65"/>
                    <a:pt x="2554" y="169"/>
                  </a:cubicBezTo>
                  <a:cubicBezTo>
                    <a:pt x="1525" y="2520"/>
                    <a:pt x="1" y="6795"/>
                    <a:pt x="1363" y="9008"/>
                  </a:cubicBezTo>
                  <a:cubicBezTo>
                    <a:pt x="2044" y="10114"/>
                    <a:pt x="3240" y="10817"/>
                    <a:pt x="4730" y="10986"/>
                  </a:cubicBezTo>
                  <a:cubicBezTo>
                    <a:pt x="4962" y="11012"/>
                    <a:pt x="5196" y="11024"/>
                    <a:pt x="5430" y="11024"/>
                  </a:cubicBezTo>
                  <a:cubicBezTo>
                    <a:pt x="7470" y="11024"/>
                    <a:pt x="11085" y="10100"/>
                    <a:pt x="15901" y="5206"/>
                  </a:cubicBezTo>
                  <a:cubicBezTo>
                    <a:pt x="16018" y="5087"/>
                    <a:pt x="16006" y="4892"/>
                    <a:pt x="15876" y="4787"/>
                  </a:cubicBezTo>
                  <a:cubicBezTo>
                    <a:pt x="12843" y="2356"/>
                    <a:pt x="10110" y="196"/>
                    <a:pt x="10110" y="196"/>
                  </a:cubicBezTo>
                  <a:cubicBezTo>
                    <a:pt x="10062" y="158"/>
                    <a:pt x="10002" y="138"/>
                    <a:pt x="9941" y="136"/>
                  </a:cubicBezTo>
                  <a:cubicBezTo>
                    <a:pt x="9941" y="136"/>
                    <a:pt x="6481" y="57"/>
                    <a:pt x="28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74;p38">
              <a:extLst>
                <a:ext uri="{FF2B5EF4-FFF2-40B4-BE49-F238E27FC236}">
                  <a16:creationId xmlns:a16="http://schemas.microsoft.com/office/drawing/2014/main" id="{624C7306-208C-4C54-C3BB-1BD45C120A58}"/>
                </a:ext>
              </a:extLst>
            </p:cNvPr>
            <p:cNvSpPr/>
            <p:nvPr/>
          </p:nvSpPr>
          <p:spPr>
            <a:xfrm>
              <a:off x="4541500" y="2338925"/>
              <a:ext cx="473450" cy="642100"/>
            </a:xfrm>
            <a:custGeom>
              <a:avLst/>
              <a:gdLst/>
              <a:ahLst/>
              <a:cxnLst/>
              <a:rect l="l" t="t" r="r" b="b"/>
              <a:pathLst>
                <a:path w="18938" h="25684" extrusionOk="0">
                  <a:moveTo>
                    <a:pt x="9543" y="1"/>
                  </a:moveTo>
                  <a:cubicBezTo>
                    <a:pt x="9342" y="1"/>
                    <a:pt x="9177" y="43"/>
                    <a:pt x="9056" y="133"/>
                  </a:cubicBezTo>
                  <a:cubicBezTo>
                    <a:pt x="9056" y="133"/>
                    <a:pt x="6072" y="956"/>
                    <a:pt x="4837" y="2809"/>
                  </a:cubicBezTo>
                  <a:cubicBezTo>
                    <a:pt x="3603" y="4662"/>
                    <a:pt x="1" y="15469"/>
                    <a:pt x="103" y="16395"/>
                  </a:cubicBezTo>
                  <a:cubicBezTo>
                    <a:pt x="137" y="16704"/>
                    <a:pt x="674" y="16807"/>
                    <a:pt x="1376" y="16807"/>
                  </a:cubicBezTo>
                  <a:cubicBezTo>
                    <a:pt x="2778" y="16807"/>
                    <a:pt x="4837" y="16395"/>
                    <a:pt x="4837" y="16395"/>
                  </a:cubicBezTo>
                  <a:lnTo>
                    <a:pt x="4837" y="16395"/>
                  </a:lnTo>
                  <a:cubicBezTo>
                    <a:pt x="4837" y="16395"/>
                    <a:pt x="1647" y="23085"/>
                    <a:pt x="1647" y="24217"/>
                  </a:cubicBezTo>
                  <a:cubicBezTo>
                    <a:pt x="1647" y="25110"/>
                    <a:pt x="2543" y="25683"/>
                    <a:pt x="3831" y="25683"/>
                  </a:cubicBezTo>
                  <a:cubicBezTo>
                    <a:pt x="4176" y="25683"/>
                    <a:pt x="4549" y="25642"/>
                    <a:pt x="4940" y="25555"/>
                  </a:cubicBezTo>
                  <a:cubicBezTo>
                    <a:pt x="6793" y="25143"/>
                    <a:pt x="13104" y="14277"/>
                    <a:pt x="13104" y="14277"/>
                  </a:cubicBezTo>
                  <a:cubicBezTo>
                    <a:pt x="13104" y="14277"/>
                    <a:pt x="14467" y="15861"/>
                    <a:pt x="15603" y="15861"/>
                  </a:cubicBezTo>
                  <a:cubicBezTo>
                    <a:pt x="15798" y="15861"/>
                    <a:pt x="15986" y="15814"/>
                    <a:pt x="16159" y="15705"/>
                  </a:cubicBezTo>
                  <a:cubicBezTo>
                    <a:pt x="17513" y="14852"/>
                    <a:pt x="17085" y="13132"/>
                    <a:pt x="16056" y="13132"/>
                  </a:cubicBezTo>
                  <a:cubicBezTo>
                    <a:pt x="15027" y="13132"/>
                    <a:pt x="18937" y="8912"/>
                    <a:pt x="17599" y="6133"/>
                  </a:cubicBezTo>
                  <a:cubicBezTo>
                    <a:pt x="16392" y="3625"/>
                    <a:pt x="11410" y="1"/>
                    <a:pt x="9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975;p38">
              <a:extLst>
                <a:ext uri="{FF2B5EF4-FFF2-40B4-BE49-F238E27FC236}">
                  <a16:creationId xmlns:a16="http://schemas.microsoft.com/office/drawing/2014/main" id="{958DA267-9A33-39B7-1DC2-B3A59D3C93FC}"/>
                </a:ext>
              </a:extLst>
            </p:cNvPr>
            <p:cNvSpPr/>
            <p:nvPr/>
          </p:nvSpPr>
          <p:spPr>
            <a:xfrm>
              <a:off x="4534275" y="2331850"/>
              <a:ext cx="476000" cy="656200"/>
            </a:xfrm>
            <a:custGeom>
              <a:avLst/>
              <a:gdLst/>
              <a:ahLst/>
              <a:cxnLst/>
              <a:rect l="l" t="t" r="r" b="b"/>
              <a:pathLst>
                <a:path w="19040" h="26248" extrusionOk="0">
                  <a:moveTo>
                    <a:pt x="9832" y="567"/>
                  </a:moveTo>
                  <a:cubicBezTo>
                    <a:pt x="9961" y="567"/>
                    <a:pt x="10118" y="589"/>
                    <a:pt x="10292" y="631"/>
                  </a:cubicBezTo>
                  <a:cubicBezTo>
                    <a:pt x="12351" y="1132"/>
                    <a:pt x="16572" y="4331"/>
                    <a:pt x="17635" y="6539"/>
                  </a:cubicBezTo>
                  <a:cubicBezTo>
                    <a:pt x="18406" y="8140"/>
                    <a:pt x="17255" y="10332"/>
                    <a:pt x="16494" y="11783"/>
                  </a:cubicBezTo>
                  <a:cubicBezTo>
                    <a:pt x="16006" y="12712"/>
                    <a:pt x="15761" y="13178"/>
                    <a:pt x="15951" y="13495"/>
                  </a:cubicBezTo>
                  <a:cubicBezTo>
                    <a:pt x="15997" y="13571"/>
                    <a:pt x="16110" y="13697"/>
                    <a:pt x="16345" y="13697"/>
                  </a:cubicBezTo>
                  <a:cubicBezTo>
                    <a:pt x="16693" y="13697"/>
                    <a:pt x="16899" y="13981"/>
                    <a:pt x="16975" y="14248"/>
                  </a:cubicBezTo>
                  <a:cubicBezTo>
                    <a:pt x="17097" y="14666"/>
                    <a:pt x="16992" y="15311"/>
                    <a:pt x="16297" y="15748"/>
                  </a:cubicBezTo>
                  <a:cubicBezTo>
                    <a:pt x="16172" y="15826"/>
                    <a:pt x="16033" y="15861"/>
                    <a:pt x="15885" y="15861"/>
                  </a:cubicBezTo>
                  <a:cubicBezTo>
                    <a:pt x="15078" y="15861"/>
                    <a:pt x="14010" y="14842"/>
                    <a:pt x="13607" y="14375"/>
                  </a:cubicBezTo>
                  <a:cubicBezTo>
                    <a:pt x="13553" y="14312"/>
                    <a:pt x="13474" y="14277"/>
                    <a:pt x="13391" y="14277"/>
                  </a:cubicBezTo>
                  <a:cubicBezTo>
                    <a:pt x="13383" y="14277"/>
                    <a:pt x="13375" y="14277"/>
                    <a:pt x="13367" y="14278"/>
                  </a:cubicBezTo>
                  <a:cubicBezTo>
                    <a:pt x="13276" y="14286"/>
                    <a:pt x="13194" y="14338"/>
                    <a:pt x="13148" y="14417"/>
                  </a:cubicBezTo>
                  <a:cubicBezTo>
                    <a:pt x="10732" y="18577"/>
                    <a:pt x="6429" y="25281"/>
                    <a:pt x="5169" y="25562"/>
                  </a:cubicBezTo>
                  <a:cubicBezTo>
                    <a:pt x="4808" y="25642"/>
                    <a:pt x="4456" y="25681"/>
                    <a:pt x="4127" y="25681"/>
                  </a:cubicBezTo>
                  <a:cubicBezTo>
                    <a:pt x="3492" y="25681"/>
                    <a:pt x="2946" y="25536"/>
                    <a:pt x="2599" y="25258"/>
                  </a:cubicBezTo>
                  <a:cubicBezTo>
                    <a:pt x="2347" y="25054"/>
                    <a:pt x="2219" y="24800"/>
                    <a:pt x="2219" y="24499"/>
                  </a:cubicBezTo>
                  <a:cubicBezTo>
                    <a:pt x="2219" y="23715"/>
                    <a:pt x="4110" y="19465"/>
                    <a:pt x="5382" y="16800"/>
                  </a:cubicBezTo>
                  <a:cubicBezTo>
                    <a:pt x="5471" y="16612"/>
                    <a:pt x="5334" y="16394"/>
                    <a:pt x="5126" y="16394"/>
                  </a:cubicBezTo>
                  <a:cubicBezTo>
                    <a:pt x="5108" y="16394"/>
                    <a:pt x="5089" y="16396"/>
                    <a:pt x="5071" y="16401"/>
                  </a:cubicBezTo>
                  <a:cubicBezTo>
                    <a:pt x="3736" y="16668"/>
                    <a:pt x="2436" y="16811"/>
                    <a:pt x="1597" y="16811"/>
                  </a:cubicBezTo>
                  <a:cubicBezTo>
                    <a:pt x="1086" y="16811"/>
                    <a:pt x="746" y="16758"/>
                    <a:pt x="672" y="16646"/>
                  </a:cubicBezTo>
                  <a:cubicBezTo>
                    <a:pt x="593" y="15887"/>
                    <a:pt x="4061" y="5200"/>
                    <a:pt x="5361" y="3249"/>
                  </a:cubicBezTo>
                  <a:cubicBezTo>
                    <a:pt x="6523" y="1507"/>
                    <a:pt x="9392" y="697"/>
                    <a:pt x="9422" y="688"/>
                  </a:cubicBezTo>
                  <a:cubicBezTo>
                    <a:pt x="9455" y="679"/>
                    <a:pt x="9488" y="663"/>
                    <a:pt x="9516" y="642"/>
                  </a:cubicBezTo>
                  <a:cubicBezTo>
                    <a:pt x="9583" y="592"/>
                    <a:pt x="9692" y="567"/>
                    <a:pt x="9832" y="567"/>
                  </a:cubicBezTo>
                  <a:close/>
                  <a:moveTo>
                    <a:pt x="9835" y="0"/>
                  </a:moveTo>
                  <a:cubicBezTo>
                    <a:pt x="9589" y="0"/>
                    <a:pt x="9385" y="52"/>
                    <a:pt x="9225" y="156"/>
                  </a:cubicBezTo>
                  <a:cubicBezTo>
                    <a:pt x="8817" y="275"/>
                    <a:pt x="6099" y="1124"/>
                    <a:pt x="4891" y="2934"/>
                  </a:cubicBezTo>
                  <a:cubicBezTo>
                    <a:pt x="3630" y="4826"/>
                    <a:pt x="1" y="15711"/>
                    <a:pt x="110" y="16708"/>
                  </a:cubicBezTo>
                  <a:cubicBezTo>
                    <a:pt x="122" y="16820"/>
                    <a:pt x="176" y="16980"/>
                    <a:pt x="355" y="17112"/>
                  </a:cubicBezTo>
                  <a:cubicBezTo>
                    <a:pt x="614" y="17302"/>
                    <a:pt x="1122" y="17370"/>
                    <a:pt x="1717" y="17370"/>
                  </a:cubicBezTo>
                  <a:cubicBezTo>
                    <a:pt x="2691" y="17370"/>
                    <a:pt x="3899" y="17187"/>
                    <a:pt x="4633" y="17057"/>
                  </a:cubicBezTo>
                  <a:lnTo>
                    <a:pt x="4633" y="17057"/>
                  </a:lnTo>
                  <a:cubicBezTo>
                    <a:pt x="3856" y="18712"/>
                    <a:pt x="1653" y="23484"/>
                    <a:pt x="1653" y="24499"/>
                  </a:cubicBezTo>
                  <a:cubicBezTo>
                    <a:pt x="1653" y="24973"/>
                    <a:pt x="1857" y="25388"/>
                    <a:pt x="2244" y="25698"/>
                  </a:cubicBezTo>
                  <a:cubicBezTo>
                    <a:pt x="2694" y="26059"/>
                    <a:pt x="3358" y="26248"/>
                    <a:pt x="4123" y="26248"/>
                  </a:cubicBezTo>
                  <a:cubicBezTo>
                    <a:pt x="4517" y="26246"/>
                    <a:pt x="4908" y="26200"/>
                    <a:pt x="5291" y="26113"/>
                  </a:cubicBezTo>
                  <a:cubicBezTo>
                    <a:pt x="7084" y="25714"/>
                    <a:pt x="12244" y="17077"/>
                    <a:pt x="13446" y="15029"/>
                  </a:cubicBezTo>
                  <a:cubicBezTo>
                    <a:pt x="13921" y="15510"/>
                    <a:pt x="14949" y="16423"/>
                    <a:pt x="15901" y="16423"/>
                  </a:cubicBezTo>
                  <a:cubicBezTo>
                    <a:pt x="16142" y="16423"/>
                    <a:pt x="16378" y="16365"/>
                    <a:pt x="16599" y="16226"/>
                  </a:cubicBezTo>
                  <a:cubicBezTo>
                    <a:pt x="17497" y="15661"/>
                    <a:pt x="17709" y="14746"/>
                    <a:pt x="17519" y="14090"/>
                  </a:cubicBezTo>
                  <a:cubicBezTo>
                    <a:pt x="17365" y="13554"/>
                    <a:pt x="16963" y="13193"/>
                    <a:pt x="16473" y="13138"/>
                  </a:cubicBezTo>
                  <a:cubicBezTo>
                    <a:pt x="16543" y="12904"/>
                    <a:pt x="16790" y="12435"/>
                    <a:pt x="16995" y="12045"/>
                  </a:cubicBezTo>
                  <a:cubicBezTo>
                    <a:pt x="17809" y="10494"/>
                    <a:pt x="19039" y="8150"/>
                    <a:pt x="18145" y="6293"/>
                  </a:cubicBezTo>
                  <a:cubicBezTo>
                    <a:pt x="17004" y="3924"/>
                    <a:pt x="12639" y="621"/>
                    <a:pt x="10427" y="80"/>
                  </a:cubicBezTo>
                  <a:cubicBezTo>
                    <a:pt x="10209" y="27"/>
                    <a:pt x="10011" y="0"/>
                    <a:pt x="9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976;p38">
              <a:extLst>
                <a:ext uri="{FF2B5EF4-FFF2-40B4-BE49-F238E27FC236}">
                  <a16:creationId xmlns:a16="http://schemas.microsoft.com/office/drawing/2014/main" id="{978583A8-92C4-38E0-D990-C10003FEED6C}"/>
                </a:ext>
              </a:extLst>
            </p:cNvPr>
            <p:cNvSpPr/>
            <p:nvPr/>
          </p:nvSpPr>
          <p:spPr>
            <a:xfrm>
              <a:off x="4581175" y="2183300"/>
              <a:ext cx="498075" cy="486200"/>
            </a:xfrm>
            <a:custGeom>
              <a:avLst/>
              <a:gdLst/>
              <a:ahLst/>
              <a:cxnLst/>
              <a:rect l="l" t="t" r="r" b="b"/>
              <a:pathLst>
                <a:path w="19923" h="19448" extrusionOk="0">
                  <a:moveTo>
                    <a:pt x="5743" y="1"/>
                  </a:moveTo>
                  <a:cubicBezTo>
                    <a:pt x="3437" y="1"/>
                    <a:pt x="2660" y="1181"/>
                    <a:pt x="6337" y="3064"/>
                  </a:cubicBezTo>
                  <a:cubicBezTo>
                    <a:pt x="6337" y="3064"/>
                    <a:pt x="574" y="3064"/>
                    <a:pt x="265" y="5843"/>
                  </a:cubicBezTo>
                  <a:cubicBezTo>
                    <a:pt x="1" y="8210"/>
                    <a:pt x="2128" y="9457"/>
                    <a:pt x="4799" y="9457"/>
                  </a:cubicBezTo>
                  <a:cubicBezTo>
                    <a:pt x="5264" y="9457"/>
                    <a:pt x="5745" y="9419"/>
                    <a:pt x="6234" y="9343"/>
                  </a:cubicBezTo>
                  <a:cubicBezTo>
                    <a:pt x="7563" y="9135"/>
                    <a:pt x="8842" y="9044"/>
                    <a:pt x="9922" y="9044"/>
                  </a:cubicBezTo>
                  <a:cubicBezTo>
                    <a:pt x="11518" y="9044"/>
                    <a:pt x="12679" y="9242"/>
                    <a:pt x="12924" y="9548"/>
                  </a:cubicBezTo>
                  <a:cubicBezTo>
                    <a:pt x="13335" y="10062"/>
                    <a:pt x="8910" y="11092"/>
                    <a:pt x="9939" y="11812"/>
                  </a:cubicBezTo>
                  <a:cubicBezTo>
                    <a:pt x="10741" y="12374"/>
                    <a:pt x="11543" y="12436"/>
                    <a:pt x="11859" y="12436"/>
                  </a:cubicBezTo>
                  <a:cubicBezTo>
                    <a:pt x="11948" y="12436"/>
                    <a:pt x="11998" y="12431"/>
                    <a:pt x="11998" y="12431"/>
                  </a:cubicBezTo>
                  <a:lnTo>
                    <a:pt x="11998" y="12431"/>
                  </a:lnTo>
                  <a:cubicBezTo>
                    <a:pt x="11998" y="12431"/>
                    <a:pt x="10557" y="12843"/>
                    <a:pt x="10661" y="13872"/>
                  </a:cubicBezTo>
                  <a:cubicBezTo>
                    <a:pt x="10764" y="14901"/>
                    <a:pt x="11659" y="19447"/>
                    <a:pt x="12379" y="19447"/>
                  </a:cubicBezTo>
                  <a:cubicBezTo>
                    <a:pt x="13099" y="19447"/>
                    <a:pt x="14469" y="19357"/>
                    <a:pt x="14469" y="19357"/>
                  </a:cubicBezTo>
                  <a:cubicBezTo>
                    <a:pt x="14469" y="19357"/>
                    <a:pt x="16424" y="18430"/>
                    <a:pt x="17968" y="16783"/>
                  </a:cubicBezTo>
                  <a:cubicBezTo>
                    <a:pt x="19512" y="15137"/>
                    <a:pt x="19923" y="11637"/>
                    <a:pt x="17968" y="9580"/>
                  </a:cubicBezTo>
                  <a:cubicBezTo>
                    <a:pt x="16012" y="7521"/>
                    <a:pt x="14469" y="5534"/>
                    <a:pt x="12924" y="3888"/>
                  </a:cubicBezTo>
                  <a:cubicBezTo>
                    <a:pt x="11381" y="2241"/>
                    <a:pt x="9940" y="491"/>
                    <a:pt x="6852" y="79"/>
                  </a:cubicBezTo>
                  <a:cubicBezTo>
                    <a:pt x="6455" y="27"/>
                    <a:pt x="6082" y="1"/>
                    <a:pt x="57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977;p38">
              <a:extLst>
                <a:ext uri="{FF2B5EF4-FFF2-40B4-BE49-F238E27FC236}">
                  <a16:creationId xmlns:a16="http://schemas.microsoft.com/office/drawing/2014/main" id="{F2958389-ABB4-CB12-793B-498E17A7EA94}"/>
                </a:ext>
              </a:extLst>
            </p:cNvPr>
            <p:cNvSpPr/>
            <p:nvPr/>
          </p:nvSpPr>
          <p:spPr>
            <a:xfrm>
              <a:off x="4577850" y="2176275"/>
              <a:ext cx="508925" cy="500275"/>
            </a:xfrm>
            <a:custGeom>
              <a:avLst/>
              <a:gdLst/>
              <a:ahLst/>
              <a:cxnLst/>
              <a:rect l="l" t="t" r="r" b="b"/>
              <a:pathLst>
                <a:path w="20357" h="20011" extrusionOk="0">
                  <a:moveTo>
                    <a:pt x="5867" y="564"/>
                  </a:moveTo>
                  <a:cubicBezTo>
                    <a:pt x="6186" y="564"/>
                    <a:pt x="6548" y="588"/>
                    <a:pt x="6947" y="641"/>
                  </a:cubicBezTo>
                  <a:cubicBezTo>
                    <a:pt x="9736" y="1012"/>
                    <a:pt x="11105" y="2485"/>
                    <a:pt x="12554" y="4044"/>
                  </a:cubicBezTo>
                  <a:lnTo>
                    <a:pt x="12851" y="4362"/>
                  </a:lnTo>
                  <a:cubicBezTo>
                    <a:pt x="13549" y="5106"/>
                    <a:pt x="14246" y="5920"/>
                    <a:pt x="14987" y="6783"/>
                  </a:cubicBezTo>
                  <a:cubicBezTo>
                    <a:pt x="15890" y="7836"/>
                    <a:pt x="16825" y="8926"/>
                    <a:pt x="17896" y="10055"/>
                  </a:cubicBezTo>
                  <a:cubicBezTo>
                    <a:pt x="19707" y="11962"/>
                    <a:pt x="19383" y="15284"/>
                    <a:pt x="17895" y="16871"/>
                  </a:cubicBezTo>
                  <a:cubicBezTo>
                    <a:pt x="16538" y="18319"/>
                    <a:pt x="14830" y="19208"/>
                    <a:pt x="14527" y="19359"/>
                  </a:cubicBezTo>
                  <a:cubicBezTo>
                    <a:pt x="14265" y="19376"/>
                    <a:pt x="13138" y="19447"/>
                    <a:pt x="12548" y="19452"/>
                  </a:cubicBezTo>
                  <a:cubicBezTo>
                    <a:pt x="12075" y="19203"/>
                    <a:pt x="11218" y="15557"/>
                    <a:pt x="11075" y="14124"/>
                  </a:cubicBezTo>
                  <a:cubicBezTo>
                    <a:pt x="10997" y="13344"/>
                    <a:pt x="12198" y="12987"/>
                    <a:pt x="12210" y="12983"/>
                  </a:cubicBezTo>
                  <a:cubicBezTo>
                    <a:pt x="12344" y="12944"/>
                    <a:pt x="12431" y="12812"/>
                    <a:pt x="12411" y="12671"/>
                  </a:cubicBezTo>
                  <a:cubicBezTo>
                    <a:pt x="12391" y="12532"/>
                    <a:pt x="12272" y="12428"/>
                    <a:pt x="12131" y="12428"/>
                  </a:cubicBezTo>
                  <a:lnTo>
                    <a:pt x="12130" y="12428"/>
                  </a:lnTo>
                  <a:cubicBezTo>
                    <a:pt x="12122" y="12428"/>
                    <a:pt x="12111" y="12429"/>
                    <a:pt x="12103" y="12430"/>
                  </a:cubicBezTo>
                  <a:cubicBezTo>
                    <a:pt x="12102" y="12430"/>
                    <a:pt x="12063" y="12434"/>
                    <a:pt x="11996" y="12434"/>
                  </a:cubicBezTo>
                  <a:cubicBezTo>
                    <a:pt x="11723" y="12434"/>
                    <a:pt x="10975" y="12381"/>
                    <a:pt x="10234" y="11862"/>
                  </a:cubicBezTo>
                  <a:cubicBezTo>
                    <a:pt x="10225" y="11856"/>
                    <a:pt x="10216" y="11850"/>
                    <a:pt x="10211" y="11845"/>
                  </a:cubicBezTo>
                  <a:cubicBezTo>
                    <a:pt x="10358" y="11617"/>
                    <a:pt x="11293" y="11209"/>
                    <a:pt x="11806" y="10986"/>
                  </a:cubicBezTo>
                  <a:cubicBezTo>
                    <a:pt x="12794" y="10554"/>
                    <a:pt x="13273" y="10333"/>
                    <a:pt x="13355" y="9998"/>
                  </a:cubicBezTo>
                  <a:cubicBezTo>
                    <a:pt x="13386" y="9877"/>
                    <a:pt x="13357" y="9749"/>
                    <a:pt x="13278" y="9653"/>
                  </a:cubicBezTo>
                  <a:cubicBezTo>
                    <a:pt x="12940" y="9231"/>
                    <a:pt x="11668" y="9044"/>
                    <a:pt x="10103" y="9044"/>
                  </a:cubicBezTo>
                  <a:cubicBezTo>
                    <a:pt x="8917" y="9044"/>
                    <a:pt x="7565" y="9151"/>
                    <a:pt x="6323" y="9344"/>
                  </a:cubicBezTo>
                  <a:cubicBezTo>
                    <a:pt x="5851" y="9418"/>
                    <a:pt x="5387" y="9454"/>
                    <a:pt x="4942" y="9454"/>
                  </a:cubicBezTo>
                  <a:cubicBezTo>
                    <a:pt x="3464" y="9454"/>
                    <a:pt x="2181" y="9059"/>
                    <a:pt x="1426" y="8336"/>
                  </a:cubicBezTo>
                  <a:cubicBezTo>
                    <a:pt x="833" y="7768"/>
                    <a:pt x="581" y="7035"/>
                    <a:pt x="679" y="6156"/>
                  </a:cubicBezTo>
                  <a:cubicBezTo>
                    <a:pt x="956" y="3660"/>
                    <a:pt x="6416" y="3629"/>
                    <a:pt x="6471" y="3629"/>
                  </a:cubicBezTo>
                  <a:cubicBezTo>
                    <a:pt x="6601" y="3629"/>
                    <a:pt x="6714" y="3539"/>
                    <a:pt x="6746" y="3412"/>
                  </a:cubicBezTo>
                  <a:cubicBezTo>
                    <a:pt x="6776" y="3285"/>
                    <a:pt x="6716" y="3154"/>
                    <a:pt x="6599" y="3094"/>
                  </a:cubicBezTo>
                  <a:cubicBezTo>
                    <a:pt x="4682" y="2112"/>
                    <a:pt x="4121" y="1382"/>
                    <a:pt x="4223" y="1056"/>
                  </a:cubicBezTo>
                  <a:cubicBezTo>
                    <a:pt x="4308" y="783"/>
                    <a:pt x="4893" y="564"/>
                    <a:pt x="5867" y="564"/>
                  </a:cubicBezTo>
                  <a:close/>
                  <a:moveTo>
                    <a:pt x="5882" y="0"/>
                  </a:moveTo>
                  <a:cubicBezTo>
                    <a:pt x="4827" y="0"/>
                    <a:pt x="3888" y="233"/>
                    <a:pt x="3683" y="887"/>
                  </a:cubicBezTo>
                  <a:cubicBezTo>
                    <a:pt x="3481" y="1535"/>
                    <a:pt x="4079" y="2281"/>
                    <a:pt x="5461" y="3111"/>
                  </a:cubicBezTo>
                  <a:cubicBezTo>
                    <a:pt x="3730" y="3256"/>
                    <a:pt x="368" y="3829"/>
                    <a:pt x="117" y="6092"/>
                  </a:cubicBezTo>
                  <a:cubicBezTo>
                    <a:pt x="1" y="7141"/>
                    <a:pt x="318" y="8058"/>
                    <a:pt x="1036" y="8744"/>
                  </a:cubicBezTo>
                  <a:cubicBezTo>
                    <a:pt x="1904" y="9575"/>
                    <a:pt x="3300" y="10022"/>
                    <a:pt x="4921" y="10022"/>
                  </a:cubicBezTo>
                  <a:cubicBezTo>
                    <a:pt x="5401" y="10022"/>
                    <a:pt x="5900" y="9983"/>
                    <a:pt x="6411" y="9903"/>
                  </a:cubicBezTo>
                  <a:cubicBezTo>
                    <a:pt x="7768" y="9691"/>
                    <a:pt x="9012" y="9609"/>
                    <a:pt x="10037" y="9609"/>
                  </a:cubicBezTo>
                  <a:cubicBezTo>
                    <a:pt x="11388" y="9609"/>
                    <a:pt x="12360" y="9751"/>
                    <a:pt x="12714" y="9919"/>
                  </a:cubicBezTo>
                  <a:cubicBezTo>
                    <a:pt x="12480" y="10075"/>
                    <a:pt x="11953" y="10304"/>
                    <a:pt x="11581" y="10467"/>
                  </a:cubicBezTo>
                  <a:cubicBezTo>
                    <a:pt x="10409" y="10978"/>
                    <a:pt x="9686" y="11317"/>
                    <a:pt x="9637" y="11808"/>
                  </a:cubicBezTo>
                  <a:cubicBezTo>
                    <a:pt x="9623" y="11947"/>
                    <a:pt x="9660" y="12149"/>
                    <a:pt x="9911" y="12325"/>
                  </a:cubicBezTo>
                  <a:cubicBezTo>
                    <a:pt x="10286" y="12588"/>
                    <a:pt x="10707" y="12780"/>
                    <a:pt x="11151" y="12891"/>
                  </a:cubicBezTo>
                  <a:cubicBezTo>
                    <a:pt x="10782" y="13169"/>
                    <a:pt x="10453" y="13586"/>
                    <a:pt x="10513" y="14180"/>
                  </a:cubicBezTo>
                  <a:cubicBezTo>
                    <a:pt x="10519" y="14239"/>
                    <a:pt x="11314" y="20011"/>
                    <a:pt x="12513" y="20011"/>
                  </a:cubicBezTo>
                  <a:cubicBezTo>
                    <a:pt x="13234" y="20011"/>
                    <a:pt x="14564" y="19923"/>
                    <a:pt x="14620" y="19921"/>
                  </a:cubicBezTo>
                  <a:cubicBezTo>
                    <a:pt x="14655" y="19918"/>
                    <a:pt x="14690" y="19909"/>
                    <a:pt x="14723" y="19894"/>
                  </a:cubicBezTo>
                  <a:cubicBezTo>
                    <a:pt x="14804" y="19854"/>
                    <a:pt x="16744" y="18924"/>
                    <a:pt x="18307" y="17258"/>
                  </a:cubicBezTo>
                  <a:cubicBezTo>
                    <a:pt x="19998" y="15454"/>
                    <a:pt x="20357" y="11824"/>
                    <a:pt x="18306" y="9665"/>
                  </a:cubicBezTo>
                  <a:cubicBezTo>
                    <a:pt x="17243" y="8547"/>
                    <a:pt x="16314" y="7462"/>
                    <a:pt x="15415" y="6413"/>
                  </a:cubicBezTo>
                  <a:cubicBezTo>
                    <a:pt x="14671" y="5547"/>
                    <a:pt x="13969" y="4727"/>
                    <a:pt x="13264" y="3975"/>
                  </a:cubicBezTo>
                  <a:lnTo>
                    <a:pt x="12968" y="3658"/>
                  </a:lnTo>
                  <a:cubicBezTo>
                    <a:pt x="11515" y="2095"/>
                    <a:pt x="10012" y="479"/>
                    <a:pt x="7022" y="80"/>
                  </a:cubicBezTo>
                  <a:cubicBezTo>
                    <a:pt x="6646" y="30"/>
                    <a:pt x="6257" y="0"/>
                    <a:pt x="5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978;p38">
              <a:extLst>
                <a:ext uri="{FF2B5EF4-FFF2-40B4-BE49-F238E27FC236}">
                  <a16:creationId xmlns:a16="http://schemas.microsoft.com/office/drawing/2014/main" id="{16039C92-8E37-0133-36F0-EBCBF6581984}"/>
                </a:ext>
              </a:extLst>
            </p:cNvPr>
            <p:cNvSpPr/>
            <p:nvPr/>
          </p:nvSpPr>
          <p:spPr>
            <a:xfrm>
              <a:off x="5032475" y="2518475"/>
              <a:ext cx="18975" cy="59825"/>
            </a:xfrm>
            <a:custGeom>
              <a:avLst/>
              <a:gdLst/>
              <a:ahLst/>
              <a:cxnLst/>
              <a:rect l="l" t="t" r="r" b="b"/>
              <a:pathLst>
                <a:path w="759" h="2393" extrusionOk="0">
                  <a:moveTo>
                    <a:pt x="305" y="0"/>
                  </a:moveTo>
                  <a:cubicBezTo>
                    <a:pt x="290" y="0"/>
                    <a:pt x="274" y="1"/>
                    <a:pt x="259" y="4"/>
                  </a:cubicBezTo>
                  <a:cubicBezTo>
                    <a:pt x="105" y="30"/>
                    <a:pt x="0" y="175"/>
                    <a:pt x="25" y="329"/>
                  </a:cubicBezTo>
                  <a:cubicBezTo>
                    <a:pt x="186" y="1318"/>
                    <a:pt x="87" y="2064"/>
                    <a:pt x="86" y="2071"/>
                  </a:cubicBezTo>
                  <a:cubicBezTo>
                    <a:pt x="64" y="2225"/>
                    <a:pt x="173" y="2369"/>
                    <a:pt x="327" y="2391"/>
                  </a:cubicBezTo>
                  <a:cubicBezTo>
                    <a:pt x="340" y="2392"/>
                    <a:pt x="354" y="2393"/>
                    <a:pt x="367" y="2393"/>
                  </a:cubicBezTo>
                  <a:cubicBezTo>
                    <a:pt x="508" y="2393"/>
                    <a:pt x="626" y="2289"/>
                    <a:pt x="646" y="2149"/>
                  </a:cubicBezTo>
                  <a:cubicBezTo>
                    <a:pt x="651" y="2116"/>
                    <a:pt x="759" y="1316"/>
                    <a:pt x="583" y="238"/>
                  </a:cubicBezTo>
                  <a:cubicBezTo>
                    <a:pt x="560" y="99"/>
                    <a:pt x="441" y="0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979;p38">
              <a:extLst>
                <a:ext uri="{FF2B5EF4-FFF2-40B4-BE49-F238E27FC236}">
                  <a16:creationId xmlns:a16="http://schemas.microsoft.com/office/drawing/2014/main" id="{F876096C-CE0B-A635-2A56-1A3DB4D0A2B6}"/>
                </a:ext>
              </a:extLst>
            </p:cNvPr>
            <p:cNvSpPr/>
            <p:nvPr/>
          </p:nvSpPr>
          <p:spPr>
            <a:xfrm>
              <a:off x="4654750" y="2334100"/>
              <a:ext cx="383075" cy="161700"/>
            </a:xfrm>
            <a:custGeom>
              <a:avLst/>
              <a:gdLst/>
              <a:ahLst/>
              <a:cxnLst/>
              <a:rect l="l" t="t" r="r" b="b"/>
              <a:pathLst>
                <a:path w="15323" h="6468" extrusionOk="0">
                  <a:moveTo>
                    <a:pt x="4834" y="0"/>
                  </a:moveTo>
                  <a:cubicBezTo>
                    <a:pt x="4825" y="0"/>
                    <a:pt x="4817" y="0"/>
                    <a:pt x="4808" y="1"/>
                  </a:cubicBezTo>
                  <a:cubicBezTo>
                    <a:pt x="3448" y="133"/>
                    <a:pt x="268" y="541"/>
                    <a:pt x="92" y="1475"/>
                  </a:cubicBezTo>
                  <a:cubicBezTo>
                    <a:pt x="1" y="1963"/>
                    <a:pt x="585" y="2259"/>
                    <a:pt x="777" y="2355"/>
                  </a:cubicBezTo>
                  <a:cubicBezTo>
                    <a:pt x="1380" y="2661"/>
                    <a:pt x="2046" y="2760"/>
                    <a:pt x="2774" y="2760"/>
                  </a:cubicBezTo>
                  <a:cubicBezTo>
                    <a:pt x="3410" y="2760"/>
                    <a:pt x="4093" y="2684"/>
                    <a:pt x="4822" y="2603"/>
                  </a:cubicBezTo>
                  <a:cubicBezTo>
                    <a:pt x="5664" y="2509"/>
                    <a:pt x="6556" y="2410"/>
                    <a:pt x="7500" y="2410"/>
                  </a:cubicBezTo>
                  <a:cubicBezTo>
                    <a:pt x="8721" y="2410"/>
                    <a:pt x="10032" y="2576"/>
                    <a:pt x="11441" y="3134"/>
                  </a:cubicBezTo>
                  <a:cubicBezTo>
                    <a:pt x="13028" y="3762"/>
                    <a:pt x="14139" y="4824"/>
                    <a:pt x="14740" y="6291"/>
                  </a:cubicBezTo>
                  <a:cubicBezTo>
                    <a:pt x="14783" y="6397"/>
                    <a:pt x="14886" y="6466"/>
                    <a:pt x="15002" y="6467"/>
                  </a:cubicBezTo>
                  <a:cubicBezTo>
                    <a:pt x="15039" y="6467"/>
                    <a:pt x="15075" y="6459"/>
                    <a:pt x="15108" y="6445"/>
                  </a:cubicBezTo>
                  <a:cubicBezTo>
                    <a:pt x="15253" y="6387"/>
                    <a:pt x="15322" y="6221"/>
                    <a:pt x="15264" y="6077"/>
                  </a:cubicBezTo>
                  <a:cubicBezTo>
                    <a:pt x="14601" y="4462"/>
                    <a:pt x="13384" y="3294"/>
                    <a:pt x="11649" y="2608"/>
                  </a:cubicBezTo>
                  <a:cubicBezTo>
                    <a:pt x="10163" y="2019"/>
                    <a:pt x="8762" y="1847"/>
                    <a:pt x="7483" y="1847"/>
                  </a:cubicBezTo>
                  <a:cubicBezTo>
                    <a:pt x="6498" y="1847"/>
                    <a:pt x="5584" y="1949"/>
                    <a:pt x="4759" y="2041"/>
                  </a:cubicBezTo>
                  <a:cubicBezTo>
                    <a:pt x="4050" y="2120"/>
                    <a:pt x="3388" y="2194"/>
                    <a:pt x="2782" y="2194"/>
                  </a:cubicBezTo>
                  <a:cubicBezTo>
                    <a:pt x="2129" y="2194"/>
                    <a:pt x="1541" y="2108"/>
                    <a:pt x="1032" y="1851"/>
                  </a:cubicBezTo>
                  <a:cubicBezTo>
                    <a:pt x="703" y="1684"/>
                    <a:pt x="653" y="1580"/>
                    <a:pt x="649" y="1580"/>
                  </a:cubicBezTo>
                  <a:cubicBezTo>
                    <a:pt x="769" y="1246"/>
                    <a:pt x="2736" y="771"/>
                    <a:pt x="4862" y="563"/>
                  </a:cubicBezTo>
                  <a:cubicBezTo>
                    <a:pt x="5018" y="548"/>
                    <a:pt x="5132" y="410"/>
                    <a:pt x="5117" y="254"/>
                  </a:cubicBezTo>
                  <a:cubicBezTo>
                    <a:pt x="5100" y="109"/>
                    <a:pt x="4977" y="0"/>
                    <a:pt x="4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980;p38">
              <a:extLst>
                <a:ext uri="{FF2B5EF4-FFF2-40B4-BE49-F238E27FC236}">
                  <a16:creationId xmlns:a16="http://schemas.microsoft.com/office/drawing/2014/main" id="{6FC22BDB-9D91-5FE2-5A2E-84C5EC1D14C5}"/>
                </a:ext>
              </a:extLst>
            </p:cNvPr>
            <p:cNvSpPr/>
            <p:nvPr/>
          </p:nvSpPr>
          <p:spPr>
            <a:xfrm>
              <a:off x="4863275" y="2453825"/>
              <a:ext cx="138100" cy="143650"/>
            </a:xfrm>
            <a:custGeom>
              <a:avLst/>
              <a:gdLst/>
              <a:ahLst/>
              <a:cxnLst/>
              <a:rect l="l" t="t" r="r" b="b"/>
              <a:pathLst>
                <a:path w="5524" h="5746" extrusionOk="0">
                  <a:moveTo>
                    <a:pt x="325" y="1"/>
                  </a:moveTo>
                  <a:cubicBezTo>
                    <a:pt x="220" y="1"/>
                    <a:pt x="119" y="59"/>
                    <a:pt x="70" y="160"/>
                  </a:cubicBezTo>
                  <a:cubicBezTo>
                    <a:pt x="0" y="301"/>
                    <a:pt x="61" y="473"/>
                    <a:pt x="205" y="540"/>
                  </a:cubicBezTo>
                  <a:cubicBezTo>
                    <a:pt x="246" y="561"/>
                    <a:pt x="4398" y="2624"/>
                    <a:pt x="4939" y="5515"/>
                  </a:cubicBezTo>
                  <a:cubicBezTo>
                    <a:pt x="4964" y="5648"/>
                    <a:pt x="5080" y="5745"/>
                    <a:pt x="5216" y="5745"/>
                  </a:cubicBezTo>
                  <a:cubicBezTo>
                    <a:pt x="5234" y="5745"/>
                    <a:pt x="5252" y="5743"/>
                    <a:pt x="5269" y="5740"/>
                  </a:cubicBezTo>
                  <a:cubicBezTo>
                    <a:pt x="5423" y="5711"/>
                    <a:pt x="5524" y="5564"/>
                    <a:pt x="5494" y="5410"/>
                  </a:cubicBezTo>
                  <a:cubicBezTo>
                    <a:pt x="4901" y="2240"/>
                    <a:pt x="634" y="121"/>
                    <a:pt x="452" y="31"/>
                  </a:cubicBezTo>
                  <a:cubicBezTo>
                    <a:pt x="412" y="10"/>
                    <a:pt x="368" y="1"/>
                    <a:pt x="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981;p38">
              <a:extLst>
                <a:ext uri="{FF2B5EF4-FFF2-40B4-BE49-F238E27FC236}">
                  <a16:creationId xmlns:a16="http://schemas.microsoft.com/office/drawing/2014/main" id="{1AA9A04E-14A4-3CEB-7D26-CFC9BFC6F5CE}"/>
                </a:ext>
              </a:extLst>
            </p:cNvPr>
            <p:cNvSpPr/>
            <p:nvPr/>
          </p:nvSpPr>
          <p:spPr>
            <a:xfrm>
              <a:off x="4655275" y="2705725"/>
              <a:ext cx="171975" cy="50150"/>
            </a:xfrm>
            <a:custGeom>
              <a:avLst/>
              <a:gdLst/>
              <a:ahLst/>
              <a:cxnLst/>
              <a:rect l="l" t="t" r="r" b="b"/>
              <a:pathLst>
                <a:path w="6879" h="2006" extrusionOk="0">
                  <a:moveTo>
                    <a:pt x="6561" y="1"/>
                  </a:moveTo>
                  <a:cubicBezTo>
                    <a:pt x="6498" y="1"/>
                    <a:pt x="6434" y="22"/>
                    <a:pt x="6381" y="65"/>
                  </a:cubicBezTo>
                  <a:cubicBezTo>
                    <a:pt x="5343" y="945"/>
                    <a:pt x="1617" y="1356"/>
                    <a:pt x="268" y="1440"/>
                  </a:cubicBezTo>
                  <a:cubicBezTo>
                    <a:pt x="117" y="1450"/>
                    <a:pt x="0" y="1578"/>
                    <a:pt x="5" y="1731"/>
                  </a:cubicBezTo>
                  <a:cubicBezTo>
                    <a:pt x="9" y="1883"/>
                    <a:pt x="133" y="2003"/>
                    <a:pt x="285" y="2006"/>
                  </a:cubicBezTo>
                  <a:cubicBezTo>
                    <a:pt x="292" y="2006"/>
                    <a:pt x="297" y="2004"/>
                    <a:pt x="304" y="2004"/>
                  </a:cubicBezTo>
                  <a:cubicBezTo>
                    <a:pt x="509" y="1991"/>
                    <a:pt x="5353" y="1676"/>
                    <a:pt x="6748" y="497"/>
                  </a:cubicBezTo>
                  <a:cubicBezTo>
                    <a:pt x="6864" y="396"/>
                    <a:pt x="6878" y="219"/>
                    <a:pt x="6778" y="101"/>
                  </a:cubicBezTo>
                  <a:cubicBezTo>
                    <a:pt x="6722" y="35"/>
                    <a:pt x="6642" y="1"/>
                    <a:pt x="65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982;p38">
              <a:extLst>
                <a:ext uri="{FF2B5EF4-FFF2-40B4-BE49-F238E27FC236}">
                  <a16:creationId xmlns:a16="http://schemas.microsoft.com/office/drawing/2014/main" id="{33894357-4CFA-E1A8-F66E-5C32DFA1B5E0}"/>
                </a:ext>
              </a:extLst>
            </p:cNvPr>
            <p:cNvSpPr/>
            <p:nvPr/>
          </p:nvSpPr>
          <p:spPr>
            <a:xfrm>
              <a:off x="4616275" y="2610500"/>
              <a:ext cx="131400" cy="48675"/>
            </a:xfrm>
            <a:custGeom>
              <a:avLst/>
              <a:gdLst/>
              <a:ahLst/>
              <a:cxnLst/>
              <a:rect l="l" t="t" r="r" b="b"/>
              <a:pathLst>
                <a:path w="5256" h="1947" extrusionOk="0">
                  <a:moveTo>
                    <a:pt x="4933" y="0"/>
                  </a:moveTo>
                  <a:cubicBezTo>
                    <a:pt x="4828" y="0"/>
                    <a:pt x="4726" y="60"/>
                    <a:pt x="4679" y="162"/>
                  </a:cubicBezTo>
                  <a:cubicBezTo>
                    <a:pt x="4215" y="1135"/>
                    <a:pt x="3124" y="1376"/>
                    <a:pt x="2157" y="1376"/>
                  </a:cubicBezTo>
                  <a:cubicBezTo>
                    <a:pt x="1218" y="1376"/>
                    <a:pt x="396" y="1148"/>
                    <a:pt x="379" y="1143"/>
                  </a:cubicBezTo>
                  <a:cubicBezTo>
                    <a:pt x="357" y="1138"/>
                    <a:pt x="335" y="1136"/>
                    <a:pt x="314" y="1136"/>
                  </a:cubicBezTo>
                  <a:cubicBezTo>
                    <a:pt x="190" y="1136"/>
                    <a:pt x="77" y="1217"/>
                    <a:pt x="42" y="1341"/>
                  </a:cubicBezTo>
                  <a:cubicBezTo>
                    <a:pt x="1" y="1486"/>
                    <a:pt x="80" y="1639"/>
                    <a:pt x="224" y="1687"/>
                  </a:cubicBezTo>
                  <a:cubicBezTo>
                    <a:pt x="297" y="1707"/>
                    <a:pt x="1157" y="1946"/>
                    <a:pt x="2161" y="1946"/>
                  </a:cubicBezTo>
                  <a:cubicBezTo>
                    <a:pt x="3287" y="1946"/>
                    <a:pt x="4597" y="1646"/>
                    <a:pt x="5188" y="404"/>
                  </a:cubicBezTo>
                  <a:cubicBezTo>
                    <a:pt x="5256" y="263"/>
                    <a:pt x="5196" y="94"/>
                    <a:pt x="5055" y="28"/>
                  </a:cubicBezTo>
                  <a:cubicBezTo>
                    <a:pt x="5016" y="9"/>
                    <a:pt x="4974" y="0"/>
                    <a:pt x="49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983;p38">
              <a:extLst>
                <a:ext uri="{FF2B5EF4-FFF2-40B4-BE49-F238E27FC236}">
                  <a16:creationId xmlns:a16="http://schemas.microsoft.com/office/drawing/2014/main" id="{27146725-E64A-CE49-C356-6A5AD291B1F6}"/>
                </a:ext>
              </a:extLst>
            </p:cNvPr>
            <p:cNvSpPr/>
            <p:nvPr/>
          </p:nvSpPr>
          <p:spPr>
            <a:xfrm>
              <a:off x="4716300" y="2600225"/>
              <a:ext cx="54075" cy="29575"/>
            </a:xfrm>
            <a:custGeom>
              <a:avLst/>
              <a:gdLst/>
              <a:ahLst/>
              <a:cxnLst/>
              <a:rect l="l" t="t" r="r" b="b"/>
              <a:pathLst>
                <a:path w="2163" h="1183" extrusionOk="0">
                  <a:moveTo>
                    <a:pt x="320" y="0"/>
                  </a:moveTo>
                  <a:cubicBezTo>
                    <a:pt x="207" y="0"/>
                    <a:pt x="101" y="67"/>
                    <a:pt x="57" y="178"/>
                  </a:cubicBezTo>
                  <a:cubicBezTo>
                    <a:pt x="0" y="322"/>
                    <a:pt x="68" y="485"/>
                    <a:pt x="210" y="544"/>
                  </a:cubicBezTo>
                  <a:lnTo>
                    <a:pt x="1754" y="1162"/>
                  </a:lnTo>
                  <a:cubicBezTo>
                    <a:pt x="1787" y="1175"/>
                    <a:pt x="1823" y="1182"/>
                    <a:pt x="1859" y="1182"/>
                  </a:cubicBezTo>
                  <a:cubicBezTo>
                    <a:pt x="1994" y="1182"/>
                    <a:pt x="2111" y="1086"/>
                    <a:pt x="2136" y="953"/>
                  </a:cubicBezTo>
                  <a:cubicBezTo>
                    <a:pt x="2162" y="819"/>
                    <a:pt x="2089" y="687"/>
                    <a:pt x="1963" y="637"/>
                  </a:cubicBezTo>
                  <a:lnTo>
                    <a:pt x="420" y="18"/>
                  </a:lnTo>
                  <a:cubicBezTo>
                    <a:pt x="387" y="6"/>
                    <a:pt x="353" y="0"/>
                    <a:pt x="3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984;p38">
              <a:extLst>
                <a:ext uri="{FF2B5EF4-FFF2-40B4-BE49-F238E27FC236}">
                  <a16:creationId xmlns:a16="http://schemas.microsoft.com/office/drawing/2014/main" id="{F4840C9D-533C-F5F0-409A-E38EB11EF62B}"/>
                </a:ext>
              </a:extLst>
            </p:cNvPr>
            <p:cNvSpPr/>
            <p:nvPr/>
          </p:nvSpPr>
          <p:spPr>
            <a:xfrm>
              <a:off x="4572350" y="2527500"/>
              <a:ext cx="79800" cy="72050"/>
            </a:xfrm>
            <a:custGeom>
              <a:avLst/>
              <a:gdLst/>
              <a:ahLst/>
              <a:cxnLst/>
              <a:rect l="l" t="t" r="r" b="b"/>
              <a:pathLst>
                <a:path w="3192" h="2882" extrusionOk="0">
                  <a:moveTo>
                    <a:pt x="3191" y="0"/>
                  </a:moveTo>
                  <a:cubicBezTo>
                    <a:pt x="3191" y="1"/>
                    <a:pt x="0" y="411"/>
                    <a:pt x="0" y="927"/>
                  </a:cubicBezTo>
                  <a:cubicBezTo>
                    <a:pt x="0" y="1441"/>
                    <a:pt x="2059" y="2882"/>
                    <a:pt x="2059" y="2882"/>
                  </a:cubicBezTo>
                  <a:lnTo>
                    <a:pt x="3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985;p38">
              <a:extLst>
                <a:ext uri="{FF2B5EF4-FFF2-40B4-BE49-F238E27FC236}">
                  <a16:creationId xmlns:a16="http://schemas.microsoft.com/office/drawing/2014/main" id="{6A66C20D-1FBF-1FAC-B31D-BA7EAEFBC410}"/>
                </a:ext>
              </a:extLst>
            </p:cNvPr>
            <p:cNvSpPr/>
            <p:nvPr/>
          </p:nvSpPr>
          <p:spPr>
            <a:xfrm>
              <a:off x="4565250" y="2520400"/>
              <a:ext cx="94400" cy="86225"/>
            </a:xfrm>
            <a:custGeom>
              <a:avLst/>
              <a:gdLst/>
              <a:ahLst/>
              <a:cxnLst/>
              <a:rect l="l" t="t" r="r" b="b"/>
              <a:pathLst>
                <a:path w="3776" h="3449" extrusionOk="0">
                  <a:moveTo>
                    <a:pt x="3474" y="1"/>
                  </a:moveTo>
                  <a:cubicBezTo>
                    <a:pt x="3462" y="1"/>
                    <a:pt x="3450" y="1"/>
                    <a:pt x="3438" y="3"/>
                  </a:cubicBezTo>
                  <a:cubicBezTo>
                    <a:pt x="1" y="448"/>
                    <a:pt x="1" y="1021"/>
                    <a:pt x="1" y="1211"/>
                  </a:cubicBezTo>
                  <a:cubicBezTo>
                    <a:pt x="1" y="1787"/>
                    <a:pt x="1367" y="2828"/>
                    <a:pt x="2180" y="3397"/>
                  </a:cubicBezTo>
                  <a:cubicBezTo>
                    <a:pt x="2227" y="3431"/>
                    <a:pt x="2284" y="3448"/>
                    <a:pt x="2342" y="3448"/>
                  </a:cubicBezTo>
                  <a:lnTo>
                    <a:pt x="2342" y="3448"/>
                  </a:lnTo>
                  <a:cubicBezTo>
                    <a:pt x="2466" y="3448"/>
                    <a:pt x="2574" y="3369"/>
                    <a:pt x="2611" y="3251"/>
                  </a:cubicBezTo>
                  <a:cubicBezTo>
                    <a:pt x="2649" y="3133"/>
                    <a:pt x="2606" y="3005"/>
                    <a:pt x="2505" y="2934"/>
                  </a:cubicBezTo>
                  <a:cubicBezTo>
                    <a:pt x="1554" y="2268"/>
                    <a:pt x="708" y="1522"/>
                    <a:pt x="581" y="1252"/>
                  </a:cubicBezTo>
                  <a:cubicBezTo>
                    <a:pt x="873" y="1028"/>
                    <a:pt x="2290" y="722"/>
                    <a:pt x="3511" y="565"/>
                  </a:cubicBezTo>
                  <a:cubicBezTo>
                    <a:pt x="3666" y="544"/>
                    <a:pt x="3775" y="403"/>
                    <a:pt x="3755" y="248"/>
                  </a:cubicBezTo>
                  <a:cubicBezTo>
                    <a:pt x="3737" y="104"/>
                    <a:pt x="3614" y="1"/>
                    <a:pt x="3474" y="1"/>
                  </a:cubicBezTo>
                  <a:close/>
                  <a:moveTo>
                    <a:pt x="2342" y="3448"/>
                  </a:moveTo>
                  <a:cubicBezTo>
                    <a:pt x="2342" y="3448"/>
                    <a:pt x="2342" y="3448"/>
                    <a:pt x="2342" y="3448"/>
                  </a:cubicBezTo>
                  <a:lnTo>
                    <a:pt x="2343" y="3448"/>
                  </a:lnTo>
                  <a:cubicBezTo>
                    <a:pt x="2343" y="3448"/>
                    <a:pt x="2342" y="3448"/>
                    <a:pt x="2342" y="34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986;p38">
              <a:extLst>
                <a:ext uri="{FF2B5EF4-FFF2-40B4-BE49-F238E27FC236}">
                  <a16:creationId xmlns:a16="http://schemas.microsoft.com/office/drawing/2014/main" id="{69FC16B5-060C-47ED-49EE-52BA46298784}"/>
                </a:ext>
              </a:extLst>
            </p:cNvPr>
            <p:cNvSpPr/>
            <p:nvPr/>
          </p:nvSpPr>
          <p:spPr>
            <a:xfrm>
              <a:off x="4638400" y="2478975"/>
              <a:ext cx="27625" cy="40900"/>
            </a:xfrm>
            <a:custGeom>
              <a:avLst/>
              <a:gdLst/>
              <a:ahLst/>
              <a:cxnLst/>
              <a:rect l="l" t="t" r="r" b="b"/>
              <a:pathLst>
                <a:path w="1105" h="1636" extrusionOk="0">
                  <a:moveTo>
                    <a:pt x="750" y="1"/>
                  </a:moveTo>
                  <a:cubicBezTo>
                    <a:pt x="539" y="1"/>
                    <a:pt x="283" y="284"/>
                    <a:pt x="149" y="684"/>
                  </a:cubicBezTo>
                  <a:cubicBezTo>
                    <a:pt x="0" y="1129"/>
                    <a:pt x="60" y="1549"/>
                    <a:pt x="283" y="1624"/>
                  </a:cubicBezTo>
                  <a:cubicBezTo>
                    <a:pt x="306" y="1632"/>
                    <a:pt x="329" y="1635"/>
                    <a:pt x="353" y="1635"/>
                  </a:cubicBezTo>
                  <a:cubicBezTo>
                    <a:pt x="565" y="1635"/>
                    <a:pt x="821" y="1353"/>
                    <a:pt x="956" y="952"/>
                  </a:cubicBezTo>
                  <a:cubicBezTo>
                    <a:pt x="1105" y="508"/>
                    <a:pt x="1044" y="86"/>
                    <a:pt x="821" y="12"/>
                  </a:cubicBezTo>
                  <a:cubicBezTo>
                    <a:pt x="798" y="5"/>
                    <a:pt x="775" y="1"/>
                    <a:pt x="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987;p38">
              <a:extLst>
                <a:ext uri="{FF2B5EF4-FFF2-40B4-BE49-F238E27FC236}">
                  <a16:creationId xmlns:a16="http://schemas.microsoft.com/office/drawing/2014/main" id="{C4A39778-D50C-AA1E-7B1B-C6B5DC711D88}"/>
                </a:ext>
              </a:extLst>
            </p:cNvPr>
            <p:cNvSpPr/>
            <p:nvPr/>
          </p:nvSpPr>
          <p:spPr>
            <a:xfrm>
              <a:off x="4706025" y="2513300"/>
              <a:ext cx="27625" cy="40900"/>
            </a:xfrm>
            <a:custGeom>
              <a:avLst/>
              <a:gdLst/>
              <a:ahLst/>
              <a:cxnLst/>
              <a:rect l="l" t="t" r="r" b="b"/>
              <a:pathLst>
                <a:path w="1105" h="1636" extrusionOk="0">
                  <a:moveTo>
                    <a:pt x="751" y="1"/>
                  </a:moveTo>
                  <a:cubicBezTo>
                    <a:pt x="539" y="1"/>
                    <a:pt x="283" y="284"/>
                    <a:pt x="150" y="683"/>
                  </a:cubicBezTo>
                  <a:cubicBezTo>
                    <a:pt x="1" y="1128"/>
                    <a:pt x="62" y="1550"/>
                    <a:pt x="283" y="1624"/>
                  </a:cubicBezTo>
                  <a:cubicBezTo>
                    <a:pt x="306" y="1631"/>
                    <a:pt x="330" y="1635"/>
                    <a:pt x="354" y="1635"/>
                  </a:cubicBezTo>
                  <a:cubicBezTo>
                    <a:pt x="566" y="1635"/>
                    <a:pt x="822" y="1352"/>
                    <a:pt x="956" y="952"/>
                  </a:cubicBezTo>
                  <a:cubicBezTo>
                    <a:pt x="1105" y="508"/>
                    <a:pt x="1045" y="86"/>
                    <a:pt x="822" y="12"/>
                  </a:cubicBezTo>
                  <a:cubicBezTo>
                    <a:pt x="799" y="4"/>
                    <a:pt x="776" y="1"/>
                    <a:pt x="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988;p38">
              <a:extLst>
                <a:ext uri="{FF2B5EF4-FFF2-40B4-BE49-F238E27FC236}">
                  <a16:creationId xmlns:a16="http://schemas.microsoft.com/office/drawing/2014/main" id="{A17550FC-ABD1-B63A-A352-4108FB907008}"/>
                </a:ext>
              </a:extLst>
            </p:cNvPr>
            <p:cNvSpPr/>
            <p:nvPr/>
          </p:nvSpPr>
          <p:spPr>
            <a:xfrm>
              <a:off x="4733625" y="2464000"/>
              <a:ext cx="39000" cy="56675"/>
            </a:xfrm>
            <a:custGeom>
              <a:avLst/>
              <a:gdLst/>
              <a:ahLst/>
              <a:cxnLst/>
              <a:rect l="l" t="t" r="r" b="b"/>
              <a:pathLst>
                <a:path w="1560" h="2267" extrusionOk="0">
                  <a:moveTo>
                    <a:pt x="1" y="0"/>
                  </a:moveTo>
                  <a:lnTo>
                    <a:pt x="1418" y="2267"/>
                  </a:lnTo>
                  <a:cubicBezTo>
                    <a:pt x="1559" y="14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989;p38">
              <a:extLst>
                <a:ext uri="{FF2B5EF4-FFF2-40B4-BE49-F238E27FC236}">
                  <a16:creationId xmlns:a16="http://schemas.microsoft.com/office/drawing/2014/main" id="{16247C03-3B34-1F96-C97D-47A514B164EE}"/>
                </a:ext>
              </a:extLst>
            </p:cNvPr>
            <p:cNvSpPr/>
            <p:nvPr/>
          </p:nvSpPr>
          <p:spPr>
            <a:xfrm>
              <a:off x="4724650" y="2456925"/>
              <a:ext cx="55425" cy="70825"/>
            </a:xfrm>
            <a:custGeom>
              <a:avLst/>
              <a:gdLst/>
              <a:ahLst/>
              <a:cxnLst/>
              <a:rect l="l" t="t" r="r" b="b"/>
              <a:pathLst>
                <a:path w="2217" h="2833" extrusionOk="0">
                  <a:moveTo>
                    <a:pt x="358" y="1"/>
                  </a:moveTo>
                  <a:cubicBezTo>
                    <a:pt x="141" y="1"/>
                    <a:pt x="1" y="243"/>
                    <a:pt x="120" y="433"/>
                  </a:cubicBezTo>
                  <a:lnTo>
                    <a:pt x="1538" y="2700"/>
                  </a:lnTo>
                  <a:cubicBezTo>
                    <a:pt x="1589" y="2782"/>
                    <a:pt x="1679" y="2832"/>
                    <a:pt x="1777" y="2832"/>
                  </a:cubicBezTo>
                  <a:lnTo>
                    <a:pt x="1777" y="2832"/>
                  </a:lnTo>
                  <a:cubicBezTo>
                    <a:pt x="1925" y="2832"/>
                    <a:pt x="2048" y="2717"/>
                    <a:pt x="2059" y="2568"/>
                  </a:cubicBezTo>
                  <a:cubicBezTo>
                    <a:pt x="2216" y="197"/>
                    <a:pt x="403" y="4"/>
                    <a:pt x="385" y="2"/>
                  </a:cubicBezTo>
                  <a:cubicBezTo>
                    <a:pt x="376" y="1"/>
                    <a:pt x="367" y="1"/>
                    <a:pt x="358" y="1"/>
                  </a:cubicBezTo>
                  <a:close/>
                  <a:moveTo>
                    <a:pt x="1777" y="2832"/>
                  </a:moveTo>
                  <a:cubicBezTo>
                    <a:pt x="1776" y="2832"/>
                    <a:pt x="1776" y="2832"/>
                    <a:pt x="1776" y="2832"/>
                  </a:cubicBezTo>
                  <a:lnTo>
                    <a:pt x="1777" y="2832"/>
                  </a:lnTo>
                  <a:cubicBezTo>
                    <a:pt x="1777" y="2832"/>
                    <a:pt x="1777" y="2832"/>
                    <a:pt x="1777" y="2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990;p38">
              <a:extLst>
                <a:ext uri="{FF2B5EF4-FFF2-40B4-BE49-F238E27FC236}">
                  <a16:creationId xmlns:a16="http://schemas.microsoft.com/office/drawing/2014/main" id="{AF6ED6E7-47EB-BBA1-941A-311ED8A465AE}"/>
                </a:ext>
              </a:extLst>
            </p:cNvPr>
            <p:cNvSpPr/>
            <p:nvPr/>
          </p:nvSpPr>
          <p:spPr>
            <a:xfrm>
              <a:off x="4648650" y="2429275"/>
              <a:ext cx="49600" cy="20600"/>
            </a:xfrm>
            <a:custGeom>
              <a:avLst/>
              <a:gdLst/>
              <a:ahLst/>
              <a:cxnLst/>
              <a:rect l="l" t="t" r="r" b="b"/>
              <a:pathLst>
                <a:path w="1984" h="824" extrusionOk="0">
                  <a:moveTo>
                    <a:pt x="1206" y="0"/>
                  </a:moveTo>
                  <a:cubicBezTo>
                    <a:pt x="877" y="0"/>
                    <a:pt x="462" y="188"/>
                    <a:pt x="0" y="823"/>
                  </a:cubicBezTo>
                  <a:lnTo>
                    <a:pt x="1984" y="398"/>
                  </a:lnTo>
                  <a:cubicBezTo>
                    <a:pt x="1984" y="398"/>
                    <a:pt x="1685" y="0"/>
                    <a:pt x="12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991;p38">
              <a:extLst>
                <a:ext uri="{FF2B5EF4-FFF2-40B4-BE49-F238E27FC236}">
                  <a16:creationId xmlns:a16="http://schemas.microsoft.com/office/drawing/2014/main" id="{9A29B643-F000-3E8E-D8A0-F940A5AA3666}"/>
                </a:ext>
              </a:extLst>
            </p:cNvPr>
            <p:cNvSpPr/>
            <p:nvPr/>
          </p:nvSpPr>
          <p:spPr>
            <a:xfrm>
              <a:off x="4639550" y="2422200"/>
              <a:ext cx="67475" cy="34725"/>
            </a:xfrm>
            <a:custGeom>
              <a:avLst/>
              <a:gdLst/>
              <a:ahLst/>
              <a:cxnLst/>
              <a:rect l="l" t="t" r="r" b="b"/>
              <a:pathLst>
                <a:path w="2699" h="1389" extrusionOk="0">
                  <a:moveTo>
                    <a:pt x="1529" y="567"/>
                  </a:moveTo>
                  <a:lnTo>
                    <a:pt x="1355" y="604"/>
                  </a:lnTo>
                  <a:cubicBezTo>
                    <a:pt x="1411" y="585"/>
                    <a:pt x="1470" y="573"/>
                    <a:pt x="1529" y="567"/>
                  </a:cubicBezTo>
                  <a:close/>
                  <a:moveTo>
                    <a:pt x="1562" y="1"/>
                  </a:moveTo>
                  <a:cubicBezTo>
                    <a:pt x="1066" y="4"/>
                    <a:pt x="587" y="320"/>
                    <a:pt x="136" y="940"/>
                  </a:cubicBezTo>
                  <a:cubicBezTo>
                    <a:pt x="0" y="1127"/>
                    <a:pt x="134" y="1389"/>
                    <a:pt x="364" y="1389"/>
                  </a:cubicBezTo>
                  <a:cubicBezTo>
                    <a:pt x="385" y="1389"/>
                    <a:pt x="404" y="1387"/>
                    <a:pt x="424" y="1382"/>
                  </a:cubicBezTo>
                  <a:lnTo>
                    <a:pt x="2408" y="957"/>
                  </a:lnTo>
                  <a:cubicBezTo>
                    <a:pt x="2610" y="915"/>
                    <a:pt x="2699" y="677"/>
                    <a:pt x="2575" y="512"/>
                  </a:cubicBezTo>
                  <a:cubicBezTo>
                    <a:pt x="2559" y="491"/>
                    <a:pt x="2185" y="1"/>
                    <a:pt x="1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992;p38">
              <a:extLst>
                <a:ext uri="{FF2B5EF4-FFF2-40B4-BE49-F238E27FC236}">
                  <a16:creationId xmlns:a16="http://schemas.microsoft.com/office/drawing/2014/main" id="{562DE9CB-7B04-E98F-9084-934D37139AE4}"/>
                </a:ext>
              </a:extLst>
            </p:cNvPr>
            <p:cNvSpPr/>
            <p:nvPr/>
          </p:nvSpPr>
          <p:spPr>
            <a:xfrm>
              <a:off x="3243525" y="1029425"/>
              <a:ext cx="744700" cy="1174425"/>
            </a:xfrm>
            <a:custGeom>
              <a:avLst/>
              <a:gdLst/>
              <a:ahLst/>
              <a:cxnLst/>
              <a:rect l="l" t="t" r="r" b="b"/>
              <a:pathLst>
                <a:path w="29788" h="46977" extrusionOk="0">
                  <a:moveTo>
                    <a:pt x="14894" y="1"/>
                  </a:moveTo>
                  <a:lnTo>
                    <a:pt x="0" y="18750"/>
                  </a:lnTo>
                  <a:lnTo>
                    <a:pt x="5827" y="18750"/>
                  </a:lnTo>
                  <a:lnTo>
                    <a:pt x="5827" y="46977"/>
                  </a:lnTo>
                  <a:lnTo>
                    <a:pt x="23962" y="46977"/>
                  </a:lnTo>
                  <a:lnTo>
                    <a:pt x="23962" y="18750"/>
                  </a:lnTo>
                  <a:lnTo>
                    <a:pt x="29788" y="18750"/>
                  </a:lnTo>
                  <a:lnTo>
                    <a:pt x="1489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993;p38">
              <a:extLst>
                <a:ext uri="{FF2B5EF4-FFF2-40B4-BE49-F238E27FC236}">
                  <a16:creationId xmlns:a16="http://schemas.microsoft.com/office/drawing/2014/main" id="{EB813225-4504-66DA-4E22-258DED14385E}"/>
                </a:ext>
              </a:extLst>
            </p:cNvPr>
            <p:cNvSpPr/>
            <p:nvPr/>
          </p:nvSpPr>
          <p:spPr>
            <a:xfrm>
              <a:off x="3234300" y="1022500"/>
              <a:ext cx="763150" cy="1188425"/>
            </a:xfrm>
            <a:custGeom>
              <a:avLst/>
              <a:gdLst/>
              <a:ahLst/>
              <a:cxnLst/>
              <a:rect l="l" t="t" r="r" b="b"/>
              <a:pathLst>
                <a:path w="30526" h="47537" extrusionOk="0">
                  <a:moveTo>
                    <a:pt x="15263" y="732"/>
                  </a:moveTo>
                  <a:lnTo>
                    <a:pt x="29571" y="18744"/>
                  </a:lnTo>
                  <a:lnTo>
                    <a:pt x="24331" y="18744"/>
                  </a:lnTo>
                  <a:cubicBezTo>
                    <a:pt x="24331" y="18744"/>
                    <a:pt x="24330" y="18744"/>
                    <a:pt x="24329" y="18744"/>
                  </a:cubicBezTo>
                  <a:cubicBezTo>
                    <a:pt x="24175" y="18744"/>
                    <a:pt x="24049" y="18871"/>
                    <a:pt x="24049" y="19027"/>
                  </a:cubicBezTo>
                  <a:lnTo>
                    <a:pt x="24049" y="46971"/>
                  </a:lnTo>
                  <a:lnTo>
                    <a:pt x="6478" y="46971"/>
                  </a:lnTo>
                  <a:lnTo>
                    <a:pt x="6478" y="19027"/>
                  </a:lnTo>
                  <a:cubicBezTo>
                    <a:pt x="6478" y="18871"/>
                    <a:pt x="6352" y="18744"/>
                    <a:pt x="6198" y="18744"/>
                  </a:cubicBezTo>
                  <a:cubicBezTo>
                    <a:pt x="6197" y="18744"/>
                    <a:pt x="6196" y="18744"/>
                    <a:pt x="6196" y="18744"/>
                  </a:cubicBezTo>
                  <a:lnTo>
                    <a:pt x="955" y="18744"/>
                  </a:lnTo>
                  <a:lnTo>
                    <a:pt x="15263" y="732"/>
                  </a:lnTo>
                  <a:close/>
                  <a:moveTo>
                    <a:pt x="15263" y="1"/>
                  </a:moveTo>
                  <a:cubicBezTo>
                    <a:pt x="15180" y="1"/>
                    <a:pt x="15096" y="35"/>
                    <a:pt x="15042" y="102"/>
                  </a:cubicBezTo>
                  <a:lnTo>
                    <a:pt x="148" y="18850"/>
                  </a:lnTo>
                  <a:cubicBezTo>
                    <a:pt x="1" y="19035"/>
                    <a:pt x="133" y="19309"/>
                    <a:pt x="370" y="19309"/>
                  </a:cubicBezTo>
                  <a:lnTo>
                    <a:pt x="5913" y="19309"/>
                  </a:lnTo>
                  <a:lnTo>
                    <a:pt x="5913" y="47254"/>
                  </a:lnTo>
                  <a:cubicBezTo>
                    <a:pt x="5912" y="47410"/>
                    <a:pt x="6039" y="47536"/>
                    <a:pt x="6196" y="47536"/>
                  </a:cubicBezTo>
                  <a:lnTo>
                    <a:pt x="24331" y="47536"/>
                  </a:lnTo>
                  <a:cubicBezTo>
                    <a:pt x="24488" y="47536"/>
                    <a:pt x="24615" y="47410"/>
                    <a:pt x="24615" y="47254"/>
                  </a:cubicBezTo>
                  <a:lnTo>
                    <a:pt x="24615" y="19309"/>
                  </a:lnTo>
                  <a:lnTo>
                    <a:pt x="30157" y="19309"/>
                  </a:lnTo>
                  <a:cubicBezTo>
                    <a:pt x="30394" y="19309"/>
                    <a:pt x="30525" y="19035"/>
                    <a:pt x="30379" y="18850"/>
                  </a:cubicBezTo>
                  <a:lnTo>
                    <a:pt x="15485" y="102"/>
                  </a:lnTo>
                  <a:cubicBezTo>
                    <a:pt x="15431" y="35"/>
                    <a:pt x="15347" y="1"/>
                    <a:pt x="15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994;p38">
              <a:extLst>
                <a:ext uri="{FF2B5EF4-FFF2-40B4-BE49-F238E27FC236}">
                  <a16:creationId xmlns:a16="http://schemas.microsoft.com/office/drawing/2014/main" id="{848076F9-7DF6-3420-55E7-CA819C1C3004}"/>
                </a:ext>
              </a:extLst>
            </p:cNvPr>
            <p:cNvSpPr/>
            <p:nvPr/>
          </p:nvSpPr>
          <p:spPr>
            <a:xfrm>
              <a:off x="3243525" y="999075"/>
              <a:ext cx="744700" cy="1174425"/>
            </a:xfrm>
            <a:custGeom>
              <a:avLst/>
              <a:gdLst/>
              <a:ahLst/>
              <a:cxnLst/>
              <a:rect l="l" t="t" r="r" b="b"/>
              <a:pathLst>
                <a:path w="29788" h="46977" extrusionOk="0">
                  <a:moveTo>
                    <a:pt x="14894" y="1"/>
                  </a:moveTo>
                  <a:lnTo>
                    <a:pt x="0" y="18749"/>
                  </a:lnTo>
                  <a:lnTo>
                    <a:pt x="5827" y="18749"/>
                  </a:lnTo>
                  <a:lnTo>
                    <a:pt x="5827" y="46977"/>
                  </a:lnTo>
                  <a:lnTo>
                    <a:pt x="23962" y="46977"/>
                  </a:lnTo>
                  <a:lnTo>
                    <a:pt x="23962" y="18749"/>
                  </a:lnTo>
                  <a:lnTo>
                    <a:pt x="29788" y="18749"/>
                  </a:lnTo>
                  <a:lnTo>
                    <a:pt x="148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995;p38">
              <a:extLst>
                <a:ext uri="{FF2B5EF4-FFF2-40B4-BE49-F238E27FC236}">
                  <a16:creationId xmlns:a16="http://schemas.microsoft.com/office/drawing/2014/main" id="{FA46C827-EB32-D89B-D9F0-EC8D1AE613EF}"/>
                </a:ext>
              </a:extLst>
            </p:cNvPr>
            <p:cNvSpPr/>
            <p:nvPr/>
          </p:nvSpPr>
          <p:spPr>
            <a:xfrm>
              <a:off x="3234300" y="992150"/>
              <a:ext cx="763150" cy="1188450"/>
            </a:xfrm>
            <a:custGeom>
              <a:avLst/>
              <a:gdLst/>
              <a:ahLst/>
              <a:cxnLst/>
              <a:rect l="l" t="t" r="r" b="b"/>
              <a:pathLst>
                <a:path w="30526" h="47538" extrusionOk="0">
                  <a:moveTo>
                    <a:pt x="15263" y="732"/>
                  </a:moveTo>
                  <a:lnTo>
                    <a:pt x="29571" y="18744"/>
                  </a:lnTo>
                  <a:lnTo>
                    <a:pt x="24331" y="18744"/>
                  </a:lnTo>
                  <a:cubicBezTo>
                    <a:pt x="24331" y="18744"/>
                    <a:pt x="24330" y="18744"/>
                    <a:pt x="24329" y="18744"/>
                  </a:cubicBezTo>
                  <a:cubicBezTo>
                    <a:pt x="24175" y="18744"/>
                    <a:pt x="24049" y="18871"/>
                    <a:pt x="24049" y="19026"/>
                  </a:cubicBezTo>
                  <a:lnTo>
                    <a:pt x="24049" y="46971"/>
                  </a:lnTo>
                  <a:lnTo>
                    <a:pt x="6478" y="46971"/>
                  </a:lnTo>
                  <a:lnTo>
                    <a:pt x="6478" y="19026"/>
                  </a:lnTo>
                  <a:cubicBezTo>
                    <a:pt x="6478" y="18870"/>
                    <a:pt x="6351" y="18744"/>
                    <a:pt x="6196" y="18744"/>
                  </a:cubicBezTo>
                  <a:lnTo>
                    <a:pt x="955" y="18744"/>
                  </a:lnTo>
                  <a:lnTo>
                    <a:pt x="15263" y="732"/>
                  </a:lnTo>
                  <a:close/>
                  <a:moveTo>
                    <a:pt x="15263" y="1"/>
                  </a:moveTo>
                  <a:cubicBezTo>
                    <a:pt x="15180" y="1"/>
                    <a:pt x="15096" y="34"/>
                    <a:pt x="15042" y="102"/>
                  </a:cubicBezTo>
                  <a:lnTo>
                    <a:pt x="148" y="18850"/>
                  </a:lnTo>
                  <a:cubicBezTo>
                    <a:pt x="1" y="19036"/>
                    <a:pt x="133" y="19309"/>
                    <a:pt x="370" y="19309"/>
                  </a:cubicBezTo>
                  <a:lnTo>
                    <a:pt x="5913" y="19309"/>
                  </a:lnTo>
                  <a:lnTo>
                    <a:pt x="5913" y="47254"/>
                  </a:lnTo>
                  <a:cubicBezTo>
                    <a:pt x="5912" y="47410"/>
                    <a:pt x="6039" y="47537"/>
                    <a:pt x="6196" y="47537"/>
                  </a:cubicBezTo>
                  <a:lnTo>
                    <a:pt x="24331" y="47537"/>
                  </a:lnTo>
                  <a:cubicBezTo>
                    <a:pt x="24488" y="47537"/>
                    <a:pt x="24615" y="47410"/>
                    <a:pt x="24615" y="47254"/>
                  </a:cubicBezTo>
                  <a:lnTo>
                    <a:pt x="24615" y="19309"/>
                  </a:lnTo>
                  <a:lnTo>
                    <a:pt x="30157" y="19309"/>
                  </a:lnTo>
                  <a:cubicBezTo>
                    <a:pt x="30394" y="19309"/>
                    <a:pt x="30525" y="19036"/>
                    <a:pt x="30379" y="18850"/>
                  </a:cubicBezTo>
                  <a:lnTo>
                    <a:pt x="15485" y="102"/>
                  </a:lnTo>
                  <a:cubicBezTo>
                    <a:pt x="15431" y="34"/>
                    <a:pt x="15347" y="1"/>
                    <a:pt x="15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996;p38">
              <a:extLst>
                <a:ext uri="{FF2B5EF4-FFF2-40B4-BE49-F238E27FC236}">
                  <a16:creationId xmlns:a16="http://schemas.microsoft.com/office/drawing/2014/main" id="{0C3BA9F4-2269-0513-9F18-3B3EAA760F01}"/>
                </a:ext>
              </a:extLst>
            </p:cNvPr>
            <p:cNvSpPr/>
            <p:nvPr/>
          </p:nvSpPr>
          <p:spPr>
            <a:xfrm>
              <a:off x="2827675" y="2093775"/>
              <a:ext cx="1514525" cy="1514525"/>
            </a:xfrm>
            <a:custGeom>
              <a:avLst/>
              <a:gdLst/>
              <a:ahLst/>
              <a:cxnLst/>
              <a:rect l="l" t="t" r="r" b="b"/>
              <a:pathLst>
                <a:path w="60581" h="60581" extrusionOk="0">
                  <a:moveTo>
                    <a:pt x="1" y="1"/>
                  </a:moveTo>
                  <a:lnTo>
                    <a:pt x="1" y="60581"/>
                  </a:lnTo>
                  <a:lnTo>
                    <a:pt x="60580" y="60581"/>
                  </a:lnTo>
                  <a:lnTo>
                    <a:pt x="605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997;p38">
              <a:extLst>
                <a:ext uri="{FF2B5EF4-FFF2-40B4-BE49-F238E27FC236}">
                  <a16:creationId xmlns:a16="http://schemas.microsoft.com/office/drawing/2014/main" id="{A9975AF8-0FB0-F413-6038-BB36EFBB0A2B}"/>
                </a:ext>
              </a:extLst>
            </p:cNvPr>
            <p:cNvSpPr/>
            <p:nvPr/>
          </p:nvSpPr>
          <p:spPr>
            <a:xfrm>
              <a:off x="2820625" y="2086725"/>
              <a:ext cx="1528625" cy="1528650"/>
            </a:xfrm>
            <a:custGeom>
              <a:avLst/>
              <a:gdLst/>
              <a:ahLst/>
              <a:cxnLst/>
              <a:rect l="l" t="t" r="r" b="b"/>
              <a:pathLst>
                <a:path w="61145" h="61146" extrusionOk="0">
                  <a:moveTo>
                    <a:pt x="60579" y="565"/>
                  </a:moveTo>
                  <a:lnTo>
                    <a:pt x="60579" y="60580"/>
                  </a:lnTo>
                  <a:lnTo>
                    <a:pt x="565" y="60580"/>
                  </a:lnTo>
                  <a:lnTo>
                    <a:pt x="565" y="565"/>
                  </a:lnTo>
                  <a:close/>
                  <a:moveTo>
                    <a:pt x="283" y="0"/>
                  </a:moveTo>
                  <a:cubicBezTo>
                    <a:pt x="126" y="0"/>
                    <a:pt x="0" y="127"/>
                    <a:pt x="0" y="283"/>
                  </a:cubicBezTo>
                  <a:lnTo>
                    <a:pt x="0" y="60863"/>
                  </a:lnTo>
                  <a:cubicBezTo>
                    <a:pt x="0" y="61019"/>
                    <a:pt x="126" y="61145"/>
                    <a:pt x="283" y="61145"/>
                  </a:cubicBezTo>
                  <a:lnTo>
                    <a:pt x="60862" y="61145"/>
                  </a:lnTo>
                  <a:cubicBezTo>
                    <a:pt x="61018" y="61145"/>
                    <a:pt x="61145" y="61019"/>
                    <a:pt x="61145" y="60863"/>
                  </a:cubicBezTo>
                  <a:lnTo>
                    <a:pt x="61145" y="283"/>
                  </a:lnTo>
                  <a:cubicBezTo>
                    <a:pt x="61145" y="127"/>
                    <a:pt x="61018" y="0"/>
                    <a:pt x="60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998;p38">
              <a:extLst>
                <a:ext uri="{FF2B5EF4-FFF2-40B4-BE49-F238E27FC236}">
                  <a16:creationId xmlns:a16="http://schemas.microsoft.com/office/drawing/2014/main" id="{4861A08E-4F74-95DF-46D1-D4AC30A51B6D}"/>
                </a:ext>
              </a:extLst>
            </p:cNvPr>
            <p:cNvSpPr/>
            <p:nvPr/>
          </p:nvSpPr>
          <p:spPr>
            <a:xfrm>
              <a:off x="2898100" y="2164225"/>
              <a:ext cx="1373650" cy="1373625"/>
            </a:xfrm>
            <a:custGeom>
              <a:avLst/>
              <a:gdLst/>
              <a:ahLst/>
              <a:cxnLst/>
              <a:rect l="l" t="t" r="r" b="b"/>
              <a:pathLst>
                <a:path w="54946" h="54945" extrusionOk="0">
                  <a:moveTo>
                    <a:pt x="1" y="0"/>
                  </a:moveTo>
                  <a:lnTo>
                    <a:pt x="1" y="54945"/>
                  </a:lnTo>
                  <a:lnTo>
                    <a:pt x="54945" y="54945"/>
                  </a:lnTo>
                  <a:lnTo>
                    <a:pt x="54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999;p38">
              <a:extLst>
                <a:ext uri="{FF2B5EF4-FFF2-40B4-BE49-F238E27FC236}">
                  <a16:creationId xmlns:a16="http://schemas.microsoft.com/office/drawing/2014/main" id="{91BC0104-1008-7A9A-D798-5627B0980C81}"/>
                </a:ext>
              </a:extLst>
            </p:cNvPr>
            <p:cNvSpPr/>
            <p:nvPr/>
          </p:nvSpPr>
          <p:spPr>
            <a:xfrm>
              <a:off x="2891050" y="2157150"/>
              <a:ext cx="1387775" cy="1387800"/>
            </a:xfrm>
            <a:custGeom>
              <a:avLst/>
              <a:gdLst/>
              <a:ahLst/>
              <a:cxnLst/>
              <a:rect l="l" t="t" r="r" b="b"/>
              <a:pathLst>
                <a:path w="55511" h="55512" extrusionOk="0">
                  <a:moveTo>
                    <a:pt x="54945" y="567"/>
                  </a:moveTo>
                  <a:lnTo>
                    <a:pt x="54945" y="54945"/>
                  </a:lnTo>
                  <a:lnTo>
                    <a:pt x="566" y="54945"/>
                  </a:lnTo>
                  <a:lnTo>
                    <a:pt x="566" y="567"/>
                  </a:lnTo>
                  <a:close/>
                  <a:moveTo>
                    <a:pt x="283" y="0"/>
                  </a:moveTo>
                  <a:cubicBezTo>
                    <a:pt x="127" y="0"/>
                    <a:pt x="0" y="128"/>
                    <a:pt x="0" y="284"/>
                  </a:cubicBezTo>
                  <a:lnTo>
                    <a:pt x="0" y="55229"/>
                  </a:lnTo>
                  <a:cubicBezTo>
                    <a:pt x="0" y="55385"/>
                    <a:pt x="127" y="55511"/>
                    <a:pt x="283" y="55511"/>
                  </a:cubicBezTo>
                  <a:lnTo>
                    <a:pt x="55227" y="55511"/>
                  </a:lnTo>
                  <a:cubicBezTo>
                    <a:pt x="55384" y="55511"/>
                    <a:pt x="55511" y="55384"/>
                    <a:pt x="55511" y="55228"/>
                  </a:cubicBezTo>
                  <a:lnTo>
                    <a:pt x="55511" y="284"/>
                  </a:lnTo>
                  <a:cubicBezTo>
                    <a:pt x="55511" y="128"/>
                    <a:pt x="55384" y="0"/>
                    <a:pt x="552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000;p38">
              <a:extLst>
                <a:ext uri="{FF2B5EF4-FFF2-40B4-BE49-F238E27FC236}">
                  <a16:creationId xmlns:a16="http://schemas.microsoft.com/office/drawing/2014/main" id="{C8C4FE01-1BA5-03C4-2FA9-47EE1F7E0B48}"/>
                </a:ext>
              </a:extLst>
            </p:cNvPr>
            <p:cNvSpPr/>
            <p:nvPr/>
          </p:nvSpPr>
          <p:spPr>
            <a:xfrm>
              <a:off x="2898100" y="2600550"/>
              <a:ext cx="1373650" cy="937325"/>
            </a:xfrm>
            <a:custGeom>
              <a:avLst/>
              <a:gdLst/>
              <a:ahLst/>
              <a:cxnLst/>
              <a:rect l="l" t="t" r="r" b="b"/>
              <a:pathLst>
                <a:path w="54946" h="37493" extrusionOk="0">
                  <a:moveTo>
                    <a:pt x="44644" y="0"/>
                  </a:moveTo>
                  <a:cubicBezTo>
                    <a:pt x="43756" y="0"/>
                    <a:pt x="42867" y="348"/>
                    <a:pt x="42201" y="1044"/>
                  </a:cubicBezTo>
                  <a:lnTo>
                    <a:pt x="29390" y="14439"/>
                  </a:lnTo>
                  <a:lnTo>
                    <a:pt x="19409" y="11645"/>
                  </a:lnTo>
                  <a:cubicBezTo>
                    <a:pt x="19109" y="11560"/>
                    <a:pt x="18801" y="11519"/>
                    <a:pt x="18496" y="11519"/>
                  </a:cubicBezTo>
                  <a:cubicBezTo>
                    <a:pt x="17791" y="11519"/>
                    <a:pt x="17095" y="11740"/>
                    <a:pt x="16511" y="12163"/>
                  </a:cubicBezTo>
                  <a:lnTo>
                    <a:pt x="1" y="24137"/>
                  </a:lnTo>
                  <a:lnTo>
                    <a:pt x="1" y="37493"/>
                  </a:lnTo>
                  <a:lnTo>
                    <a:pt x="54945" y="37493"/>
                  </a:lnTo>
                  <a:lnTo>
                    <a:pt x="54945" y="9238"/>
                  </a:lnTo>
                  <a:lnTo>
                    <a:pt x="47086" y="1042"/>
                  </a:lnTo>
                  <a:cubicBezTo>
                    <a:pt x="46420" y="348"/>
                    <a:pt x="45532" y="0"/>
                    <a:pt x="44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001;p38">
              <a:extLst>
                <a:ext uri="{FF2B5EF4-FFF2-40B4-BE49-F238E27FC236}">
                  <a16:creationId xmlns:a16="http://schemas.microsoft.com/office/drawing/2014/main" id="{E9E138AD-37A7-F409-C4D9-9891A6862055}"/>
                </a:ext>
              </a:extLst>
            </p:cNvPr>
            <p:cNvSpPr/>
            <p:nvPr/>
          </p:nvSpPr>
          <p:spPr>
            <a:xfrm>
              <a:off x="2891050" y="2593475"/>
              <a:ext cx="1387775" cy="951475"/>
            </a:xfrm>
            <a:custGeom>
              <a:avLst/>
              <a:gdLst/>
              <a:ahLst/>
              <a:cxnLst/>
              <a:rect l="l" t="t" r="r" b="b"/>
              <a:pathLst>
                <a:path w="55511" h="38059" extrusionOk="0">
                  <a:moveTo>
                    <a:pt x="44939" y="567"/>
                  </a:moveTo>
                  <a:cubicBezTo>
                    <a:pt x="45779" y="567"/>
                    <a:pt x="46583" y="911"/>
                    <a:pt x="47163" y="1521"/>
                  </a:cubicBezTo>
                  <a:lnTo>
                    <a:pt x="54945" y="9636"/>
                  </a:lnTo>
                  <a:lnTo>
                    <a:pt x="54945" y="37492"/>
                  </a:lnTo>
                  <a:lnTo>
                    <a:pt x="566" y="37492"/>
                  </a:lnTo>
                  <a:lnTo>
                    <a:pt x="566" y="24565"/>
                  </a:lnTo>
                  <a:lnTo>
                    <a:pt x="16959" y="12676"/>
                  </a:lnTo>
                  <a:cubicBezTo>
                    <a:pt x="17492" y="12286"/>
                    <a:pt x="18129" y="12083"/>
                    <a:pt x="18775" y="12083"/>
                  </a:cubicBezTo>
                  <a:cubicBezTo>
                    <a:pt x="19056" y="12083"/>
                    <a:pt x="19338" y="12121"/>
                    <a:pt x="19614" y="12199"/>
                  </a:cubicBezTo>
                  <a:lnTo>
                    <a:pt x="29595" y="14995"/>
                  </a:lnTo>
                  <a:cubicBezTo>
                    <a:pt x="29620" y="15002"/>
                    <a:pt x="29645" y="15005"/>
                    <a:pt x="29670" y="15005"/>
                  </a:cubicBezTo>
                  <a:cubicBezTo>
                    <a:pt x="29747" y="15005"/>
                    <a:pt x="29821" y="14974"/>
                    <a:pt x="29876" y="14918"/>
                  </a:cubicBezTo>
                  <a:lnTo>
                    <a:pt x="42687" y="1523"/>
                  </a:lnTo>
                  <a:cubicBezTo>
                    <a:pt x="43267" y="913"/>
                    <a:pt x="44072" y="567"/>
                    <a:pt x="44913" y="567"/>
                  </a:cubicBezTo>
                  <a:cubicBezTo>
                    <a:pt x="44917" y="567"/>
                    <a:pt x="44921" y="567"/>
                    <a:pt x="44925" y="567"/>
                  </a:cubicBezTo>
                  <a:lnTo>
                    <a:pt x="44927" y="567"/>
                  </a:lnTo>
                  <a:cubicBezTo>
                    <a:pt x="44931" y="567"/>
                    <a:pt x="44935" y="567"/>
                    <a:pt x="44939" y="567"/>
                  </a:cubicBezTo>
                  <a:close/>
                  <a:moveTo>
                    <a:pt x="44913" y="0"/>
                  </a:moveTo>
                  <a:cubicBezTo>
                    <a:pt x="43917" y="0"/>
                    <a:pt x="42965" y="410"/>
                    <a:pt x="42278" y="1132"/>
                  </a:cubicBezTo>
                  <a:lnTo>
                    <a:pt x="29585" y="14405"/>
                  </a:lnTo>
                  <a:lnTo>
                    <a:pt x="19767" y="11655"/>
                  </a:lnTo>
                  <a:cubicBezTo>
                    <a:pt x="19441" y="11563"/>
                    <a:pt x="19107" y="11518"/>
                    <a:pt x="18776" y="11518"/>
                  </a:cubicBezTo>
                  <a:cubicBezTo>
                    <a:pt x="18012" y="11518"/>
                    <a:pt x="17258" y="11758"/>
                    <a:pt x="16627" y="12218"/>
                  </a:cubicBezTo>
                  <a:lnTo>
                    <a:pt x="118" y="24192"/>
                  </a:lnTo>
                  <a:cubicBezTo>
                    <a:pt x="44" y="24245"/>
                    <a:pt x="0" y="24330"/>
                    <a:pt x="0" y="24420"/>
                  </a:cubicBezTo>
                  <a:lnTo>
                    <a:pt x="0" y="37776"/>
                  </a:lnTo>
                  <a:cubicBezTo>
                    <a:pt x="0" y="37932"/>
                    <a:pt x="127" y="38058"/>
                    <a:pt x="283" y="38058"/>
                  </a:cubicBezTo>
                  <a:lnTo>
                    <a:pt x="55227" y="38058"/>
                  </a:lnTo>
                  <a:cubicBezTo>
                    <a:pt x="55384" y="38058"/>
                    <a:pt x="55511" y="37931"/>
                    <a:pt x="55511" y="37775"/>
                  </a:cubicBezTo>
                  <a:lnTo>
                    <a:pt x="55511" y="9520"/>
                  </a:lnTo>
                  <a:cubicBezTo>
                    <a:pt x="55511" y="9448"/>
                    <a:pt x="55483" y="9378"/>
                    <a:pt x="55433" y="9325"/>
                  </a:cubicBezTo>
                  <a:lnTo>
                    <a:pt x="47571" y="1129"/>
                  </a:lnTo>
                  <a:cubicBezTo>
                    <a:pt x="46874" y="401"/>
                    <a:pt x="45934" y="0"/>
                    <a:pt x="44927" y="0"/>
                  </a:cubicBezTo>
                  <a:lnTo>
                    <a:pt x="44925" y="0"/>
                  </a:lnTo>
                  <a:cubicBezTo>
                    <a:pt x="44921" y="0"/>
                    <a:pt x="44917" y="0"/>
                    <a:pt x="44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002;p38">
              <a:extLst>
                <a:ext uri="{FF2B5EF4-FFF2-40B4-BE49-F238E27FC236}">
                  <a16:creationId xmlns:a16="http://schemas.microsoft.com/office/drawing/2014/main" id="{3EB10DDB-7A89-B239-3FA6-D445BBEB0613}"/>
                </a:ext>
              </a:extLst>
            </p:cNvPr>
            <p:cNvSpPr/>
            <p:nvPr/>
          </p:nvSpPr>
          <p:spPr>
            <a:xfrm>
              <a:off x="3234175" y="2360675"/>
              <a:ext cx="346675" cy="346650"/>
            </a:xfrm>
            <a:custGeom>
              <a:avLst/>
              <a:gdLst/>
              <a:ahLst/>
              <a:cxnLst/>
              <a:rect l="l" t="t" r="r" b="b"/>
              <a:pathLst>
                <a:path w="13867" h="13866" extrusionOk="0">
                  <a:moveTo>
                    <a:pt x="6933" y="0"/>
                  </a:moveTo>
                  <a:cubicBezTo>
                    <a:pt x="5094" y="0"/>
                    <a:pt x="3331" y="730"/>
                    <a:pt x="2032" y="2030"/>
                  </a:cubicBezTo>
                  <a:cubicBezTo>
                    <a:pt x="732" y="3330"/>
                    <a:pt x="0" y="5094"/>
                    <a:pt x="0" y="6933"/>
                  </a:cubicBezTo>
                  <a:cubicBezTo>
                    <a:pt x="0" y="8771"/>
                    <a:pt x="732" y="10535"/>
                    <a:pt x="2032" y="11835"/>
                  </a:cubicBezTo>
                  <a:cubicBezTo>
                    <a:pt x="3331" y="13135"/>
                    <a:pt x="5094" y="13865"/>
                    <a:pt x="6933" y="13865"/>
                  </a:cubicBezTo>
                  <a:cubicBezTo>
                    <a:pt x="8772" y="13865"/>
                    <a:pt x="10535" y="13135"/>
                    <a:pt x="11836" y="11835"/>
                  </a:cubicBezTo>
                  <a:cubicBezTo>
                    <a:pt x="13136" y="10535"/>
                    <a:pt x="13866" y="8771"/>
                    <a:pt x="13866" y="6933"/>
                  </a:cubicBezTo>
                  <a:cubicBezTo>
                    <a:pt x="13866" y="5094"/>
                    <a:pt x="13136" y="3330"/>
                    <a:pt x="11836" y="2030"/>
                  </a:cubicBezTo>
                  <a:cubicBezTo>
                    <a:pt x="10535" y="730"/>
                    <a:pt x="8772" y="0"/>
                    <a:pt x="69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003;p38">
              <a:extLst>
                <a:ext uri="{FF2B5EF4-FFF2-40B4-BE49-F238E27FC236}">
                  <a16:creationId xmlns:a16="http://schemas.microsoft.com/office/drawing/2014/main" id="{35B3FAFD-2E6D-F5DA-2924-F31BDD542211}"/>
                </a:ext>
              </a:extLst>
            </p:cNvPr>
            <p:cNvSpPr/>
            <p:nvPr/>
          </p:nvSpPr>
          <p:spPr>
            <a:xfrm>
              <a:off x="3227100" y="2353600"/>
              <a:ext cx="360800" cy="360775"/>
            </a:xfrm>
            <a:custGeom>
              <a:avLst/>
              <a:gdLst/>
              <a:ahLst/>
              <a:cxnLst/>
              <a:rect l="l" t="t" r="r" b="b"/>
              <a:pathLst>
                <a:path w="14432" h="14431" extrusionOk="0">
                  <a:moveTo>
                    <a:pt x="7216" y="566"/>
                  </a:moveTo>
                  <a:cubicBezTo>
                    <a:pt x="10883" y="566"/>
                    <a:pt x="13867" y="3548"/>
                    <a:pt x="13867" y="7215"/>
                  </a:cubicBezTo>
                  <a:cubicBezTo>
                    <a:pt x="13867" y="10882"/>
                    <a:pt x="10883" y="13866"/>
                    <a:pt x="7216" y="13866"/>
                  </a:cubicBezTo>
                  <a:cubicBezTo>
                    <a:pt x="3550" y="13866"/>
                    <a:pt x="567" y="10882"/>
                    <a:pt x="567" y="7216"/>
                  </a:cubicBezTo>
                  <a:cubicBezTo>
                    <a:pt x="567" y="3549"/>
                    <a:pt x="3550" y="566"/>
                    <a:pt x="7216" y="566"/>
                  </a:cubicBezTo>
                  <a:close/>
                  <a:moveTo>
                    <a:pt x="7216" y="1"/>
                  </a:moveTo>
                  <a:cubicBezTo>
                    <a:pt x="3237" y="1"/>
                    <a:pt x="1" y="3237"/>
                    <a:pt x="1" y="7216"/>
                  </a:cubicBezTo>
                  <a:cubicBezTo>
                    <a:pt x="1" y="11194"/>
                    <a:pt x="3237" y="14431"/>
                    <a:pt x="7216" y="14431"/>
                  </a:cubicBezTo>
                  <a:cubicBezTo>
                    <a:pt x="11195" y="14431"/>
                    <a:pt x="14432" y="11194"/>
                    <a:pt x="14432" y="7216"/>
                  </a:cubicBezTo>
                  <a:cubicBezTo>
                    <a:pt x="14432" y="3237"/>
                    <a:pt x="11195" y="1"/>
                    <a:pt x="72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004;p38">
              <a:extLst>
                <a:ext uri="{FF2B5EF4-FFF2-40B4-BE49-F238E27FC236}">
                  <a16:creationId xmlns:a16="http://schemas.microsoft.com/office/drawing/2014/main" id="{B30D548A-079C-BEBF-ABE1-353C031BC08E}"/>
                </a:ext>
              </a:extLst>
            </p:cNvPr>
            <p:cNvSpPr/>
            <p:nvPr/>
          </p:nvSpPr>
          <p:spPr>
            <a:xfrm>
              <a:off x="3513700" y="2949125"/>
              <a:ext cx="1528500" cy="720675"/>
            </a:xfrm>
            <a:custGeom>
              <a:avLst/>
              <a:gdLst/>
              <a:ahLst/>
              <a:cxnLst/>
              <a:rect l="l" t="t" r="r" b="b"/>
              <a:pathLst>
                <a:path w="61140" h="28827" extrusionOk="0">
                  <a:moveTo>
                    <a:pt x="55263" y="0"/>
                  </a:moveTo>
                  <a:lnTo>
                    <a:pt x="50402" y="3063"/>
                  </a:lnTo>
                  <a:lnTo>
                    <a:pt x="35262" y="18629"/>
                  </a:lnTo>
                  <a:lnTo>
                    <a:pt x="12189" y="24985"/>
                  </a:lnTo>
                  <a:cubicBezTo>
                    <a:pt x="12189" y="24985"/>
                    <a:pt x="10133" y="22591"/>
                    <a:pt x="8648" y="22577"/>
                  </a:cubicBezTo>
                  <a:cubicBezTo>
                    <a:pt x="8642" y="22577"/>
                    <a:pt x="8636" y="22577"/>
                    <a:pt x="8630" y="22577"/>
                  </a:cubicBezTo>
                  <a:cubicBezTo>
                    <a:pt x="7125" y="22577"/>
                    <a:pt x="2395" y="24302"/>
                    <a:pt x="2395" y="24302"/>
                  </a:cubicBezTo>
                  <a:cubicBezTo>
                    <a:pt x="2395" y="24302"/>
                    <a:pt x="1788" y="25781"/>
                    <a:pt x="2976" y="25792"/>
                  </a:cubicBezTo>
                  <a:cubicBezTo>
                    <a:pt x="2987" y="25792"/>
                    <a:pt x="2998" y="25792"/>
                    <a:pt x="3009" y="25792"/>
                  </a:cubicBezTo>
                  <a:cubicBezTo>
                    <a:pt x="3119" y="25792"/>
                    <a:pt x="3239" y="25787"/>
                    <a:pt x="3365" y="25779"/>
                  </a:cubicBezTo>
                  <a:lnTo>
                    <a:pt x="3365" y="25779"/>
                  </a:lnTo>
                  <a:lnTo>
                    <a:pt x="1" y="26358"/>
                  </a:lnTo>
                  <a:cubicBezTo>
                    <a:pt x="163" y="27387"/>
                    <a:pt x="1045" y="28149"/>
                    <a:pt x="2088" y="28159"/>
                  </a:cubicBezTo>
                  <a:lnTo>
                    <a:pt x="5033" y="28186"/>
                  </a:lnTo>
                  <a:lnTo>
                    <a:pt x="10075" y="28827"/>
                  </a:lnTo>
                  <a:lnTo>
                    <a:pt x="14840" y="27385"/>
                  </a:lnTo>
                  <a:cubicBezTo>
                    <a:pt x="14840" y="27385"/>
                    <a:pt x="37433" y="24920"/>
                    <a:pt x="38623" y="24634"/>
                  </a:cubicBezTo>
                  <a:cubicBezTo>
                    <a:pt x="39813" y="24348"/>
                    <a:pt x="58970" y="7893"/>
                    <a:pt x="58970" y="7893"/>
                  </a:cubicBezTo>
                  <a:cubicBezTo>
                    <a:pt x="58970" y="7893"/>
                    <a:pt x="61139" y="5986"/>
                    <a:pt x="60312" y="3775"/>
                  </a:cubicBezTo>
                  <a:cubicBezTo>
                    <a:pt x="59485" y="1564"/>
                    <a:pt x="55263" y="0"/>
                    <a:pt x="55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005;p38">
              <a:extLst>
                <a:ext uri="{FF2B5EF4-FFF2-40B4-BE49-F238E27FC236}">
                  <a16:creationId xmlns:a16="http://schemas.microsoft.com/office/drawing/2014/main" id="{D4A71595-1E1A-8E23-C128-2981A1AE7445}"/>
                </a:ext>
              </a:extLst>
            </p:cNvPr>
            <p:cNvSpPr/>
            <p:nvPr/>
          </p:nvSpPr>
          <p:spPr>
            <a:xfrm>
              <a:off x="3506125" y="2942150"/>
              <a:ext cx="1544150" cy="734750"/>
            </a:xfrm>
            <a:custGeom>
              <a:avLst/>
              <a:gdLst/>
              <a:ahLst/>
              <a:cxnLst/>
              <a:rect l="l" t="t" r="r" b="b"/>
              <a:pathLst>
                <a:path w="61766" h="29390" extrusionOk="0">
                  <a:moveTo>
                    <a:pt x="55574" y="1"/>
                  </a:moveTo>
                  <a:cubicBezTo>
                    <a:pt x="55459" y="1"/>
                    <a:pt x="55350" y="72"/>
                    <a:pt x="55308" y="185"/>
                  </a:cubicBezTo>
                  <a:cubicBezTo>
                    <a:pt x="55255" y="328"/>
                    <a:pt x="55325" y="488"/>
                    <a:pt x="55467" y="546"/>
                  </a:cubicBezTo>
                  <a:cubicBezTo>
                    <a:pt x="55507" y="561"/>
                    <a:pt x="59578" y="2090"/>
                    <a:pt x="60350" y="4154"/>
                  </a:cubicBezTo>
                  <a:cubicBezTo>
                    <a:pt x="61098" y="6153"/>
                    <a:pt x="59107" y="7944"/>
                    <a:pt x="59088" y="7959"/>
                  </a:cubicBezTo>
                  <a:cubicBezTo>
                    <a:pt x="51463" y="14509"/>
                    <a:pt x="39781" y="24356"/>
                    <a:pt x="38859" y="24638"/>
                  </a:cubicBezTo>
                  <a:cubicBezTo>
                    <a:pt x="37700" y="24918"/>
                    <a:pt x="15337" y="27359"/>
                    <a:pt x="15061" y="27395"/>
                  </a:cubicBezTo>
                  <a:lnTo>
                    <a:pt x="10354" y="28819"/>
                  </a:lnTo>
                  <a:lnTo>
                    <a:pt x="5337" y="28184"/>
                  </a:lnTo>
                  <a:lnTo>
                    <a:pt x="2393" y="28157"/>
                  </a:lnTo>
                  <a:cubicBezTo>
                    <a:pt x="1593" y="28151"/>
                    <a:pt x="886" y="27630"/>
                    <a:pt x="646" y="26865"/>
                  </a:cubicBezTo>
                  <a:lnTo>
                    <a:pt x="3701" y="26338"/>
                  </a:lnTo>
                  <a:cubicBezTo>
                    <a:pt x="4961" y="26251"/>
                    <a:pt x="6825" y="25806"/>
                    <a:pt x="6913" y="25785"/>
                  </a:cubicBezTo>
                  <a:cubicBezTo>
                    <a:pt x="7062" y="25750"/>
                    <a:pt x="7157" y="25603"/>
                    <a:pt x="7126" y="25453"/>
                  </a:cubicBezTo>
                  <a:cubicBezTo>
                    <a:pt x="7098" y="25318"/>
                    <a:pt x="6981" y="25226"/>
                    <a:pt x="6849" y="25226"/>
                  </a:cubicBezTo>
                  <a:cubicBezTo>
                    <a:pt x="6833" y="25226"/>
                    <a:pt x="6816" y="25228"/>
                    <a:pt x="6799" y="25231"/>
                  </a:cubicBezTo>
                  <a:lnTo>
                    <a:pt x="3633" y="25777"/>
                  </a:lnTo>
                  <a:cubicBezTo>
                    <a:pt x="3508" y="25786"/>
                    <a:pt x="3389" y="25788"/>
                    <a:pt x="3282" y="25788"/>
                  </a:cubicBezTo>
                  <a:cubicBezTo>
                    <a:pt x="2993" y="25786"/>
                    <a:pt x="2921" y="25678"/>
                    <a:pt x="2897" y="25643"/>
                  </a:cubicBezTo>
                  <a:cubicBezTo>
                    <a:pt x="2761" y="25437"/>
                    <a:pt x="2847" y="25031"/>
                    <a:pt x="2920" y="24803"/>
                  </a:cubicBezTo>
                  <a:cubicBezTo>
                    <a:pt x="3674" y="24533"/>
                    <a:pt x="7628" y="23140"/>
                    <a:pt x="8932" y="23140"/>
                  </a:cubicBezTo>
                  <a:lnTo>
                    <a:pt x="8948" y="23140"/>
                  </a:lnTo>
                  <a:cubicBezTo>
                    <a:pt x="10060" y="23149"/>
                    <a:pt x="11728" y="24811"/>
                    <a:pt x="12278" y="25449"/>
                  </a:cubicBezTo>
                  <a:cubicBezTo>
                    <a:pt x="12332" y="25513"/>
                    <a:pt x="12412" y="25548"/>
                    <a:pt x="12493" y="25548"/>
                  </a:cubicBezTo>
                  <a:cubicBezTo>
                    <a:pt x="12518" y="25548"/>
                    <a:pt x="12543" y="25545"/>
                    <a:pt x="12567" y="25538"/>
                  </a:cubicBezTo>
                  <a:lnTo>
                    <a:pt x="35640" y="19181"/>
                  </a:lnTo>
                  <a:cubicBezTo>
                    <a:pt x="35688" y="19168"/>
                    <a:pt x="35732" y="19142"/>
                    <a:pt x="35767" y="19106"/>
                  </a:cubicBezTo>
                  <a:lnTo>
                    <a:pt x="50907" y="3539"/>
                  </a:lnTo>
                  <a:cubicBezTo>
                    <a:pt x="51009" y="3426"/>
                    <a:pt x="51004" y="3253"/>
                    <a:pt x="50894" y="3147"/>
                  </a:cubicBezTo>
                  <a:cubicBezTo>
                    <a:pt x="50839" y="3094"/>
                    <a:pt x="50768" y="3067"/>
                    <a:pt x="50697" y="3067"/>
                  </a:cubicBezTo>
                  <a:cubicBezTo>
                    <a:pt x="50627" y="3067"/>
                    <a:pt x="50556" y="3093"/>
                    <a:pt x="50502" y="3144"/>
                  </a:cubicBezTo>
                  <a:lnTo>
                    <a:pt x="35415" y="18656"/>
                  </a:lnTo>
                  <a:lnTo>
                    <a:pt x="12585" y="24945"/>
                  </a:lnTo>
                  <a:cubicBezTo>
                    <a:pt x="12110" y="24421"/>
                    <a:pt x="10350" y="22586"/>
                    <a:pt x="8953" y="22573"/>
                  </a:cubicBezTo>
                  <a:lnTo>
                    <a:pt x="8934" y="22573"/>
                  </a:lnTo>
                  <a:cubicBezTo>
                    <a:pt x="7396" y="22573"/>
                    <a:pt x="2797" y="24244"/>
                    <a:pt x="2601" y="24316"/>
                  </a:cubicBezTo>
                  <a:cubicBezTo>
                    <a:pt x="2526" y="24342"/>
                    <a:pt x="2467" y="24399"/>
                    <a:pt x="2436" y="24473"/>
                  </a:cubicBezTo>
                  <a:cubicBezTo>
                    <a:pt x="2397" y="24569"/>
                    <a:pt x="2067" y="25414"/>
                    <a:pt x="2424" y="25955"/>
                  </a:cubicBezTo>
                  <a:cubicBezTo>
                    <a:pt x="2430" y="25963"/>
                    <a:pt x="2436" y="25972"/>
                    <a:pt x="2444" y="25982"/>
                  </a:cubicBezTo>
                  <a:lnTo>
                    <a:pt x="255" y="26359"/>
                  </a:lnTo>
                  <a:cubicBezTo>
                    <a:pt x="103" y="26385"/>
                    <a:pt x="1" y="26529"/>
                    <a:pt x="25" y="26682"/>
                  </a:cubicBezTo>
                  <a:cubicBezTo>
                    <a:pt x="205" y="27849"/>
                    <a:pt x="1206" y="28713"/>
                    <a:pt x="2388" y="28722"/>
                  </a:cubicBezTo>
                  <a:lnTo>
                    <a:pt x="5300" y="28747"/>
                  </a:lnTo>
                  <a:lnTo>
                    <a:pt x="10342" y="29386"/>
                  </a:lnTo>
                  <a:cubicBezTo>
                    <a:pt x="10354" y="29388"/>
                    <a:pt x="10366" y="29389"/>
                    <a:pt x="10378" y="29389"/>
                  </a:cubicBezTo>
                  <a:cubicBezTo>
                    <a:pt x="10405" y="29389"/>
                    <a:pt x="10432" y="29385"/>
                    <a:pt x="10460" y="29377"/>
                  </a:cubicBezTo>
                  <a:lnTo>
                    <a:pt x="15173" y="27947"/>
                  </a:lnTo>
                  <a:cubicBezTo>
                    <a:pt x="16096" y="27846"/>
                    <a:pt x="37798" y="25475"/>
                    <a:pt x="38992" y="25188"/>
                  </a:cubicBezTo>
                  <a:cubicBezTo>
                    <a:pt x="40213" y="24895"/>
                    <a:pt x="57492" y="10077"/>
                    <a:pt x="59460" y="8385"/>
                  </a:cubicBezTo>
                  <a:cubicBezTo>
                    <a:pt x="59554" y="8303"/>
                    <a:pt x="61765" y="6322"/>
                    <a:pt x="60880" y="3956"/>
                  </a:cubicBezTo>
                  <a:cubicBezTo>
                    <a:pt x="60017" y="1651"/>
                    <a:pt x="55841" y="82"/>
                    <a:pt x="55663" y="15"/>
                  </a:cubicBezTo>
                  <a:cubicBezTo>
                    <a:pt x="55634" y="6"/>
                    <a:pt x="55604" y="1"/>
                    <a:pt x="55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006;p38">
              <a:extLst>
                <a:ext uri="{FF2B5EF4-FFF2-40B4-BE49-F238E27FC236}">
                  <a16:creationId xmlns:a16="http://schemas.microsoft.com/office/drawing/2014/main" id="{E06FCFAC-6729-E10E-188B-EC5AC72FB49A}"/>
                </a:ext>
              </a:extLst>
            </p:cNvPr>
            <p:cNvSpPr/>
            <p:nvPr/>
          </p:nvSpPr>
          <p:spPr>
            <a:xfrm>
              <a:off x="4416950" y="2923850"/>
              <a:ext cx="632475" cy="586425"/>
            </a:xfrm>
            <a:custGeom>
              <a:avLst/>
              <a:gdLst/>
              <a:ahLst/>
              <a:cxnLst/>
              <a:rect l="l" t="t" r="r" b="b"/>
              <a:pathLst>
                <a:path w="25299" h="23457" extrusionOk="0">
                  <a:moveTo>
                    <a:pt x="19818" y="1"/>
                  </a:moveTo>
                  <a:lnTo>
                    <a:pt x="11540" y="5699"/>
                  </a:lnTo>
                  <a:lnTo>
                    <a:pt x="0" y="17277"/>
                  </a:lnTo>
                  <a:lnTo>
                    <a:pt x="8588" y="23456"/>
                  </a:lnTo>
                  <a:lnTo>
                    <a:pt x="23478" y="9434"/>
                  </a:lnTo>
                  <a:cubicBezTo>
                    <a:pt x="24969" y="8030"/>
                    <a:pt x="25298" y="5774"/>
                    <a:pt x="24239" y="4021"/>
                  </a:cubicBezTo>
                  <a:cubicBezTo>
                    <a:pt x="24222" y="3994"/>
                    <a:pt x="24206" y="3967"/>
                    <a:pt x="24189" y="3940"/>
                  </a:cubicBezTo>
                  <a:cubicBezTo>
                    <a:pt x="22519" y="1213"/>
                    <a:pt x="19818" y="1"/>
                    <a:pt x="19818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007;p38">
              <a:extLst>
                <a:ext uri="{FF2B5EF4-FFF2-40B4-BE49-F238E27FC236}">
                  <a16:creationId xmlns:a16="http://schemas.microsoft.com/office/drawing/2014/main" id="{F755A9A7-3098-30C3-8205-9B44DDB527B0}"/>
                </a:ext>
              </a:extLst>
            </p:cNvPr>
            <p:cNvSpPr/>
            <p:nvPr/>
          </p:nvSpPr>
          <p:spPr>
            <a:xfrm>
              <a:off x="4409750" y="2916800"/>
              <a:ext cx="647150" cy="600550"/>
            </a:xfrm>
            <a:custGeom>
              <a:avLst/>
              <a:gdLst/>
              <a:ahLst/>
              <a:cxnLst/>
              <a:rect l="l" t="t" r="r" b="b"/>
              <a:pathLst>
                <a:path w="25886" h="24022" extrusionOk="0">
                  <a:moveTo>
                    <a:pt x="20108" y="0"/>
                  </a:moveTo>
                  <a:cubicBezTo>
                    <a:pt x="20000" y="0"/>
                    <a:pt x="19897" y="62"/>
                    <a:pt x="19850" y="166"/>
                  </a:cubicBezTo>
                  <a:cubicBezTo>
                    <a:pt x="19786" y="309"/>
                    <a:pt x="19849" y="477"/>
                    <a:pt x="19992" y="541"/>
                  </a:cubicBezTo>
                  <a:cubicBezTo>
                    <a:pt x="20018" y="553"/>
                    <a:pt x="22636" y="1753"/>
                    <a:pt x="24255" y="4399"/>
                  </a:cubicBezTo>
                  <a:lnTo>
                    <a:pt x="24285" y="4449"/>
                  </a:lnTo>
                  <a:cubicBezTo>
                    <a:pt x="25265" y="6070"/>
                    <a:pt x="24965" y="8198"/>
                    <a:pt x="23572" y="9510"/>
                  </a:cubicBezTo>
                  <a:lnTo>
                    <a:pt x="8851" y="23373"/>
                  </a:lnTo>
                  <a:lnTo>
                    <a:pt x="723" y="17523"/>
                  </a:lnTo>
                  <a:lnTo>
                    <a:pt x="12030" y="6180"/>
                  </a:lnTo>
                  <a:cubicBezTo>
                    <a:pt x="12140" y="6069"/>
                    <a:pt x="12139" y="5891"/>
                    <a:pt x="12028" y="5780"/>
                  </a:cubicBezTo>
                  <a:cubicBezTo>
                    <a:pt x="11973" y="5726"/>
                    <a:pt x="11902" y="5698"/>
                    <a:pt x="11830" y="5698"/>
                  </a:cubicBezTo>
                  <a:cubicBezTo>
                    <a:pt x="11757" y="5698"/>
                    <a:pt x="11684" y="5726"/>
                    <a:pt x="11629" y="5782"/>
                  </a:cubicBezTo>
                  <a:lnTo>
                    <a:pt x="90" y="17359"/>
                  </a:lnTo>
                  <a:cubicBezTo>
                    <a:pt x="30" y="17417"/>
                    <a:pt x="0" y="17499"/>
                    <a:pt x="8" y="17581"/>
                  </a:cubicBezTo>
                  <a:cubicBezTo>
                    <a:pt x="15" y="17664"/>
                    <a:pt x="57" y="17739"/>
                    <a:pt x="124" y="17788"/>
                  </a:cubicBezTo>
                  <a:lnTo>
                    <a:pt x="8711" y="23968"/>
                  </a:lnTo>
                  <a:cubicBezTo>
                    <a:pt x="8758" y="24003"/>
                    <a:pt x="8816" y="24021"/>
                    <a:pt x="8876" y="24021"/>
                  </a:cubicBezTo>
                  <a:cubicBezTo>
                    <a:pt x="8948" y="24021"/>
                    <a:pt x="9017" y="23994"/>
                    <a:pt x="9069" y="23944"/>
                  </a:cubicBezTo>
                  <a:lnTo>
                    <a:pt x="23959" y="9922"/>
                  </a:lnTo>
                  <a:cubicBezTo>
                    <a:pt x="25545" y="8429"/>
                    <a:pt x="25885" y="6004"/>
                    <a:pt x="24771" y="4158"/>
                  </a:cubicBezTo>
                  <a:lnTo>
                    <a:pt x="24720" y="4074"/>
                  </a:lnTo>
                  <a:cubicBezTo>
                    <a:pt x="23022" y="1303"/>
                    <a:pt x="20337" y="75"/>
                    <a:pt x="20224" y="25"/>
                  </a:cubicBezTo>
                  <a:cubicBezTo>
                    <a:pt x="20186" y="8"/>
                    <a:pt x="20146" y="0"/>
                    <a:pt x="201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008;p38">
              <a:extLst>
                <a:ext uri="{FF2B5EF4-FFF2-40B4-BE49-F238E27FC236}">
                  <a16:creationId xmlns:a16="http://schemas.microsoft.com/office/drawing/2014/main" id="{9935F678-AC17-DCDA-C672-D31991E91FCB}"/>
                </a:ext>
              </a:extLst>
            </p:cNvPr>
            <p:cNvSpPr/>
            <p:nvPr/>
          </p:nvSpPr>
          <p:spPr>
            <a:xfrm>
              <a:off x="4416950" y="3305775"/>
              <a:ext cx="265150" cy="204500"/>
            </a:xfrm>
            <a:custGeom>
              <a:avLst/>
              <a:gdLst/>
              <a:ahLst/>
              <a:cxnLst/>
              <a:rect l="l" t="t" r="r" b="b"/>
              <a:pathLst>
                <a:path w="10606" h="8180" extrusionOk="0">
                  <a:moveTo>
                    <a:pt x="1992" y="1"/>
                  </a:moveTo>
                  <a:lnTo>
                    <a:pt x="0" y="1998"/>
                  </a:lnTo>
                  <a:lnTo>
                    <a:pt x="8588" y="8179"/>
                  </a:lnTo>
                  <a:lnTo>
                    <a:pt x="10605" y="6279"/>
                  </a:lnTo>
                  <a:lnTo>
                    <a:pt x="19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1009;p38">
              <a:extLst>
                <a:ext uri="{FF2B5EF4-FFF2-40B4-BE49-F238E27FC236}">
                  <a16:creationId xmlns:a16="http://schemas.microsoft.com/office/drawing/2014/main" id="{743FA5FD-F7FA-8F8B-0255-FF0EB504820C}"/>
                </a:ext>
              </a:extLst>
            </p:cNvPr>
            <p:cNvSpPr/>
            <p:nvPr/>
          </p:nvSpPr>
          <p:spPr>
            <a:xfrm>
              <a:off x="4409750" y="3298750"/>
              <a:ext cx="280425" cy="218600"/>
            </a:xfrm>
            <a:custGeom>
              <a:avLst/>
              <a:gdLst/>
              <a:ahLst/>
              <a:cxnLst/>
              <a:rect l="l" t="t" r="r" b="b"/>
              <a:pathLst>
                <a:path w="11217" h="8744" extrusionOk="0">
                  <a:moveTo>
                    <a:pt x="2309" y="653"/>
                  </a:moveTo>
                  <a:lnTo>
                    <a:pt x="10452" y="6588"/>
                  </a:lnTo>
                  <a:lnTo>
                    <a:pt x="8851" y="8095"/>
                  </a:lnTo>
                  <a:lnTo>
                    <a:pt x="724" y="2245"/>
                  </a:lnTo>
                  <a:lnTo>
                    <a:pt x="2309" y="653"/>
                  </a:lnTo>
                  <a:close/>
                  <a:moveTo>
                    <a:pt x="2281" y="0"/>
                  </a:moveTo>
                  <a:cubicBezTo>
                    <a:pt x="2208" y="0"/>
                    <a:pt x="2135" y="29"/>
                    <a:pt x="2080" y="84"/>
                  </a:cubicBezTo>
                  <a:lnTo>
                    <a:pt x="90" y="2081"/>
                  </a:lnTo>
                  <a:cubicBezTo>
                    <a:pt x="30" y="2139"/>
                    <a:pt x="0" y="2221"/>
                    <a:pt x="8" y="2303"/>
                  </a:cubicBezTo>
                  <a:cubicBezTo>
                    <a:pt x="15" y="2386"/>
                    <a:pt x="57" y="2461"/>
                    <a:pt x="124" y="2510"/>
                  </a:cubicBezTo>
                  <a:lnTo>
                    <a:pt x="8711" y="8690"/>
                  </a:lnTo>
                  <a:cubicBezTo>
                    <a:pt x="8758" y="8725"/>
                    <a:pt x="8816" y="8743"/>
                    <a:pt x="8876" y="8743"/>
                  </a:cubicBezTo>
                  <a:cubicBezTo>
                    <a:pt x="8948" y="8743"/>
                    <a:pt x="9017" y="8716"/>
                    <a:pt x="9069" y="8667"/>
                  </a:cubicBezTo>
                  <a:lnTo>
                    <a:pt x="11088" y="6767"/>
                  </a:lnTo>
                  <a:cubicBezTo>
                    <a:pt x="11217" y="6645"/>
                    <a:pt x="11204" y="6437"/>
                    <a:pt x="11060" y="6332"/>
                  </a:cubicBezTo>
                  <a:lnTo>
                    <a:pt x="2447" y="55"/>
                  </a:lnTo>
                  <a:cubicBezTo>
                    <a:pt x="2397" y="18"/>
                    <a:pt x="2339" y="0"/>
                    <a:pt x="22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1010;p38">
              <a:extLst>
                <a:ext uri="{FF2B5EF4-FFF2-40B4-BE49-F238E27FC236}">
                  <a16:creationId xmlns:a16="http://schemas.microsoft.com/office/drawing/2014/main" id="{24D3462F-1C97-20DE-C1DA-DF82E67DDA95}"/>
                </a:ext>
              </a:extLst>
            </p:cNvPr>
            <p:cNvSpPr/>
            <p:nvPr/>
          </p:nvSpPr>
          <p:spPr>
            <a:xfrm>
              <a:off x="3250625" y="3574150"/>
              <a:ext cx="107125" cy="70225"/>
            </a:xfrm>
            <a:custGeom>
              <a:avLst/>
              <a:gdLst/>
              <a:ahLst/>
              <a:cxnLst/>
              <a:rect l="l" t="t" r="r" b="b"/>
              <a:pathLst>
                <a:path w="4285" h="2809" extrusionOk="0">
                  <a:moveTo>
                    <a:pt x="1009" y="1"/>
                  </a:moveTo>
                  <a:lnTo>
                    <a:pt x="1" y="219"/>
                  </a:lnTo>
                  <a:lnTo>
                    <a:pt x="2179" y="2573"/>
                  </a:lnTo>
                  <a:lnTo>
                    <a:pt x="4284" y="2808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011;p38">
              <a:extLst>
                <a:ext uri="{FF2B5EF4-FFF2-40B4-BE49-F238E27FC236}">
                  <a16:creationId xmlns:a16="http://schemas.microsoft.com/office/drawing/2014/main" id="{D15B3E9A-1FFE-64E7-6A71-8A8472AE416A}"/>
                </a:ext>
              </a:extLst>
            </p:cNvPr>
            <p:cNvSpPr/>
            <p:nvPr/>
          </p:nvSpPr>
          <p:spPr>
            <a:xfrm>
              <a:off x="3241750" y="3567075"/>
              <a:ext cx="125550" cy="84350"/>
            </a:xfrm>
            <a:custGeom>
              <a:avLst/>
              <a:gdLst/>
              <a:ahLst/>
              <a:cxnLst/>
              <a:rect l="l" t="t" r="r" b="b"/>
              <a:pathLst>
                <a:path w="5022" h="3374" extrusionOk="0">
                  <a:moveTo>
                    <a:pt x="1286" y="589"/>
                  </a:moveTo>
                  <a:lnTo>
                    <a:pt x="3759" y="2709"/>
                  </a:lnTo>
                  <a:lnTo>
                    <a:pt x="2670" y="2587"/>
                  </a:lnTo>
                  <a:lnTo>
                    <a:pt x="900" y="674"/>
                  </a:lnTo>
                  <a:lnTo>
                    <a:pt x="1286" y="589"/>
                  </a:lnTo>
                  <a:close/>
                  <a:moveTo>
                    <a:pt x="1365" y="1"/>
                  </a:moveTo>
                  <a:cubicBezTo>
                    <a:pt x="1345" y="1"/>
                    <a:pt x="1324" y="3"/>
                    <a:pt x="1304" y="8"/>
                  </a:cubicBezTo>
                  <a:lnTo>
                    <a:pt x="296" y="226"/>
                  </a:lnTo>
                  <a:cubicBezTo>
                    <a:pt x="83" y="272"/>
                    <a:pt x="0" y="534"/>
                    <a:pt x="148" y="695"/>
                  </a:cubicBezTo>
                  <a:lnTo>
                    <a:pt x="2325" y="3049"/>
                  </a:lnTo>
                  <a:cubicBezTo>
                    <a:pt x="2372" y="3099"/>
                    <a:pt x="2434" y="3130"/>
                    <a:pt x="2502" y="3138"/>
                  </a:cubicBezTo>
                  <a:lnTo>
                    <a:pt x="4608" y="3372"/>
                  </a:lnTo>
                  <a:cubicBezTo>
                    <a:pt x="4619" y="3373"/>
                    <a:pt x="4628" y="3374"/>
                    <a:pt x="4639" y="3374"/>
                  </a:cubicBezTo>
                  <a:cubicBezTo>
                    <a:pt x="4901" y="3374"/>
                    <a:pt x="5022" y="3047"/>
                    <a:pt x="4823" y="2876"/>
                  </a:cubicBezTo>
                  <a:lnTo>
                    <a:pt x="1548" y="69"/>
                  </a:lnTo>
                  <a:cubicBezTo>
                    <a:pt x="1497" y="25"/>
                    <a:pt x="1432" y="1"/>
                    <a:pt x="136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012;p38">
              <a:extLst>
                <a:ext uri="{FF2B5EF4-FFF2-40B4-BE49-F238E27FC236}">
                  <a16:creationId xmlns:a16="http://schemas.microsoft.com/office/drawing/2014/main" id="{115C3E53-CF6F-8C66-DC02-0BCB28E11295}"/>
                </a:ext>
              </a:extLst>
            </p:cNvPr>
            <p:cNvSpPr/>
            <p:nvPr/>
          </p:nvSpPr>
          <p:spPr>
            <a:xfrm>
              <a:off x="3353000" y="3574150"/>
              <a:ext cx="107075" cy="70225"/>
            </a:xfrm>
            <a:custGeom>
              <a:avLst/>
              <a:gdLst/>
              <a:ahLst/>
              <a:cxnLst/>
              <a:rect l="l" t="t" r="r" b="b"/>
              <a:pathLst>
                <a:path w="4283" h="2809" extrusionOk="0">
                  <a:moveTo>
                    <a:pt x="1008" y="1"/>
                  </a:moveTo>
                  <a:lnTo>
                    <a:pt x="0" y="219"/>
                  </a:lnTo>
                  <a:lnTo>
                    <a:pt x="2177" y="2573"/>
                  </a:lnTo>
                  <a:lnTo>
                    <a:pt x="4282" y="2808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013;p38">
              <a:extLst>
                <a:ext uri="{FF2B5EF4-FFF2-40B4-BE49-F238E27FC236}">
                  <a16:creationId xmlns:a16="http://schemas.microsoft.com/office/drawing/2014/main" id="{BB707825-F08A-17A2-F715-A719A9B29553}"/>
                </a:ext>
              </a:extLst>
            </p:cNvPr>
            <p:cNvSpPr/>
            <p:nvPr/>
          </p:nvSpPr>
          <p:spPr>
            <a:xfrm>
              <a:off x="3344075" y="3567075"/>
              <a:ext cx="125575" cy="84350"/>
            </a:xfrm>
            <a:custGeom>
              <a:avLst/>
              <a:gdLst/>
              <a:ahLst/>
              <a:cxnLst/>
              <a:rect l="l" t="t" r="r" b="b"/>
              <a:pathLst>
                <a:path w="5023" h="3374" extrusionOk="0">
                  <a:moveTo>
                    <a:pt x="1287" y="589"/>
                  </a:moveTo>
                  <a:lnTo>
                    <a:pt x="3759" y="2709"/>
                  </a:lnTo>
                  <a:lnTo>
                    <a:pt x="2671" y="2587"/>
                  </a:lnTo>
                  <a:lnTo>
                    <a:pt x="900" y="674"/>
                  </a:lnTo>
                  <a:lnTo>
                    <a:pt x="1287" y="589"/>
                  </a:lnTo>
                  <a:close/>
                  <a:moveTo>
                    <a:pt x="1366" y="1"/>
                  </a:moveTo>
                  <a:cubicBezTo>
                    <a:pt x="1346" y="1"/>
                    <a:pt x="1325" y="3"/>
                    <a:pt x="1305" y="8"/>
                  </a:cubicBezTo>
                  <a:lnTo>
                    <a:pt x="297" y="226"/>
                  </a:lnTo>
                  <a:cubicBezTo>
                    <a:pt x="83" y="272"/>
                    <a:pt x="1" y="534"/>
                    <a:pt x="149" y="695"/>
                  </a:cubicBezTo>
                  <a:lnTo>
                    <a:pt x="2326" y="3049"/>
                  </a:lnTo>
                  <a:cubicBezTo>
                    <a:pt x="2372" y="3099"/>
                    <a:pt x="2435" y="3130"/>
                    <a:pt x="2503" y="3138"/>
                  </a:cubicBezTo>
                  <a:lnTo>
                    <a:pt x="4609" y="3372"/>
                  </a:lnTo>
                  <a:cubicBezTo>
                    <a:pt x="4619" y="3373"/>
                    <a:pt x="4630" y="3374"/>
                    <a:pt x="4639" y="3374"/>
                  </a:cubicBezTo>
                  <a:cubicBezTo>
                    <a:pt x="4902" y="3374"/>
                    <a:pt x="5023" y="3047"/>
                    <a:pt x="4824" y="2876"/>
                  </a:cubicBezTo>
                  <a:lnTo>
                    <a:pt x="1549" y="69"/>
                  </a:lnTo>
                  <a:cubicBezTo>
                    <a:pt x="1498" y="25"/>
                    <a:pt x="1433" y="1"/>
                    <a:pt x="13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014;p38">
              <a:extLst>
                <a:ext uri="{FF2B5EF4-FFF2-40B4-BE49-F238E27FC236}">
                  <a16:creationId xmlns:a16="http://schemas.microsoft.com/office/drawing/2014/main" id="{905E5C55-8C00-1D73-F939-D34E3FA01A4A}"/>
                </a:ext>
              </a:extLst>
            </p:cNvPr>
            <p:cNvSpPr/>
            <p:nvPr/>
          </p:nvSpPr>
          <p:spPr>
            <a:xfrm>
              <a:off x="3296300" y="3565375"/>
              <a:ext cx="114075" cy="84825"/>
            </a:xfrm>
            <a:custGeom>
              <a:avLst/>
              <a:gdLst/>
              <a:ahLst/>
              <a:cxnLst/>
              <a:rect l="l" t="t" r="r" b="b"/>
              <a:pathLst>
                <a:path w="4563" h="3393" extrusionOk="0">
                  <a:moveTo>
                    <a:pt x="1" y="1"/>
                  </a:moveTo>
                  <a:lnTo>
                    <a:pt x="2457" y="3159"/>
                  </a:lnTo>
                  <a:lnTo>
                    <a:pt x="3276" y="3393"/>
                  </a:lnTo>
                  <a:lnTo>
                    <a:pt x="4562" y="3159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015;p38">
              <a:extLst>
                <a:ext uri="{FF2B5EF4-FFF2-40B4-BE49-F238E27FC236}">
                  <a16:creationId xmlns:a16="http://schemas.microsoft.com/office/drawing/2014/main" id="{0D56D034-0F9D-02A3-2348-C14627E5D333}"/>
                </a:ext>
              </a:extLst>
            </p:cNvPr>
            <p:cNvSpPr/>
            <p:nvPr/>
          </p:nvSpPr>
          <p:spPr>
            <a:xfrm>
              <a:off x="3287125" y="3558325"/>
              <a:ext cx="132250" cy="98950"/>
            </a:xfrm>
            <a:custGeom>
              <a:avLst/>
              <a:gdLst/>
              <a:ahLst/>
              <a:cxnLst/>
              <a:rect l="l" t="t" r="r" b="b"/>
              <a:pathLst>
                <a:path w="5290" h="3958" extrusionOk="0">
                  <a:moveTo>
                    <a:pt x="1768" y="566"/>
                  </a:moveTo>
                  <a:lnTo>
                    <a:pt x="4360" y="3258"/>
                  </a:lnTo>
                  <a:lnTo>
                    <a:pt x="3658" y="3385"/>
                  </a:lnTo>
                  <a:lnTo>
                    <a:pt x="2990" y="3194"/>
                  </a:lnTo>
                  <a:lnTo>
                    <a:pt x="946" y="566"/>
                  </a:lnTo>
                  <a:close/>
                  <a:moveTo>
                    <a:pt x="368" y="0"/>
                  </a:moveTo>
                  <a:cubicBezTo>
                    <a:pt x="132" y="0"/>
                    <a:pt x="0" y="271"/>
                    <a:pt x="144" y="457"/>
                  </a:cubicBezTo>
                  <a:lnTo>
                    <a:pt x="2601" y="3614"/>
                  </a:lnTo>
                  <a:cubicBezTo>
                    <a:pt x="2637" y="3662"/>
                    <a:pt x="2688" y="3697"/>
                    <a:pt x="2746" y="3713"/>
                  </a:cubicBezTo>
                  <a:lnTo>
                    <a:pt x="3565" y="3947"/>
                  </a:lnTo>
                  <a:cubicBezTo>
                    <a:pt x="3590" y="3953"/>
                    <a:pt x="3616" y="3957"/>
                    <a:pt x="3643" y="3957"/>
                  </a:cubicBezTo>
                  <a:cubicBezTo>
                    <a:pt x="3660" y="3957"/>
                    <a:pt x="3676" y="3955"/>
                    <a:pt x="3694" y="3953"/>
                  </a:cubicBezTo>
                  <a:lnTo>
                    <a:pt x="4979" y="3719"/>
                  </a:lnTo>
                  <a:cubicBezTo>
                    <a:pt x="5202" y="3678"/>
                    <a:pt x="5289" y="3407"/>
                    <a:pt x="5133" y="3244"/>
                  </a:cubicBezTo>
                  <a:lnTo>
                    <a:pt x="2093" y="86"/>
                  </a:lnTo>
                  <a:cubicBezTo>
                    <a:pt x="2038" y="32"/>
                    <a:pt x="1966" y="0"/>
                    <a:pt x="1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016;p38">
              <a:extLst>
                <a:ext uri="{FF2B5EF4-FFF2-40B4-BE49-F238E27FC236}">
                  <a16:creationId xmlns:a16="http://schemas.microsoft.com/office/drawing/2014/main" id="{7590615D-C77F-11C2-5921-99AB13137DFC}"/>
                </a:ext>
              </a:extLst>
            </p:cNvPr>
            <p:cNvSpPr/>
            <p:nvPr/>
          </p:nvSpPr>
          <p:spPr>
            <a:xfrm>
              <a:off x="3229050" y="3579625"/>
              <a:ext cx="76050" cy="58875"/>
            </a:xfrm>
            <a:custGeom>
              <a:avLst/>
              <a:gdLst/>
              <a:ahLst/>
              <a:cxnLst/>
              <a:rect l="l" t="t" r="r" b="b"/>
              <a:pathLst>
                <a:path w="3042" h="2355" extrusionOk="0">
                  <a:moveTo>
                    <a:pt x="864" y="0"/>
                  </a:moveTo>
                  <a:lnTo>
                    <a:pt x="1" y="249"/>
                  </a:lnTo>
                  <a:lnTo>
                    <a:pt x="1053" y="2238"/>
                  </a:lnTo>
                  <a:lnTo>
                    <a:pt x="3042" y="2354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017;p38">
              <a:extLst>
                <a:ext uri="{FF2B5EF4-FFF2-40B4-BE49-F238E27FC236}">
                  <a16:creationId xmlns:a16="http://schemas.microsoft.com/office/drawing/2014/main" id="{CFDECB5B-F6B6-756A-3B74-602CCE0338FB}"/>
                </a:ext>
              </a:extLst>
            </p:cNvPr>
            <p:cNvSpPr/>
            <p:nvPr/>
          </p:nvSpPr>
          <p:spPr>
            <a:xfrm>
              <a:off x="3220700" y="3572575"/>
              <a:ext cx="93800" cy="73050"/>
            </a:xfrm>
            <a:custGeom>
              <a:avLst/>
              <a:gdLst/>
              <a:ahLst/>
              <a:cxnLst/>
              <a:rect l="l" t="t" r="r" b="b"/>
              <a:pathLst>
                <a:path w="3752" h="2922" extrusionOk="0">
                  <a:moveTo>
                    <a:pt x="1109" y="602"/>
                  </a:moveTo>
                  <a:lnTo>
                    <a:pt x="2691" y="2314"/>
                  </a:lnTo>
                  <a:lnTo>
                    <a:pt x="1563" y="2247"/>
                  </a:lnTo>
                  <a:lnTo>
                    <a:pt x="748" y="706"/>
                  </a:lnTo>
                  <a:lnTo>
                    <a:pt x="1109" y="602"/>
                  </a:lnTo>
                  <a:close/>
                  <a:moveTo>
                    <a:pt x="1198" y="1"/>
                  </a:moveTo>
                  <a:cubicBezTo>
                    <a:pt x="1172" y="1"/>
                    <a:pt x="1146" y="4"/>
                    <a:pt x="1120" y="12"/>
                  </a:cubicBezTo>
                  <a:lnTo>
                    <a:pt x="255" y="261"/>
                  </a:lnTo>
                  <a:cubicBezTo>
                    <a:pt x="84" y="311"/>
                    <a:pt x="0" y="506"/>
                    <a:pt x="85" y="665"/>
                  </a:cubicBezTo>
                  <a:lnTo>
                    <a:pt x="1137" y="2653"/>
                  </a:lnTo>
                  <a:cubicBezTo>
                    <a:pt x="1184" y="2740"/>
                    <a:pt x="1272" y="2797"/>
                    <a:pt x="1371" y="2803"/>
                  </a:cubicBezTo>
                  <a:lnTo>
                    <a:pt x="3358" y="2919"/>
                  </a:lnTo>
                  <a:lnTo>
                    <a:pt x="3376" y="2919"/>
                  </a:lnTo>
                  <a:lnTo>
                    <a:pt x="3376" y="2921"/>
                  </a:lnTo>
                  <a:cubicBezTo>
                    <a:pt x="3623" y="2921"/>
                    <a:pt x="3752" y="2627"/>
                    <a:pt x="3583" y="2445"/>
                  </a:cubicBezTo>
                  <a:lnTo>
                    <a:pt x="1405" y="91"/>
                  </a:lnTo>
                  <a:cubicBezTo>
                    <a:pt x="1351" y="32"/>
                    <a:pt x="1276" y="1"/>
                    <a:pt x="11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67842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4EB1A097-2920-BB66-C2FB-A41FAADB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6221A49A-3849-6CB2-73C3-9F6231EA10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7" y="699367"/>
            <a:ext cx="723890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Sơ đồ logic của mô hình mạng an toàn 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39A2D2F3-BE73-3FA3-6E1F-2C8B13AD7FD4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FC5FFB14-D144-F476-0B43-2F8DFA453913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8DE29FF1-4341-A362-CCF9-1D18667B9C59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pic>
        <p:nvPicPr>
          <p:cNvPr id="512" name="Picture 511">
            <a:extLst>
              <a:ext uri="{FF2B5EF4-FFF2-40B4-BE49-F238E27FC236}">
                <a16:creationId xmlns:a16="http://schemas.microsoft.com/office/drawing/2014/main" id="{B3B9AA65-1671-6361-7996-2408EE8CB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472" y="1226468"/>
            <a:ext cx="6125021" cy="39170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4402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6A2A8758-3373-3F3A-E723-8D1B7102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9970A79B-0ABE-659A-0C0B-796CDD4773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757" y="699367"/>
            <a:ext cx="7238909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Montserrat Black" panose="020F0502020204030204" pitchFamily="2" charset="0"/>
              </a:rPr>
              <a:t>Kết quả thực nghiệm</a:t>
            </a:r>
            <a:endParaRPr sz="2000" dirty="0">
              <a:latin typeface="Montserrat Black" panose="020F0502020204030204" pitchFamily="2" charset="0"/>
            </a:endParaRPr>
          </a:p>
        </p:txBody>
      </p:sp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598E4377-A536-725C-6FA1-2136038A279A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2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ED83808B-A610-DBAE-6207-CC1588FFDAFD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3554235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quả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nghiên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cứu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B28D01DD-4F7F-04D1-7E91-C56642FD2723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A723FEB3-2B79-8F7A-243F-B8E3991447EA}"/>
              </a:ext>
            </a:extLst>
          </p:cNvPr>
          <p:cNvSpPr/>
          <p:nvPr/>
        </p:nvSpPr>
        <p:spPr>
          <a:xfrm>
            <a:off x="568113" y="1374360"/>
            <a:ext cx="8007773" cy="680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700" dirty="0" err="1"/>
              <a:t>Về</a:t>
            </a:r>
            <a:r>
              <a:rPr lang="en-US" sz="1700" dirty="0"/>
              <a:t> </a:t>
            </a:r>
            <a:r>
              <a:rPr lang="en-US" sz="1700" dirty="0" err="1"/>
              <a:t>hiệu</a:t>
            </a:r>
            <a:r>
              <a:rPr lang="en-US" sz="1700" dirty="0"/>
              <a:t> </a:t>
            </a:r>
            <a:r>
              <a:rPr lang="en-US" sz="1700" dirty="0" err="1"/>
              <a:t>suất</a:t>
            </a:r>
            <a:r>
              <a:rPr lang="en-US" sz="1700" dirty="0"/>
              <a:t>: </a:t>
            </a:r>
            <a:r>
              <a:rPr lang="en-US" sz="1700" dirty="0" err="1"/>
              <a:t>Luồng</a:t>
            </a:r>
            <a:r>
              <a:rPr lang="en-US" sz="1700" dirty="0"/>
              <a:t> Ping </a:t>
            </a:r>
            <a:r>
              <a:rPr lang="en-US" sz="1700" dirty="0" err="1"/>
              <a:t>nhanh</a:t>
            </a:r>
            <a:r>
              <a:rPr lang="en-US" sz="1700" dirty="0"/>
              <a:t>, </a:t>
            </a:r>
            <a:r>
              <a:rPr lang="en-US" sz="1700" dirty="0" err="1"/>
              <a:t>ổn</a:t>
            </a:r>
            <a:r>
              <a:rPr lang="en-US" sz="1700" dirty="0"/>
              <a:t> </a:t>
            </a:r>
            <a:r>
              <a:rPr lang="en-US" sz="1700" dirty="0" err="1"/>
              <a:t>định</a:t>
            </a:r>
            <a:r>
              <a:rPr lang="en-US" sz="1700" dirty="0"/>
              <a:t>; </a:t>
            </a:r>
            <a:r>
              <a:rPr lang="en-US" sz="1700" dirty="0" err="1"/>
              <a:t>khả</a:t>
            </a:r>
            <a:r>
              <a:rPr lang="en-US" sz="1700" dirty="0"/>
              <a:t> </a:t>
            </a:r>
            <a:r>
              <a:rPr lang="en-US" sz="1700" dirty="0" err="1"/>
              <a:t>năng</a:t>
            </a:r>
            <a:r>
              <a:rPr lang="en-US" sz="1700" dirty="0"/>
              <a:t> </a:t>
            </a:r>
            <a:r>
              <a:rPr lang="en-US" sz="1700" dirty="0" err="1"/>
              <a:t>chịu</a:t>
            </a:r>
            <a:r>
              <a:rPr lang="en-US" sz="1700" dirty="0"/>
              <a:t> </a:t>
            </a:r>
            <a:r>
              <a:rPr lang="en-US" sz="1700" dirty="0" err="1"/>
              <a:t>lỗi</a:t>
            </a:r>
            <a:r>
              <a:rPr lang="en-US" sz="1700" dirty="0"/>
              <a:t> </a:t>
            </a:r>
            <a:r>
              <a:rPr lang="en-US" sz="1700" dirty="0" err="1"/>
              <a:t>cao</a:t>
            </a:r>
            <a:r>
              <a:rPr lang="en-US" sz="1700" dirty="0"/>
              <a:t> </a:t>
            </a:r>
            <a:r>
              <a:rPr lang="en-US" sz="1700" dirty="0" err="1"/>
              <a:t>nhờ</a:t>
            </a:r>
            <a:r>
              <a:rPr lang="en-US" sz="1700" dirty="0"/>
              <a:t> HSRP.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6394C685-F486-6497-885F-1ADF355BECA4}"/>
              </a:ext>
            </a:extLst>
          </p:cNvPr>
          <p:cNvSpPr/>
          <p:nvPr/>
        </p:nvSpPr>
        <p:spPr>
          <a:xfrm>
            <a:off x="568113" y="30989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2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2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</a:t>
            </a:r>
            <a:r>
              <a:rPr lang="en-US" sz="2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000" dirty="0"/>
          </a:p>
        </p:txBody>
      </p:sp>
      <p:cxnSp>
        <p:nvCxnSpPr>
          <p:cNvPr id="4" name="Google Shape;2322;p53">
            <a:extLst>
              <a:ext uri="{FF2B5EF4-FFF2-40B4-BE49-F238E27FC236}">
                <a16:creationId xmlns:a16="http://schemas.microsoft.com/office/drawing/2014/main" id="{F1A3DCEF-577C-B7F3-DE9E-6E2E6B8DCFBF}"/>
              </a:ext>
            </a:extLst>
          </p:cNvPr>
          <p:cNvCxnSpPr/>
          <p:nvPr/>
        </p:nvCxnSpPr>
        <p:spPr>
          <a:xfrm rot="10800000" flipH="1">
            <a:off x="1955086" y="2555315"/>
            <a:ext cx="976800" cy="7239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Google Shape;2323;p53">
            <a:extLst>
              <a:ext uri="{FF2B5EF4-FFF2-40B4-BE49-F238E27FC236}">
                <a16:creationId xmlns:a16="http://schemas.microsoft.com/office/drawing/2014/main" id="{DC4106D1-9AF1-665C-40E6-3322092D983D}"/>
              </a:ext>
            </a:extLst>
          </p:cNvPr>
          <p:cNvCxnSpPr>
            <a:cxnSpLocks/>
          </p:cNvCxnSpPr>
          <p:nvPr/>
        </p:nvCxnSpPr>
        <p:spPr>
          <a:xfrm>
            <a:off x="1955086" y="3279215"/>
            <a:ext cx="976800" cy="7239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2323;p53">
            <a:extLst>
              <a:ext uri="{FF2B5EF4-FFF2-40B4-BE49-F238E27FC236}">
                <a16:creationId xmlns:a16="http://schemas.microsoft.com/office/drawing/2014/main" id="{FDDF97A5-76AA-9E3A-1105-AD704114C32D}"/>
              </a:ext>
            </a:extLst>
          </p:cNvPr>
          <p:cNvCxnSpPr>
            <a:cxnSpLocks/>
          </p:cNvCxnSpPr>
          <p:nvPr/>
        </p:nvCxnSpPr>
        <p:spPr>
          <a:xfrm>
            <a:off x="1955085" y="3279215"/>
            <a:ext cx="976800" cy="7239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2323;p53">
            <a:extLst>
              <a:ext uri="{FF2B5EF4-FFF2-40B4-BE49-F238E27FC236}">
                <a16:creationId xmlns:a16="http://schemas.microsoft.com/office/drawing/2014/main" id="{D5EDFE53-2F49-8EA7-6D85-A1C5150740A2}"/>
              </a:ext>
            </a:extLst>
          </p:cNvPr>
          <p:cNvCxnSpPr>
            <a:cxnSpLocks/>
          </p:cNvCxnSpPr>
          <p:nvPr/>
        </p:nvCxnSpPr>
        <p:spPr>
          <a:xfrm flipV="1">
            <a:off x="1955084" y="3279214"/>
            <a:ext cx="976801" cy="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Text 5">
            <a:extLst>
              <a:ext uri="{FF2B5EF4-FFF2-40B4-BE49-F238E27FC236}">
                <a16:creationId xmlns:a16="http://schemas.microsoft.com/office/drawing/2014/main" id="{E8EBC637-4F2E-6D94-5C7F-8045708FF980}"/>
              </a:ext>
            </a:extLst>
          </p:cNvPr>
          <p:cNvSpPr/>
          <p:nvPr/>
        </p:nvSpPr>
        <p:spPr>
          <a:xfrm>
            <a:off x="3175642" y="2284039"/>
            <a:ext cx="3914587" cy="45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/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VLAN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ACL.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B25C995-CFEB-83C7-B7F6-39E39B921F48}"/>
              </a:ext>
            </a:extLst>
          </p:cNvPr>
          <p:cNvSpPr/>
          <p:nvPr/>
        </p:nvSpPr>
        <p:spPr>
          <a:xfrm>
            <a:off x="3172183" y="3006875"/>
            <a:ext cx="3787418" cy="45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30000"/>
              </a:lnSpc>
            </a:pPr>
            <a:r>
              <a:rPr lang="en-US" dirty="0"/>
              <a:t>Firewall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(Logs),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lạ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DMZ.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A9BAFA6-9C10-C42F-1596-0E905EC26C8E}"/>
              </a:ext>
            </a:extLst>
          </p:cNvPr>
          <p:cNvSpPr/>
          <p:nvPr/>
        </p:nvSpPr>
        <p:spPr>
          <a:xfrm>
            <a:off x="3175642" y="3729712"/>
            <a:ext cx="3783960" cy="45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>
              <a:lnSpc>
                <a:spcPct val="130000"/>
              </a:lnSpc>
            </a:pP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IP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ẩn</a:t>
            </a:r>
            <a:r>
              <a:rPr lang="en-US" dirty="0"/>
              <a:t> </a:t>
            </a:r>
            <a:r>
              <a:rPr lang="en-US" dirty="0" err="1"/>
              <a:t>giấu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 qua NAT.</a:t>
            </a:r>
          </a:p>
        </p:txBody>
      </p:sp>
      <p:sp>
        <p:nvSpPr>
          <p:cNvPr id="304" name="Google Shape;878;p37">
            <a:extLst>
              <a:ext uri="{FF2B5EF4-FFF2-40B4-BE49-F238E27FC236}">
                <a16:creationId xmlns:a16="http://schemas.microsoft.com/office/drawing/2014/main" id="{0B4DA5DC-0109-4E54-7D0F-5859BAE9F2DC}"/>
              </a:ext>
            </a:extLst>
          </p:cNvPr>
          <p:cNvSpPr txBox="1">
            <a:spLocks/>
          </p:cNvSpPr>
          <p:nvPr/>
        </p:nvSpPr>
        <p:spPr>
          <a:xfrm>
            <a:off x="454214" y="-630742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3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306" name="Google Shape;878;p37">
            <a:extLst>
              <a:ext uri="{FF2B5EF4-FFF2-40B4-BE49-F238E27FC236}">
                <a16:creationId xmlns:a16="http://schemas.microsoft.com/office/drawing/2014/main" id="{4BB7FB6A-85B2-6A4A-CF3D-65D15A90093F}"/>
              </a:ext>
            </a:extLst>
          </p:cNvPr>
          <p:cNvSpPr txBox="1">
            <a:spLocks/>
          </p:cNvSpPr>
          <p:nvPr/>
        </p:nvSpPr>
        <p:spPr>
          <a:xfrm>
            <a:off x="2446866" y="-641286"/>
            <a:ext cx="4984448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luận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&amp;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hướng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phát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triển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308" name="Google Shape;878;p37">
            <a:extLst>
              <a:ext uri="{FF2B5EF4-FFF2-40B4-BE49-F238E27FC236}">
                <a16:creationId xmlns:a16="http://schemas.microsoft.com/office/drawing/2014/main" id="{2E551CC0-0C27-6E40-F4F1-0A582ADF2541}"/>
              </a:ext>
            </a:extLst>
          </p:cNvPr>
          <p:cNvSpPr txBox="1">
            <a:spLocks/>
          </p:cNvSpPr>
          <p:nvPr/>
        </p:nvSpPr>
        <p:spPr>
          <a:xfrm>
            <a:off x="2327123" y="-649565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grpSp>
        <p:nvGrpSpPr>
          <p:cNvPr id="309" name="Google Shape;3560;p64">
            <a:extLst>
              <a:ext uri="{FF2B5EF4-FFF2-40B4-BE49-F238E27FC236}">
                <a16:creationId xmlns:a16="http://schemas.microsoft.com/office/drawing/2014/main" id="{715F12E2-A76B-6313-BF81-EEDB882A12DD}"/>
              </a:ext>
            </a:extLst>
          </p:cNvPr>
          <p:cNvGrpSpPr/>
          <p:nvPr/>
        </p:nvGrpSpPr>
        <p:grpSpPr>
          <a:xfrm>
            <a:off x="6959601" y="2732246"/>
            <a:ext cx="2661197" cy="2177198"/>
            <a:chOff x="449250" y="238125"/>
            <a:chExt cx="6401725" cy="5237425"/>
          </a:xfrm>
        </p:grpSpPr>
        <p:sp>
          <p:nvSpPr>
            <p:cNvPr id="310" name="Google Shape;3561;p64">
              <a:extLst>
                <a:ext uri="{FF2B5EF4-FFF2-40B4-BE49-F238E27FC236}">
                  <a16:creationId xmlns:a16="http://schemas.microsoft.com/office/drawing/2014/main" id="{C7674B6F-C7AE-CCF6-EEC2-4912AF5820B8}"/>
                </a:ext>
              </a:extLst>
            </p:cNvPr>
            <p:cNvSpPr/>
            <p:nvPr/>
          </p:nvSpPr>
          <p:spPr>
            <a:xfrm>
              <a:off x="449250" y="238125"/>
              <a:ext cx="6401725" cy="4867000"/>
            </a:xfrm>
            <a:custGeom>
              <a:avLst/>
              <a:gdLst/>
              <a:ahLst/>
              <a:cxnLst/>
              <a:rect l="l" t="t" r="r" b="b"/>
              <a:pathLst>
                <a:path w="256069" h="194680" extrusionOk="0">
                  <a:moveTo>
                    <a:pt x="156176" y="0"/>
                  </a:moveTo>
                  <a:cubicBezTo>
                    <a:pt x="145518" y="0"/>
                    <a:pt x="132819" y="2041"/>
                    <a:pt x="117347" y="7037"/>
                  </a:cubicBezTo>
                  <a:cubicBezTo>
                    <a:pt x="73919" y="21063"/>
                    <a:pt x="72529" y="47320"/>
                    <a:pt x="39520" y="50959"/>
                  </a:cubicBezTo>
                  <a:cubicBezTo>
                    <a:pt x="6511" y="54598"/>
                    <a:pt x="0" y="81018"/>
                    <a:pt x="20457" y="107280"/>
                  </a:cubicBezTo>
                  <a:cubicBezTo>
                    <a:pt x="40914" y="133541"/>
                    <a:pt x="34389" y="155948"/>
                    <a:pt x="53883" y="173479"/>
                  </a:cubicBezTo>
                  <a:cubicBezTo>
                    <a:pt x="53883" y="173479"/>
                    <a:pt x="75463" y="194395"/>
                    <a:pt x="109332" y="194677"/>
                  </a:cubicBezTo>
                  <a:cubicBezTo>
                    <a:pt x="109494" y="194679"/>
                    <a:pt x="109655" y="194679"/>
                    <a:pt x="109816" y="194679"/>
                  </a:cubicBezTo>
                  <a:cubicBezTo>
                    <a:pt x="143285" y="194679"/>
                    <a:pt x="152002" y="165455"/>
                    <a:pt x="163781" y="160161"/>
                  </a:cubicBezTo>
                  <a:cubicBezTo>
                    <a:pt x="165889" y="159213"/>
                    <a:pt x="168046" y="158833"/>
                    <a:pt x="170310" y="158833"/>
                  </a:cubicBezTo>
                  <a:cubicBezTo>
                    <a:pt x="179462" y="158833"/>
                    <a:pt x="190378" y="165035"/>
                    <a:pt x="206960" y="165035"/>
                  </a:cubicBezTo>
                  <a:cubicBezTo>
                    <a:pt x="209318" y="165035"/>
                    <a:pt x="211790" y="164910"/>
                    <a:pt x="214388" y="164623"/>
                  </a:cubicBezTo>
                  <a:cubicBezTo>
                    <a:pt x="239780" y="161824"/>
                    <a:pt x="256069" y="123080"/>
                    <a:pt x="238166" y="100552"/>
                  </a:cubicBezTo>
                  <a:cubicBezTo>
                    <a:pt x="220263" y="78026"/>
                    <a:pt x="194362" y="68431"/>
                    <a:pt x="196727" y="54917"/>
                  </a:cubicBezTo>
                  <a:cubicBezTo>
                    <a:pt x="199092" y="41401"/>
                    <a:pt x="214197" y="26885"/>
                    <a:pt x="198277" y="14582"/>
                  </a:cubicBezTo>
                  <a:cubicBezTo>
                    <a:pt x="188030" y="6662"/>
                    <a:pt x="175435" y="0"/>
                    <a:pt x="156176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562;p64">
              <a:extLst>
                <a:ext uri="{FF2B5EF4-FFF2-40B4-BE49-F238E27FC236}">
                  <a16:creationId xmlns:a16="http://schemas.microsoft.com/office/drawing/2014/main" id="{289CB4AA-6E79-77A7-FFCF-5D2CB1315176}"/>
                </a:ext>
              </a:extLst>
            </p:cNvPr>
            <p:cNvSpPr/>
            <p:nvPr/>
          </p:nvSpPr>
          <p:spPr>
            <a:xfrm>
              <a:off x="654175" y="1408900"/>
              <a:ext cx="2934500" cy="1237575"/>
            </a:xfrm>
            <a:custGeom>
              <a:avLst/>
              <a:gdLst/>
              <a:ahLst/>
              <a:cxnLst/>
              <a:rect l="l" t="t" r="r" b="b"/>
              <a:pathLst>
                <a:path w="117380" h="49503" extrusionOk="0">
                  <a:moveTo>
                    <a:pt x="117379" y="0"/>
                  </a:moveTo>
                  <a:lnTo>
                    <a:pt x="819" y="28131"/>
                  </a:lnTo>
                  <a:lnTo>
                    <a:pt x="819" y="28131"/>
                  </a:lnTo>
                  <a:cubicBezTo>
                    <a:pt x="0" y="34609"/>
                    <a:pt x="1478" y="41924"/>
                    <a:pt x="5269" y="49502"/>
                  </a:cubicBezTo>
                  <a:lnTo>
                    <a:pt x="5269" y="49502"/>
                  </a:lnTo>
                  <a:lnTo>
                    <a:pt x="117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563;p64">
              <a:extLst>
                <a:ext uri="{FF2B5EF4-FFF2-40B4-BE49-F238E27FC236}">
                  <a16:creationId xmlns:a16="http://schemas.microsoft.com/office/drawing/2014/main" id="{8DA96B30-8E02-2C5E-AE2A-02434D6DFFC0}"/>
                </a:ext>
              </a:extLst>
            </p:cNvPr>
            <p:cNvSpPr/>
            <p:nvPr/>
          </p:nvSpPr>
          <p:spPr>
            <a:xfrm>
              <a:off x="1359925" y="1527750"/>
              <a:ext cx="2324375" cy="2834650"/>
            </a:xfrm>
            <a:custGeom>
              <a:avLst/>
              <a:gdLst/>
              <a:ahLst/>
              <a:cxnLst/>
              <a:rect l="l" t="t" r="r" b="b"/>
              <a:pathLst>
                <a:path w="92975" h="113386" extrusionOk="0">
                  <a:moveTo>
                    <a:pt x="92975" y="1"/>
                  </a:moveTo>
                  <a:lnTo>
                    <a:pt x="1" y="88441"/>
                  </a:lnTo>
                  <a:cubicBezTo>
                    <a:pt x="2765" y="97462"/>
                    <a:pt x="5000" y="105799"/>
                    <a:pt x="10063" y="113385"/>
                  </a:cubicBezTo>
                  <a:lnTo>
                    <a:pt x="10063" y="113385"/>
                  </a:lnTo>
                  <a:lnTo>
                    <a:pt x="929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564;p64">
              <a:extLst>
                <a:ext uri="{FF2B5EF4-FFF2-40B4-BE49-F238E27FC236}">
                  <a16:creationId xmlns:a16="http://schemas.microsoft.com/office/drawing/2014/main" id="{B236EE19-8DFC-59F5-5534-518977114427}"/>
                </a:ext>
              </a:extLst>
            </p:cNvPr>
            <p:cNvSpPr/>
            <p:nvPr/>
          </p:nvSpPr>
          <p:spPr>
            <a:xfrm>
              <a:off x="1872225" y="1564700"/>
              <a:ext cx="1879600" cy="3395675"/>
            </a:xfrm>
            <a:custGeom>
              <a:avLst/>
              <a:gdLst/>
              <a:ahLst/>
              <a:cxnLst/>
              <a:rect l="l" t="t" r="r" b="b"/>
              <a:pathLst>
                <a:path w="75184" h="135827" extrusionOk="0">
                  <a:moveTo>
                    <a:pt x="75183" y="1"/>
                  </a:moveTo>
                  <a:lnTo>
                    <a:pt x="1" y="123012"/>
                  </a:lnTo>
                  <a:cubicBezTo>
                    <a:pt x="3990" y="126184"/>
                    <a:pt x="11779" y="131640"/>
                    <a:pt x="22564" y="135827"/>
                  </a:cubicBezTo>
                  <a:lnTo>
                    <a:pt x="75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565;p64">
              <a:extLst>
                <a:ext uri="{FF2B5EF4-FFF2-40B4-BE49-F238E27FC236}">
                  <a16:creationId xmlns:a16="http://schemas.microsoft.com/office/drawing/2014/main" id="{66A9A154-1E5A-BA04-CBF8-9EEB9CC5D697}"/>
                </a:ext>
              </a:extLst>
            </p:cNvPr>
            <p:cNvSpPr/>
            <p:nvPr/>
          </p:nvSpPr>
          <p:spPr>
            <a:xfrm>
              <a:off x="847450" y="1296475"/>
              <a:ext cx="2719600" cy="460775"/>
            </a:xfrm>
            <a:custGeom>
              <a:avLst/>
              <a:gdLst/>
              <a:ahLst/>
              <a:cxnLst/>
              <a:rect l="l" t="t" r="r" b="b"/>
              <a:pathLst>
                <a:path w="108784" h="18431" extrusionOk="0">
                  <a:moveTo>
                    <a:pt x="47015" y="0"/>
                  </a:moveTo>
                  <a:cubicBezTo>
                    <a:pt x="40751" y="4314"/>
                    <a:pt x="33637" y="7517"/>
                    <a:pt x="23592" y="8625"/>
                  </a:cubicBezTo>
                  <a:cubicBezTo>
                    <a:pt x="12986" y="9794"/>
                    <a:pt x="5121" y="13318"/>
                    <a:pt x="1" y="18431"/>
                  </a:cubicBezTo>
                  <a:lnTo>
                    <a:pt x="108783" y="1544"/>
                  </a:lnTo>
                  <a:lnTo>
                    <a:pt x="470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566;p64">
              <a:extLst>
                <a:ext uri="{FF2B5EF4-FFF2-40B4-BE49-F238E27FC236}">
                  <a16:creationId xmlns:a16="http://schemas.microsoft.com/office/drawing/2014/main" id="{CB4271FB-7C9F-F80C-918D-78E29A8CF126}"/>
                </a:ext>
              </a:extLst>
            </p:cNvPr>
            <p:cNvSpPr/>
            <p:nvPr/>
          </p:nvSpPr>
          <p:spPr>
            <a:xfrm>
              <a:off x="2799325" y="1582900"/>
              <a:ext cx="1027275" cy="3522225"/>
            </a:xfrm>
            <a:custGeom>
              <a:avLst/>
              <a:gdLst/>
              <a:ahLst/>
              <a:cxnLst/>
              <a:rect l="l" t="t" r="r" b="b"/>
              <a:pathLst>
                <a:path w="41091" h="140889" extrusionOk="0">
                  <a:moveTo>
                    <a:pt x="41090" y="0"/>
                  </a:moveTo>
                  <a:lnTo>
                    <a:pt x="0" y="139320"/>
                  </a:lnTo>
                  <a:cubicBezTo>
                    <a:pt x="4769" y="140258"/>
                    <a:pt x="9888" y="140841"/>
                    <a:pt x="15329" y="140886"/>
                  </a:cubicBezTo>
                  <a:cubicBezTo>
                    <a:pt x="15489" y="140888"/>
                    <a:pt x="15648" y="140888"/>
                    <a:pt x="15807" y="140888"/>
                  </a:cubicBezTo>
                  <a:cubicBezTo>
                    <a:pt x="19473" y="140888"/>
                    <a:pt x="22841" y="140535"/>
                    <a:pt x="25951" y="139903"/>
                  </a:cubicBezTo>
                  <a:lnTo>
                    <a:pt x="41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567;p64">
              <a:extLst>
                <a:ext uri="{FF2B5EF4-FFF2-40B4-BE49-F238E27FC236}">
                  <a16:creationId xmlns:a16="http://schemas.microsoft.com/office/drawing/2014/main" id="{1E634A1B-0C62-4F61-9DB1-FDBDB0D5C5E4}"/>
                </a:ext>
              </a:extLst>
            </p:cNvPr>
            <p:cNvSpPr/>
            <p:nvPr/>
          </p:nvSpPr>
          <p:spPr>
            <a:xfrm>
              <a:off x="964550" y="1474650"/>
              <a:ext cx="2664100" cy="1922400"/>
            </a:xfrm>
            <a:custGeom>
              <a:avLst/>
              <a:gdLst/>
              <a:ahLst/>
              <a:cxnLst/>
              <a:rect l="l" t="t" r="r" b="b"/>
              <a:pathLst>
                <a:path w="106564" h="76896" extrusionOk="0">
                  <a:moveTo>
                    <a:pt x="106564" y="0"/>
                  </a:moveTo>
                  <a:lnTo>
                    <a:pt x="1" y="58023"/>
                  </a:lnTo>
                  <a:cubicBezTo>
                    <a:pt x="5061" y="64558"/>
                    <a:pt x="8458" y="70854"/>
                    <a:pt x="11006" y="76896"/>
                  </a:cubicBezTo>
                  <a:lnTo>
                    <a:pt x="1065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568;p64">
              <a:extLst>
                <a:ext uri="{FF2B5EF4-FFF2-40B4-BE49-F238E27FC236}">
                  <a16:creationId xmlns:a16="http://schemas.microsoft.com/office/drawing/2014/main" id="{4CC63B96-A99E-FB19-1E0A-BEFDDF9ADAE9}"/>
                </a:ext>
              </a:extLst>
            </p:cNvPr>
            <p:cNvSpPr/>
            <p:nvPr/>
          </p:nvSpPr>
          <p:spPr>
            <a:xfrm>
              <a:off x="4043050" y="1519500"/>
              <a:ext cx="2147875" cy="2844425"/>
            </a:xfrm>
            <a:custGeom>
              <a:avLst/>
              <a:gdLst/>
              <a:ahLst/>
              <a:cxnLst/>
              <a:rect l="l" t="t" r="r" b="b"/>
              <a:pathLst>
                <a:path w="85915" h="113777" extrusionOk="0">
                  <a:moveTo>
                    <a:pt x="1" y="0"/>
                  </a:moveTo>
                  <a:lnTo>
                    <a:pt x="61944" y="113764"/>
                  </a:lnTo>
                  <a:cubicBezTo>
                    <a:pt x="62372" y="113772"/>
                    <a:pt x="62799" y="113776"/>
                    <a:pt x="63227" y="113776"/>
                  </a:cubicBezTo>
                  <a:cubicBezTo>
                    <a:pt x="65702" y="113776"/>
                    <a:pt x="68175" y="113640"/>
                    <a:pt x="70636" y="113368"/>
                  </a:cubicBezTo>
                  <a:cubicBezTo>
                    <a:pt x="76268" y="112747"/>
                    <a:pt x="81452" y="110354"/>
                    <a:pt x="85915" y="10676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569;p64">
              <a:extLst>
                <a:ext uri="{FF2B5EF4-FFF2-40B4-BE49-F238E27FC236}">
                  <a16:creationId xmlns:a16="http://schemas.microsoft.com/office/drawing/2014/main" id="{CB97B6FE-30DC-5ABB-252D-FD3498251BD0}"/>
                </a:ext>
              </a:extLst>
            </p:cNvPr>
            <p:cNvSpPr/>
            <p:nvPr/>
          </p:nvSpPr>
          <p:spPr>
            <a:xfrm>
              <a:off x="4096200" y="1463850"/>
              <a:ext cx="2502050" cy="2449625"/>
            </a:xfrm>
            <a:custGeom>
              <a:avLst/>
              <a:gdLst/>
              <a:ahLst/>
              <a:cxnLst/>
              <a:rect l="l" t="t" r="r" b="b"/>
              <a:pathLst>
                <a:path w="100082" h="97985" extrusionOk="0">
                  <a:moveTo>
                    <a:pt x="1" y="0"/>
                  </a:moveTo>
                  <a:lnTo>
                    <a:pt x="93205" y="97984"/>
                  </a:lnTo>
                  <a:cubicBezTo>
                    <a:pt x="97609" y="90591"/>
                    <a:pt x="100081" y="81711"/>
                    <a:pt x="99830" y="7300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570;p64">
              <a:extLst>
                <a:ext uri="{FF2B5EF4-FFF2-40B4-BE49-F238E27FC236}">
                  <a16:creationId xmlns:a16="http://schemas.microsoft.com/office/drawing/2014/main" id="{BAAA74A1-B682-F474-35C6-B5A79BA4AC5E}"/>
                </a:ext>
              </a:extLst>
            </p:cNvPr>
            <p:cNvSpPr/>
            <p:nvPr/>
          </p:nvSpPr>
          <p:spPr>
            <a:xfrm>
              <a:off x="4133125" y="1396325"/>
              <a:ext cx="2311975" cy="1413025"/>
            </a:xfrm>
            <a:custGeom>
              <a:avLst/>
              <a:gdLst/>
              <a:ahLst/>
              <a:cxnLst/>
              <a:rect l="l" t="t" r="r" b="b"/>
              <a:pathLst>
                <a:path w="92479" h="56521" extrusionOk="0">
                  <a:moveTo>
                    <a:pt x="0" y="1"/>
                  </a:moveTo>
                  <a:lnTo>
                    <a:pt x="92479" y="56521"/>
                  </a:lnTo>
                  <a:cubicBezTo>
                    <a:pt x="91960" y="55739"/>
                    <a:pt x="91403" y="54974"/>
                    <a:pt x="90811" y="54224"/>
                  </a:cubicBezTo>
                  <a:cubicBezTo>
                    <a:pt x="78816" y="39131"/>
                    <a:pt x="63231" y="29844"/>
                    <a:pt x="54962" y="2129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571;p64">
              <a:extLst>
                <a:ext uri="{FF2B5EF4-FFF2-40B4-BE49-F238E27FC236}">
                  <a16:creationId xmlns:a16="http://schemas.microsoft.com/office/drawing/2014/main" id="{68FF24A1-A593-D83F-D3F1-A840CB858BFA}"/>
                </a:ext>
              </a:extLst>
            </p:cNvPr>
            <p:cNvSpPr/>
            <p:nvPr/>
          </p:nvSpPr>
          <p:spPr>
            <a:xfrm>
              <a:off x="4151325" y="1321550"/>
              <a:ext cx="1260400" cy="358000"/>
            </a:xfrm>
            <a:custGeom>
              <a:avLst/>
              <a:gdLst/>
              <a:ahLst/>
              <a:cxnLst/>
              <a:rect l="l" t="t" r="r" b="b"/>
              <a:pathLst>
                <a:path w="50416" h="14320" extrusionOk="0">
                  <a:moveTo>
                    <a:pt x="0" y="1"/>
                  </a:moveTo>
                  <a:lnTo>
                    <a:pt x="48550" y="14320"/>
                  </a:lnTo>
                  <a:cubicBezTo>
                    <a:pt x="48454" y="13406"/>
                    <a:pt x="48486" y="12483"/>
                    <a:pt x="48644" y="11580"/>
                  </a:cubicBezTo>
                  <a:cubicBezTo>
                    <a:pt x="48999" y="9557"/>
                    <a:pt x="49638" y="7512"/>
                    <a:pt x="50416" y="545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572;p64">
              <a:extLst>
                <a:ext uri="{FF2B5EF4-FFF2-40B4-BE49-F238E27FC236}">
                  <a16:creationId xmlns:a16="http://schemas.microsoft.com/office/drawing/2014/main" id="{95FA185C-6D91-E9E4-C2C9-A3F8967FFD3A}"/>
                </a:ext>
              </a:extLst>
            </p:cNvPr>
            <p:cNvSpPr/>
            <p:nvPr/>
          </p:nvSpPr>
          <p:spPr>
            <a:xfrm>
              <a:off x="3819750" y="1581100"/>
              <a:ext cx="523450" cy="3350000"/>
            </a:xfrm>
            <a:custGeom>
              <a:avLst/>
              <a:gdLst/>
              <a:ahLst/>
              <a:cxnLst/>
              <a:rect l="l" t="t" r="r" b="b"/>
              <a:pathLst>
                <a:path w="20938" h="134000" extrusionOk="0">
                  <a:moveTo>
                    <a:pt x="3350" y="1"/>
                  </a:moveTo>
                  <a:lnTo>
                    <a:pt x="0" y="133999"/>
                  </a:lnTo>
                  <a:cubicBezTo>
                    <a:pt x="9434" y="128035"/>
                    <a:pt x="15537" y="119459"/>
                    <a:pt x="20937" y="113297"/>
                  </a:cubicBezTo>
                  <a:lnTo>
                    <a:pt x="33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573;p64">
              <a:extLst>
                <a:ext uri="{FF2B5EF4-FFF2-40B4-BE49-F238E27FC236}">
                  <a16:creationId xmlns:a16="http://schemas.microsoft.com/office/drawing/2014/main" id="{CDEF2000-9DFC-D38C-3AF5-FE82CF060C0A}"/>
                </a:ext>
              </a:extLst>
            </p:cNvPr>
            <p:cNvSpPr/>
            <p:nvPr/>
          </p:nvSpPr>
          <p:spPr>
            <a:xfrm>
              <a:off x="2249600" y="932000"/>
              <a:ext cx="1315650" cy="326150"/>
            </a:xfrm>
            <a:custGeom>
              <a:avLst/>
              <a:gdLst/>
              <a:ahLst/>
              <a:cxnLst/>
              <a:rect l="l" t="t" r="r" b="b"/>
              <a:pathLst>
                <a:path w="52626" h="13046" extrusionOk="0">
                  <a:moveTo>
                    <a:pt x="8392" y="0"/>
                  </a:moveTo>
                  <a:cubicBezTo>
                    <a:pt x="5426" y="2517"/>
                    <a:pt x="2693" y="4997"/>
                    <a:pt x="0" y="7351"/>
                  </a:cubicBezTo>
                  <a:lnTo>
                    <a:pt x="52625" y="13045"/>
                  </a:lnTo>
                  <a:lnTo>
                    <a:pt x="8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574;p64">
              <a:extLst>
                <a:ext uri="{FF2B5EF4-FFF2-40B4-BE49-F238E27FC236}">
                  <a16:creationId xmlns:a16="http://schemas.microsoft.com/office/drawing/2014/main" id="{DB147D77-0DBA-A823-3BD8-CDEBDD121B08}"/>
                </a:ext>
              </a:extLst>
            </p:cNvPr>
            <p:cNvSpPr/>
            <p:nvPr/>
          </p:nvSpPr>
          <p:spPr>
            <a:xfrm>
              <a:off x="3977350" y="1559475"/>
              <a:ext cx="1214650" cy="2750925"/>
            </a:xfrm>
            <a:custGeom>
              <a:avLst/>
              <a:gdLst/>
              <a:ahLst/>
              <a:cxnLst/>
              <a:rect l="l" t="t" r="r" b="b"/>
              <a:pathLst>
                <a:path w="48586" h="110037" extrusionOk="0">
                  <a:moveTo>
                    <a:pt x="0" y="1"/>
                  </a:moveTo>
                  <a:lnTo>
                    <a:pt x="25662" y="106338"/>
                  </a:lnTo>
                  <a:cubicBezTo>
                    <a:pt x="26816" y="106095"/>
                    <a:pt x="27991" y="105987"/>
                    <a:pt x="29198" y="105987"/>
                  </a:cubicBezTo>
                  <a:cubicBezTo>
                    <a:pt x="34728" y="105987"/>
                    <a:pt x="40906" y="108245"/>
                    <a:pt x="48586" y="11003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575;p64">
              <a:extLst>
                <a:ext uri="{FF2B5EF4-FFF2-40B4-BE49-F238E27FC236}">
                  <a16:creationId xmlns:a16="http://schemas.microsoft.com/office/drawing/2014/main" id="{F95AAEBE-591C-AAE8-E020-98F47AAB394A}"/>
                </a:ext>
              </a:extLst>
            </p:cNvPr>
            <p:cNvSpPr/>
            <p:nvPr/>
          </p:nvSpPr>
          <p:spPr>
            <a:xfrm>
              <a:off x="3460800" y="355375"/>
              <a:ext cx="278450" cy="664850"/>
            </a:xfrm>
            <a:custGeom>
              <a:avLst/>
              <a:gdLst/>
              <a:ahLst/>
              <a:cxnLst/>
              <a:rect l="l" t="t" r="r" b="b"/>
              <a:pathLst>
                <a:path w="11138" h="26594" extrusionOk="0">
                  <a:moveTo>
                    <a:pt x="4720" y="1"/>
                  </a:moveTo>
                  <a:cubicBezTo>
                    <a:pt x="3178" y="425"/>
                    <a:pt x="1604" y="881"/>
                    <a:pt x="1" y="1372"/>
                  </a:cubicBezTo>
                  <a:lnTo>
                    <a:pt x="11138" y="26593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576;p64">
              <a:extLst>
                <a:ext uri="{FF2B5EF4-FFF2-40B4-BE49-F238E27FC236}">
                  <a16:creationId xmlns:a16="http://schemas.microsoft.com/office/drawing/2014/main" id="{9EABC05E-126A-EE73-349E-21491D221114}"/>
                </a:ext>
              </a:extLst>
            </p:cNvPr>
            <p:cNvSpPr/>
            <p:nvPr/>
          </p:nvSpPr>
          <p:spPr>
            <a:xfrm>
              <a:off x="4127900" y="605050"/>
              <a:ext cx="1443000" cy="565750"/>
            </a:xfrm>
            <a:custGeom>
              <a:avLst/>
              <a:gdLst/>
              <a:ahLst/>
              <a:cxnLst/>
              <a:rect l="l" t="t" r="r" b="b"/>
              <a:pathLst>
                <a:path w="57720" h="22630" extrusionOk="0">
                  <a:moveTo>
                    <a:pt x="51250" y="1"/>
                  </a:moveTo>
                  <a:lnTo>
                    <a:pt x="0" y="22630"/>
                  </a:lnTo>
                  <a:lnTo>
                    <a:pt x="57720" y="8700"/>
                  </a:lnTo>
                  <a:cubicBezTo>
                    <a:pt x="56818" y="5712"/>
                    <a:pt x="54832" y="2799"/>
                    <a:pt x="512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577;p64">
              <a:extLst>
                <a:ext uri="{FF2B5EF4-FFF2-40B4-BE49-F238E27FC236}">
                  <a16:creationId xmlns:a16="http://schemas.microsoft.com/office/drawing/2014/main" id="{F3AC9AF5-0364-27FE-C1AF-BB974BC94B37}"/>
                </a:ext>
              </a:extLst>
            </p:cNvPr>
            <p:cNvSpPr/>
            <p:nvPr/>
          </p:nvSpPr>
          <p:spPr>
            <a:xfrm>
              <a:off x="4149525" y="1023150"/>
              <a:ext cx="1426900" cy="254950"/>
            </a:xfrm>
            <a:custGeom>
              <a:avLst/>
              <a:gdLst/>
              <a:ahLst/>
              <a:cxnLst/>
              <a:rect l="l" t="t" r="r" b="b"/>
              <a:pathLst>
                <a:path w="57076" h="10198" extrusionOk="0">
                  <a:moveTo>
                    <a:pt x="57075" y="0"/>
                  </a:moveTo>
                  <a:lnTo>
                    <a:pt x="0" y="8860"/>
                  </a:lnTo>
                  <a:lnTo>
                    <a:pt x="53528" y="10198"/>
                  </a:lnTo>
                  <a:cubicBezTo>
                    <a:pt x="55018" y="6780"/>
                    <a:pt x="56419" y="3364"/>
                    <a:pt x="57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578;p64">
              <a:extLst>
                <a:ext uri="{FF2B5EF4-FFF2-40B4-BE49-F238E27FC236}">
                  <a16:creationId xmlns:a16="http://schemas.microsoft.com/office/drawing/2014/main" id="{6A2BA052-3E1B-2AEC-A7A9-5A963E2A583F}"/>
                </a:ext>
              </a:extLst>
            </p:cNvPr>
            <p:cNvSpPr/>
            <p:nvPr/>
          </p:nvSpPr>
          <p:spPr>
            <a:xfrm>
              <a:off x="4087925" y="364150"/>
              <a:ext cx="1145150" cy="740950"/>
            </a:xfrm>
            <a:custGeom>
              <a:avLst/>
              <a:gdLst/>
              <a:ahLst/>
              <a:cxnLst/>
              <a:rect l="l" t="t" r="r" b="b"/>
              <a:pathLst>
                <a:path w="45806" h="29638" extrusionOk="0">
                  <a:moveTo>
                    <a:pt x="36827" y="1"/>
                  </a:moveTo>
                  <a:lnTo>
                    <a:pt x="0" y="29637"/>
                  </a:lnTo>
                  <a:lnTo>
                    <a:pt x="45806" y="4695"/>
                  </a:lnTo>
                  <a:cubicBezTo>
                    <a:pt x="43026" y="2962"/>
                    <a:pt x="40054" y="1372"/>
                    <a:pt x="368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579;p64">
              <a:extLst>
                <a:ext uri="{FF2B5EF4-FFF2-40B4-BE49-F238E27FC236}">
                  <a16:creationId xmlns:a16="http://schemas.microsoft.com/office/drawing/2014/main" id="{96E43268-ED6B-D462-F171-F840DCFC7EE2}"/>
                </a:ext>
              </a:extLst>
            </p:cNvPr>
            <p:cNvSpPr/>
            <p:nvPr/>
          </p:nvSpPr>
          <p:spPr>
            <a:xfrm>
              <a:off x="3565225" y="996800"/>
              <a:ext cx="586125" cy="586125"/>
            </a:xfrm>
            <a:custGeom>
              <a:avLst/>
              <a:gdLst/>
              <a:ahLst/>
              <a:cxnLst/>
              <a:rect l="l" t="t" r="r" b="b"/>
              <a:pathLst>
                <a:path w="23445" h="23445" extrusionOk="0">
                  <a:moveTo>
                    <a:pt x="12990" y="1"/>
                  </a:moveTo>
                  <a:lnTo>
                    <a:pt x="10968" y="6861"/>
                  </a:lnTo>
                  <a:lnTo>
                    <a:pt x="9913" y="71"/>
                  </a:lnTo>
                  <a:lnTo>
                    <a:pt x="9735" y="7221"/>
                  </a:lnTo>
                  <a:lnTo>
                    <a:pt x="6959" y="936"/>
                  </a:lnTo>
                  <a:lnTo>
                    <a:pt x="8638" y="7889"/>
                  </a:lnTo>
                  <a:lnTo>
                    <a:pt x="4331" y="2537"/>
                  </a:lnTo>
                  <a:lnTo>
                    <a:pt x="7751" y="8818"/>
                  </a:lnTo>
                  <a:lnTo>
                    <a:pt x="2205" y="4763"/>
                  </a:lnTo>
                  <a:lnTo>
                    <a:pt x="7135" y="9944"/>
                  </a:lnTo>
                  <a:lnTo>
                    <a:pt x="728" y="7463"/>
                  </a:lnTo>
                  <a:lnTo>
                    <a:pt x="6831" y="11193"/>
                  </a:lnTo>
                  <a:lnTo>
                    <a:pt x="6831" y="11193"/>
                  </a:lnTo>
                  <a:lnTo>
                    <a:pt x="0" y="10453"/>
                  </a:lnTo>
                  <a:lnTo>
                    <a:pt x="6861" y="12477"/>
                  </a:lnTo>
                  <a:lnTo>
                    <a:pt x="71" y="13530"/>
                  </a:lnTo>
                  <a:lnTo>
                    <a:pt x="7222" y="13710"/>
                  </a:lnTo>
                  <a:lnTo>
                    <a:pt x="936" y="16484"/>
                  </a:lnTo>
                  <a:lnTo>
                    <a:pt x="7890" y="14807"/>
                  </a:lnTo>
                  <a:lnTo>
                    <a:pt x="2537" y="19114"/>
                  </a:lnTo>
                  <a:lnTo>
                    <a:pt x="2537" y="19114"/>
                  </a:lnTo>
                  <a:lnTo>
                    <a:pt x="8818" y="15694"/>
                  </a:lnTo>
                  <a:lnTo>
                    <a:pt x="9804" y="14344"/>
                  </a:lnTo>
                  <a:lnTo>
                    <a:pt x="10799" y="14104"/>
                  </a:lnTo>
                  <a:lnTo>
                    <a:pt x="10549" y="14752"/>
                  </a:lnTo>
                  <a:lnTo>
                    <a:pt x="10549" y="14752"/>
                  </a:lnTo>
                  <a:lnTo>
                    <a:pt x="11447" y="14262"/>
                  </a:lnTo>
                  <a:lnTo>
                    <a:pt x="11373" y="14951"/>
                  </a:lnTo>
                  <a:lnTo>
                    <a:pt x="9945" y="16310"/>
                  </a:lnTo>
                  <a:lnTo>
                    <a:pt x="7463" y="22717"/>
                  </a:lnTo>
                  <a:lnTo>
                    <a:pt x="11192" y="16614"/>
                  </a:lnTo>
                  <a:lnTo>
                    <a:pt x="10454" y="23444"/>
                  </a:lnTo>
                  <a:lnTo>
                    <a:pt x="12477" y="16584"/>
                  </a:lnTo>
                  <a:lnTo>
                    <a:pt x="13531" y="23373"/>
                  </a:lnTo>
                  <a:lnTo>
                    <a:pt x="13709" y="16223"/>
                  </a:lnTo>
                  <a:lnTo>
                    <a:pt x="16485" y="22508"/>
                  </a:lnTo>
                  <a:lnTo>
                    <a:pt x="14806" y="15555"/>
                  </a:lnTo>
                  <a:lnTo>
                    <a:pt x="19114" y="20908"/>
                  </a:lnTo>
                  <a:lnTo>
                    <a:pt x="15693" y="14626"/>
                  </a:lnTo>
                  <a:lnTo>
                    <a:pt x="21240" y="18682"/>
                  </a:lnTo>
                  <a:lnTo>
                    <a:pt x="16310" y="13499"/>
                  </a:lnTo>
                  <a:lnTo>
                    <a:pt x="22716" y="15981"/>
                  </a:lnTo>
                  <a:lnTo>
                    <a:pt x="16613" y="12251"/>
                  </a:lnTo>
                  <a:lnTo>
                    <a:pt x="23444" y="12991"/>
                  </a:lnTo>
                  <a:lnTo>
                    <a:pt x="16584" y="10967"/>
                  </a:lnTo>
                  <a:lnTo>
                    <a:pt x="23372" y="9914"/>
                  </a:lnTo>
                  <a:lnTo>
                    <a:pt x="16223" y="9735"/>
                  </a:lnTo>
                  <a:lnTo>
                    <a:pt x="22507" y="6960"/>
                  </a:lnTo>
                  <a:lnTo>
                    <a:pt x="15555" y="8637"/>
                  </a:lnTo>
                  <a:lnTo>
                    <a:pt x="15555" y="8637"/>
                  </a:lnTo>
                  <a:lnTo>
                    <a:pt x="20908" y="4331"/>
                  </a:lnTo>
                  <a:lnTo>
                    <a:pt x="14627" y="7750"/>
                  </a:lnTo>
                  <a:lnTo>
                    <a:pt x="18682" y="2205"/>
                  </a:lnTo>
                  <a:lnTo>
                    <a:pt x="13499" y="7134"/>
                  </a:lnTo>
                  <a:lnTo>
                    <a:pt x="15982" y="729"/>
                  </a:lnTo>
                  <a:lnTo>
                    <a:pt x="12252" y="6830"/>
                  </a:lnTo>
                  <a:lnTo>
                    <a:pt x="129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580;p64">
              <a:extLst>
                <a:ext uri="{FF2B5EF4-FFF2-40B4-BE49-F238E27FC236}">
                  <a16:creationId xmlns:a16="http://schemas.microsoft.com/office/drawing/2014/main" id="{A0635C8B-F6C3-8CD8-AF9E-1054639EAFC7}"/>
                </a:ext>
              </a:extLst>
            </p:cNvPr>
            <p:cNvSpPr/>
            <p:nvPr/>
          </p:nvSpPr>
          <p:spPr>
            <a:xfrm>
              <a:off x="4032250" y="255800"/>
              <a:ext cx="791300" cy="796125"/>
            </a:xfrm>
            <a:custGeom>
              <a:avLst/>
              <a:gdLst/>
              <a:ahLst/>
              <a:cxnLst/>
              <a:rect l="l" t="t" r="r" b="b"/>
              <a:pathLst>
                <a:path w="31652" h="31845" extrusionOk="0">
                  <a:moveTo>
                    <a:pt x="23287" y="0"/>
                  </a:moveTo>
                  <a:lnTo>
                    <a:pt x="1" y="31845"/>
                  </a:lnTo>
                  <a:lnTo>
                    <a:pt x="31652" y="1738"/>
                  </a:lnTo>
                  <a:cubicBezTo>
                    <a:pt x="29029" y="1004"/>
                    <a:pt x="26246" y="417"/>
                    <a:pt x="23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581;p64">
              <a:extLst>
                <a:ext uri="{FF2B5EF4-FFF2-40B4-BE49-F238E27FC236}">
                  <a16:creationId xmlns:a16="http://schemas.microsoft.com/office/drawing/2014/main" id="{45F9ECC2-0BB7-6142-BC72-BF1ABD8BA1A7}"/>
                </a:ext>
              </a:extLst>
            </p:cNvPr>
            <p:cNvSpPr/>
            <p:nvPr/>
          </p:nvSpPr>
          <p:spPr>
            <a:xfrm>
              <a:off x="3684275" y="1365575"/>
              <a:ext cx="144700" cy="162200"/>
            </a:xfrm>
            <a:custGeom>
              <a:avLst/>
              <a:gdLst/>
              <a:ahLst/>
              <a:cxnLst/>
              <a:rect l="l" t="t" r="r" b="b"/>
              <a:pathLst>
                <a:path w="5788" h="6488" extrusionOk="0">
                  <a:moveTo>
                    <a:pt x="5787" y="1"/>
                  </a:moveTo>
                  <a:lnTo>
                    <a:pt x="4056" y="943"/>
                  </a:lnTo>
                  <a:lnTo>
                    <a:pt x="1" y="6488"/>
                  </a:lnTo>
                  <a:lnTo>
                    <a:pt x="5183" y="1559"/>
                  </a:lnTo>
                  <a:lnTo>
                    <a:pt x="57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582;p64">
              <a:extLst>
                <a:ext uri="{FF2B5EF4-FFF2-40B4-BE49-F238E27FC236}">
                  <a16:creationId xmlns:a16="http://schemas.microsoft.com/office/drawing/2014/main" id="{CE382808-84B7-DBA0-F454-F4F02AE49E97}"/>
                </a:ext>
              </a:extLst>
            </p:cNvPr>
            <p:cNvSpPr/>
            <p:nvPr/>
          </p:nvSpPr>
          <p:spPr>
            <a:xfrm>
              <a:off x="3708050" y="294975"/>
              <a:ext cx="122600" cy="703625"/>
            </a:xfrm>
            <a:custGeom>
              <a:avLst/>
              <a:gdLst/>
              <a:ahLst/>
              <a:cxnLst/>
              <a:rect l="l" t="t" r="r" b="b"/>
              <a:pathLst>
                <a:path w="4904" h="28145" extrusionOk="0">
                  <a:moveTo>
                    <a:pt x="4904" y="1"/>
                  </a:moveTo>
                  <a:cubicBezTo>
                    <a:pt x="3306" y="325"/>
                    <a:pt x="1671" y="688"/>
                    <a:pt x="1" y="1086"/>
                  </a:cubicBezTo>
                  <a:lnTo>
                    <a:pt x="4200" y="28144"/>
                  </a:lnTo>
                  <a:lnTo>
                    <a:pt x="49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583;p64">
              <a:extLst>
                <a:ext uri="{FF2B5EF4-FFF2-40B4-BE49-F238E27FC236}">
                  <a16:creationId xmlns:a16="http://schemas.microsoft.com/office/drawing/2014/main" id="{2AE446C1-602E-FB64-5C63-1A47AA852403}"/>
                </a:ext>
              </a:extLst>
            </p:cNvPr>
            <p:cNvSpPr/>
            <p:nvPr/>
          </p:nvSpPr>
          <p:spPr>
            <a:xfrm>
              <a:off x="2925250" y="535875"/>
              <a:ext cx="695100" cy="580000"/>
            </a:xfrm>
            <a:custGeom>
              <a:avLst/>
              <a:gdLst/>
              <a:ahLst/>
              <a:cxnLst/>
              <a:rect l="l" t="t" r="r" b="b"/>
              <a:pathLst>
                <a:path w="27804" h="23200" extrusionOk="0">
                  <a:moveTo>
                    <a:pt x="5736" y="1"/>
                  </a:moveTo>
                  <a:cubicBezTo>
                    <a:pt x="3717" y="930"/>
                    <a:pt x="1810" y="1889"/>
                    <a:pt x="0" y="2868"/>
                  </a:cubicBezTo>
                  <a:lnTo>
                    <a:pt x="27804" y="23200"/>
                  </a:lnTo>
                  <a:lnTo>
                    <a:pt x="57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584;p64">
              <a:extLst>
                <a:ext uri="{FF2B5EF4-FFF2-40B4-BE49-F238E27FC236}">
                  <a16:creationId xmlns:a16="http://schemas.microsoft.com/office/drawing/2014/main" id="{13CAA5CF-3E82-15A3-02C1-2450C99A286C}"/>
                </a:ext>
              </a:extLst>
            </p:cNvPr>
            <p:cNvSpPr/>
            <p:nvPr/>
          </p:nvSpPr>
          <p:spPr>
            <a:xfrm>
              <a:off x="3204825" y="431275"/>
              <a:ext cx="468675" cy="628950"/>
            </a:xfrm>
            <a:custGeom>
              <a:avLst/>
              <a:gdLst/>
              <a:ahLst/>
              <a:cxnLst/>
              <a:rect l="l" t="t" r="r" b="b"/>
              <a:pathLst>
                <a:path w="18747" h="25158" extrusionOk="0">
                  <a:moveTo>
                    <a:pt x="5049" y="1"/>
                  </a:moveTo>
                  <a:cubicBezTo>
                    <a:pt x="3295" y="602"/>
                    <a:pt x="1617" y="1223"/>
                    <a:pt x="0" y="1861"/>
                  </a:cubicBezTo>
                  <a:lnTo>
                    <a:pt x="18747" y="25158"/>
                  </a:lnTo>
                  <a:lnTo>
                    <a:pt x="50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585;p64">
              <a:extLst>
                <a:ext uri="{FF2B5EF4-FFF2-40B4-BE49-F238E27FC236}">
                  <a16:creationId xmlns:a16="http://schemas.microsoft.com/office/drawing/2014/main" id="{1C5D8246-96E8-896B-718B-1D03E8F9D049}"/>
                </a:ext>
              </a:extLst>
            </p:cNvPr>
            <p:cNvSpPr/>
            <p:nvPr/>
          </p:nvSpPr>
          <p:spPr>
            <a:xfrm>
              <a:off x="2614000" y="692550"/>
              <a:ext cx="969450" cy="490850"/>
            </a:xfrm>
            <a:custGeom>
              <a:avLst/>
              <a:gdLst/>
              <a:ahLst/>
              <a:cxnLst/>
              <a:rect l="l" t="t" r="r" b="b"/>
              <a:pathLst>
                <a:path w="38778" h="19634" extrusionOk="0">
                  <a:moveTo>
                    <a:pt x="6655" y="1"/>
                  </a:moveTo>
                  <a:cubicBezTo>
                    <a:pt x="4272" y="1514"/>
                    <a:pt x="2067" y="3057"/>
                    <a:pt x="1" y="4612"/>
                  </a:cubicBezTo>
                  <a:lnTo>
                    <a:pt x="38777" y="19633"/>
                  </a:lnTo>
                  <a:lnTo>
                    <a:pt x="66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586;p64">
              <a:extLst>
                <a:ext uri="{FF2B5EF4-FFF2-40B4-BE49-F238E27FC236}">
                  <a16:creationId xmlns:a16="http://schemas.microsoft.com/office/drawing/2014/main" id="{0530C1BF-B2CE-6421-C413-7568BC5311A3}"/>
                </a:ext>
              </a:extLst>
            </p:cNvPr>
            <p:cNvSpPr/>
            <p:nvPr/>
          </p:nvSpPr>
          <p:spPr>
            <a:xfrm>
              <a:off x="3964750" y="238200"/>
              <a:ext cx="473700" cy="776825"/>
            </a:xfrm>
            <a:custGeom>
              <a:avLst/>
              <a:gdLst/>
              <a:ahLst/>
              <a:cxnLst/>
              <a:rect l="l" t="t" r="r" b="b"/>
              <a:pathLst>
                <a:path w="18948" h="31073" extrusionOk="0">
                  <a:moveTo>
                    <a:pt x="15585" y="1"/>
                  </a:moveTo>
                  <a:cubicBezTo>
                    <a:pt x="14417" y="1"/>
                    <a:pt x="13225" y="25"/>
                    <a:pt x="12009" y="73"/>
                  </a:cubicBezTo>
                  <a:lnTo>
                    <a:pt x="1" y="31073"/>
                  </a:lnTo>
                  <a:lnTo>
                    <a:pt x="18947" y="70"/>
                  </a:lnTo>
                  <a:cubicBezTo>
                    <a:pt x="17850" y="24"/>
                    <a:pt x="16729" y="1"/>
                    <a:pt x="15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3587;p64">
              <a:extLst>
                <a:ext uri="{FF2B5EF4-FFF2-40B4-BE49-F238E27FC236}">
                  <a16:creationId xmlns:a16="http://schemas.microsoft.com/office/drawing/2014/main" id="{F5E6C5AE-1EA7-09D1-0268-59F8D376C257}"/>
                </a:ext>
              </a:extLst>
            </p:cNvPr>
            <p:cNvSpPr/>
            <p:nvPr/>
          </p:nvSpPr>
          <p:spPr>
            <a:xfrm>
              <a:off x="3889975" y="251450"/>
              <a:ext cx="219850" cy="745375"/>
            </a:xfrm>
            <a:custGeom>
              <a:avLst/>
              <a:gdLst/>
              <a:ahLst/>
              <a:cxnLst/>
              <a:rect l="l" t="t" r="r" b="b"/>
              <a:pathLst>
                <a:path w="8794" h="29815" extrusionOk="0">
                  <a:moveTo>
                    <a:pt x="8793" y="0"/>
                  </a:moveTo>
                  <a:lnTo>
                    <a:pt x="8793" y="0"/>
                  </a:lnTo>
                  <a:cubicBezTo>
                    <a:pt x="6966" y="194"/>
                    <a:pt x="5083" y="441"/>
                    <a:pt x="3147" y="746"/>
                  </a:cubicBezTo>
                  <a:lnTo>
                    <a:pt x="0" y="29815"/>
                  </a:lnTo>
                  <a:lnTo>
                    <a:pt x="8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3588;p64">
              <a:extLst>
                <a:ext uri="{FF2B5EF4-FFF2-40B4-BE49-F238E27FC236}">
                  <a16:creationId xmlns:a16="http://schemas.microsoft.com/office/drawing/2014/main" id="{F21BA078-6324-F329-CEFF-A6FA7B6C8923}"/>
                </a:ext>
              </a:extLst>
            </p:cNvPr>
            <p:cNvSpPr/>
            <p:nvPr/>
          </p:nvSpPr>
          <p:spPr>
            <a:xfrm>
              <a:off x="940875" y="3892750"/>
              <a:ext cx="5715600" cy="1582800"/>
            </a:xfrm>
            <a:custGeom>
              <a:avLst/>
              <a:gdLst/>
              <a:ahLst/>
              <a:cxnLst/>
              <a:rect l="l" t="t" r="r" b="b"/>
              <a:pathLst>
                <a:path w="228624" h="63312" extrusionOk="0">
                  <a:moveTo>
                    <a:pt x="114312" y="0"/>
                  </a:moveTo>
                  <a:cubicBezTo>
                    <a:pt x="83995" y="0"/>
                    <a:pt x="54920" y="3335"/>
                    <a:pt x="33482" y="9271"/>
                  </a:cubicBezTo>
                  <a:cubicBezTo>
                    <a:pt x="12045" y="15209"/>
                    <a:pt x="1" y="23259"/>
                    <a:pt x="1" y="31655"/>
                  </a:cubicBezTo>
                  <a:cubicBezTo>
                    <a:pt x="1" y="40051"/>
                    <a:pt x="12045" y="48103"/>
                    <a:pt x="33482" y="54039"/>
                  </a:cubicBezTo>
                  <a:cubicBezTo>
                    <a:pt x="54920" y="59975"/>
                    <a:pt x="83995" y="63311"/>
                    <a:pt x="114312" y="63311"/>
                  </a:cubicBezTo>
                  <a:cubicBezTo>
                    <a:pt x="144629" y="63311"/>
                    <a:pt x="173704" y="59975"/>
                    <a:pt x="195142" y="54039"/>
                  </a:cubicBezTo>
                  <a:cubicBezTo>
                    <a:pt x="216579" y="48103"/>
                    <a:pt x="228623" y="40051"/>
                    <a:pt x="228623" y="31655"/>
                  </a:cubicBezTo>
                  <a:cubicBezTo>
                    <a:pt x="228623" y="23259"/>
                    <a:pt x="216579" y="15209"/>
                    <a:pt x="195142" y="9271"/>
                  </a:cubicBezTo>
                  <a:cubicBezTo>
                    <a:pt x="173704" y="3335"/>
                    <a:pt x="144629" y="0"/>
                    <a:pt x="114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3589;p64">
              <a:extLst>
                <a:ext uri="{FF2B5EF4-FFF2-40B4-BE49-F238E27FC236}">
                  <a16:creationId xmlns:a16="http://schemas.microsoft.com/office/drawing/2014/main" id="{4A2E344F-0EA6-67CE-9831-48DDA583BC8A}"/>
                </a:ext>
              </a:extLst>
            </p:cNvPr>
            <p:cNvSpPr/>
            <p:nvPr/>
          </p:nvSpPr>
          <p:spPr>
            <a:xfrm>
              <a:off x="3607375" y="1380825"/>
              <a:ext cx="481725" cy="124175"/>
            </a:xfrm>
            <a:custGeom>
              <a:avLst/>
              <a:gdLst/>
              <a:ahLst/>
              <a:cxnLst/>
              <a:rect l="l" t="t" r="r" b="b"/>
              <a:pathLst>
                <a:path w="19269" h="4967" extrusionOk="0">
                  <a:moveTo>
                    <a:pt x="1" y="1"/>
                  </a:moveTo>
                  <a:lnTo>
                    <a:pt x="1" y="4967"/>
                  </a:lnTo>
                  <a:lnTo>
                    <a:pt x="19268" y="4967"/>
                  </a:lnTo>
                  <a:lnTo>
                    <a:pt x="192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3590;p64">
              <a:extLst>
                <a:ext uri="{FF2B5EF4-FFF2-40B4-BE49-F238E27FC236}">
                  <a16:creationId xmlns:a16="http://schemas.microsoft.com/office/drawing/2014/main" id="{645299E8-D731-7A93-1765-4EBEB8F447FE}"/>
                </a:ext>
              </a:extLst>
            </p:cNvPr>
            <p:cNvSpPr/>
            <p:nvPr/>
          </p:nvSpPr>
          <p:spPr>
            <a:xfrm>
              <a:off x="3600250" y="1373675"/>
              <a:ext cx="495975" cy="138475"/>
            </a:xfrm>
            <a:custGeom>
              <a:avLst/>
              <a:gdLst/>
              <a:ahLst/>
              <a:cxnLst/>
              <a:rect l="l" t="t" r="r" b="b"/>
              <a:pathLst>
                <a:path w="19839" h="5539" extrusionOk="0">
                  <a:moveTo>
                    <a:pt x="19267" y="574"/>
                  </a:moveTo>
                  <a:lnTo>
                    <a:pt x="19267" y="4967"/>
                  </a:lnTo>
                  <a:lnTo>
                    <a:pt x="572" y="4967"/>
                  </a:lnTo>
                  <a:lnTo>
                    <a:pt x="572" y="574"/>
                  </a:lnTo>
                  <a:close/>
                  <a:moveTo>
                    <a:pt x="286" y="1"/>
                  </a:moveTo>
                  <a:cubicBezTo>
                    <a:pt x="128" y="1"/>
                    <a:pt x="0" y="129"/>
                    <a:pt x="0" y="287"/>
                  </a:cubicBezTo>
                  <a:lnTo>
                    <a:pt x="0" y="5253"/>
                  </a:lnTo>
                  <a:cubicBezTo>
                    <a:pt x="0" y="5410"/>
                    <a:pt x="128" y="5538"/>
                    <a:pt x="286" y="5538"/>
                  </a:cubicBezTo>
                  <a:lnTo>
                    <a:pt x="19553" y="5538"/>
                  </a:lnTo>
                  <a:cubicBezTo>
                    <a:pt x="19711" y="5538"/>
                    <a:pt x="19839" y="5410"/>
                    <a:pt x="19839" y="5253"/>
                  </a:cubicBezTo>
                  <a:lnTo>
                    <a:pt x="19839" y="287"/>
                  </a:lnTo>
                  <a:cubicBezTo>
                    <a:pt x="19839" y="129"/>
                    <a:pt x="19711" y="1"/>
                    <a:pt x="195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3591;p64">
              <a:extLst>
                <a:ext uri="{FF2B5EF4-FFF2-40B4-BE49-F238E27FC236}">
                  <a16:creationId xmlns:a16="http://schemas.microsoft.com/office/drawing/2014/main" id="{7E9C7B88-4E6E-197E-EAAF-337F4DD2E89E}"/>
                </a:ext>
              </a:extLst>
            </p:cNvPr>
            <p:cNvSpPr/>
            <p:nvPr/>
          </p:nvSpPr>
          <p:spPr>
            <a:xfrm>
              <a:off x="3701800" y="1380825"/>
              <a:ext cx="76325" cy="124175"/>
            </a:xfrm>
            <a:custGeom>
              <a:avLst/>
              <a:gdLst/>
              <a:ahLst/>
              <a:cxnLst/>
              <a:rect l="l" t="t" r="r" b="b"/>
              <a:pathLst>
                <a:path w="3053" h="4967" extrusionOk="0">
                  <a:moveTo>
                    <a:pt x="1" y="1"/>
                  </a:moveTo>
                  <a:lnTo>
                    <a:pt x="1" y="4967"/>
                  </a:lnTo>
                  <a:lnTo>
                    <a:pt x="3052" y="4967"/>
                  </a:lnTo>
                  <a:lnTo>
                    <a:pt x="30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3592;p64">
              <a:extLst>
                <a:ext uri="{FF2B5EF4-FFF2-40B4-BE49-F238E27FC236}">
                  <a16:creationId xmlns:a16="http://schemas.microsoft.com/office/drawing/2014/main" id="{2F0FA621-A817-53D2-E4C8-7C4C0E7ED87A}"/>
                </a:ext>
              </a:extLst>
            </p:cNvPr>
            <p:cNvSpPr/>
            <p:nvPr/>
          </p:nvSpPr>
          <p:spPr>
            <a:xfrm>
              <a:off x="3694625" y="1373675"/>
              <a:ext cx="90675" cy="138475"/>
            </a:xfrm>
            <a:custGeom>
              <a:avLst/>
              <a:gdLst/>
              <a:ahLst/>
              <a:cxnLst/>
              <a:rect l="l" t="t" r="r" b="b"/>
              <a:pathLst>
                <a:path w="3627" h="5539" extrusionOk="0">
                  <a:moveTo>
                    <a:pt x="3053" y="574"/>
                  </a:moveTo>
                  <a:lnTo>
                    <a:pt x="3053" y="4967"/>
                  </a:lnTo>
                  <a:lnTo>
                    <a:pt x="574" y="4967"/>
                  </a:lnTo>
                  <a:lnTo>
                    <a:pt x="574" y="574"/>
                  </a:lnTo>
                  <a:close/>
                  <a:moveTo>
                    <a:pt x="288" y="1"/>
                  </a:moveTo>
                  <a:cubicBezTo>
                    <a:pt x="129" y="1"/>
                    <a:pt x="1" y="129"/>
                    <a:pt x="1" y="287"/>
                  </a:cubicBezTo>
                  <a:lnTo>
                    <a:pt x="1" y="5253"/>
                  </a:lnTo>
                  <a:cubicBezTo>
                    <a:pt x="1" y="5411"/>
                    <a:pt x="128" y="5538"/>
                    <a:pt x="285" y="5538"/>
                  </a:cubicBezTo>
                  <a:cubicBezTo>
                    <a:pt x="286" y="5538"/>
                    <a:pt x="287" y="5538"/>
                    <a:pt x="288" y="5538"/>
                  </a:cubicBezTo>
                  <a:lnTo>
                    <a:pt x="3339" y="5538"/>
                  </a:lnTo>
                  <a:cubicBezTo>
                    <a:pt x="3340" y="5538"/>
                    <a:pt x="3341" y="5538"/>
                    <a:pt x="3342" y="5538"/>
                  </a:cubicBezTo>
                  <a:cubicBezTo>
                    <a:pt x="3499" y="5538"/>
                    <a:pt x="3626" y="5411"/>
                    <a:pt x="3626" y="5253"/>
                  </a:cubicBezTo>
                  <a:lnTo>
                    <a:pt x="3626" y="287"/>
                  </a:lnTo>
                  <a:cubicBezTo>
                    <a:pt x="3626" y="129"/>
                    <a:pt x="3498" y="1"/>
                    <a:pt x="33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3593;p64">
              <a:extLst>
                <a:ext uri="{FF2B5EF4-FFF2-40B4-BE49-F238E27FC236}">
                  <a16:creationId xmlns:a16="http://schemas.microsoft.com/office/drawing/2014/main" id="{E5B4150F-90C3-E713-8FBE-70C9E9C62BE8}"/>
                </a:ext>
              </a:extLst>
            </p:cNvPr>
            <p:cNvSpPr/>
            <p:nvPr/>
          </p:nvSpPr>
          <p:spPr>
            <a:xfrm>
              <a:off x="3542000" y="1499250"/>
              <a:ext cx="612475" cy="124175"/>
            </a:xfrm>
            <a:custGeom>
              <a:avLst/>
              <a:gdLst/>
              <a:ahLst/>
              <a:cxnLst/>
              <a:rect l="l" t="t" r="r" b="b"/>
              <a:pathLst>
                <a:path w="24499" h="4967" extrusionOk="0">
                  <a:moveTo>
                    <a:pt x="0" y="0"/>
                  </a:moveTo>
                  <a:lnTo>
                    <a:pt x="0" y="4966"/>
                  </a:lnTo>
                  <a:lnTo>
                    <a:pt x="24499" y="4966"/>
                  </a:lnTo>
                  <a:lnTo>
                    <a:pt x="244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3594;p64">
              <a:extLst>
                <a:ext uri="{FF2B5EF4-FFF2-40B4-BE49-F238E27FC236}">
                  <a16:creationId xmlns:a16="http://schemas.microsoft.com/office/drawing/2014/main" id="{04AB2E80-ACFC-2FFA-8F2E-0B2784E59CD2}"/>
                </a:ext>
              </a:extLst>
            </p:cNvPr>
            <p:cNvSpPr/>
            <p:nvPr/>
          </p:nvSpPr>
          <p:spPr>
            <a:xfrm>
              <a:off x="3534825" y="1492100"/>
              <a:ext cx="626800" cy="138500"/>
            </a:xfrm>
            <a:custGeom>
              <a:avLst/>
              <a:gdLst/>
              <a:ahLst/>
              <a:cxnLst/>
              <a:rect l="l" t="t" r="r" b="b"/>
              <a:pathLst>
                <a:path w="25072" h="5540" extrusionOk="0">
                  <a:moveTo>
                    <a:pt x="24499" y="573"/>
                  </a:moveTo>
                  <a:lnTo>
                    <a:pt x="24499" y="4967"/>
                  </a:lnTo>
                  <a:lnTo>
                    <a:pt x="573" y="4967"/>
                  </a:lnTo>
                  <a:lnTo>
                    <a:pt x="573" y="573"/>
                  </a:lnTo>
                  <a:close/>
                  <a:moveTo>
                    <a:pt x="287" y="0"/>
                  </a:moveTo>
                  <a:cubicBezTo>
                    <a:pt x="128" y="0"/>
                    <a:pt x="0" y="129"/>
                    <a:pt x="2" y="288"/>
                  </a:cubicBezTo>
                  <a:lnTo>
                    <a:pt x="2" y="5252"/>
                  </a:lnTo>
                  <a:cubicBezTo>
                    <a:pt x="0" y="5411"/>
                    <a:pt x="128" y="5539"/>
                    <a:pt x="287" y="5539"/>
                  </a:cubicBezTo>
                  <a:lnTo>
                    <a:pt x="24786" y="5539"/>
                  </a:lnTo>
                  <a:cubicBezTo>
                    <a:pt x="24943" y="5539"/>
                    <a:pt x="25072" y="5411"/>
                    <a:pt x="25072" y="5254"/>
                  </a:cubicBezTo>
                  <a:lnTo>
                    <a:pt x="25072" y="288"/>
                  </a:lnTo>
                  <a:cubicBezTo>
                    <a:pt x="25072" y="129"/>
                    <a:pt x="24943" y="0"/>
                    <a:pt x="24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3595;p64">
              <a:extLst>
                <a:ext uri="{FF2B5EF4-FFF2-40B4-BE49-F238E27FC236}">
                  <a16:creationId xmlns:a16="http://schemas.microsoft.com/office/drawing/2014/main" id="{D7EA9AC5-C63F-C27A-EDF3-1498A3F7895B}"/>
                </a:ext>
              </a:extLst>
            </p:cNvPr>
            <p:cNvSpPr/>
            <p:nvPr/>
          </p:nvSpPr>
          <p:spPr>
            <a:xfrm>
              <a:off x="3654100" y="1499250"/>
              <a:ext cx="85850" cy="124175"/>
            </a:xfrm>
            <a:custGeom>
              <a:avLst/>
              <a:gdLst/>
              <a:ahLst/>
              <a:cxnLst/>
              <a:rect l="l" t="t" r="r" b="b"/>
              <a:pathLst>
                <a:path w="3434" h="4967" extrusionOk="0">
                  <a:moveTo>
                    <a:pt x="1" y="0"/>
                  </a:moveTo>
                  <a:lnTo>
                    <a:pt x="1" y="4966"/>
                  </a:lnTo>
                  <a:lnTo>
                    <a:pt x="3434" y="4966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3596;p64">
              <a:extLst>
                <a:ext uri="{FF2B5EF4-FFF2-40B4-BE49-F238E27FC236}">
                  <a16:creationId xmlns:a16="http://schemas.microsoft.com/office/drawing/2014/main" id="{C9DE3765-7CF2-E911-0938-3D390DE6B99E}"/>
                </a:ext>
              </a:extLst>
            </p:cNvPr>
            <p:cNvSpPr/>
            <p:nvPr/>
          </p:nvSpPr>
          <p:spPr>
            <a:xfrm>
              <a:off x="3646950" y="1492100"/>
              <a:ext cx="100175" cy="138500"/>
            </a:xfrm>
            <a:custGeom>
              <a:avLst/>
              <a:gdLst/>
              <a:ahLst/>
              <a:cxnLst/>
              <a:rect l="l" t="t" r="r" b="b"/>
              <a:pathLst>
                <a:path w="4007" h="5540" extrusionOk="0">
                  <a:moveTo>
                    <a:pt x="3434" y="573"/>
                  </a:moveTo>
                  <a:lnTo>
                    <a:pt x="3434" y="4967"/>
                  </a:lnTo>
                  <a:lnTo>
                    <a:pt x="572" y="4967"/>
                  </a:lnTo>
                  <a:lnTo>
                    <a:pt x="572" y="573"/>
                  </a:lnTo>
                  <a:close/>
                  <a:moveTo>
                    <a:pt x="287" y="0"/>
                  </a:moveTo>
                  <a:cubicBezTo>
                    <a:pt x="129" y="0"/>
                    <a:pt x="1" y="129"/>
                    <a:pt x="1" y="288"/>
                  </a:cubicBezTo>
                  <a:lnTo>
                    <a:pt x="1" y="5252"/>
                  </a:lnTo>
                  <a:cubicBezTo>
                    <a:pt x="1" y="5411"/>
                    <a:pt x="129" y="5539"/>
                    <a:pt x="287" y="5539"/>
                  </a:cubicBezTo>
                  <a:lnTo>
                    <a:pt x="3720" y="5539"/>
                  </a:lnTo>
                  <a:cubicBezTo>
                    <a:pt x="3879" y="5539"/>
                    <a:pt x="4007" y="5411"/>
                    <a:pt x="4007" y="5254"/>
                  </a:cubicBezTo>
                  <a:lnTo>
                    <a:pt x="4007" y="288"/>
                  </a:lnTo>
                  <a:cubicBezTo>
                    <a:pt x="4007" y="129"/>
                    <a:pt x="3879" y="0"/>
                    <a:pt x="37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3597;p64">
              <a:extLst>
                <a:ext uri="{FF2B5EF4-FFF2-40B4-BE49-F238E27FC236}">
                  <a16:creationId xmlns:a16="http://schemas.microsoft.com/office/drawing/2014/main" id="{926B9053-E2F0-5C1B-5636-3853578CFB36}"/>
                </a:ext>
              </a:extLst>
            </p:cNvPr>
            <p:cNvSpPr/>
            <p:nvPr/>
          </p:nvSpPr>
          <p:spPr>
            <a:xfrm>
              <a:off x="3607375" y="1025575"/>
              <a:ext cx="481725" cy="361000"/>
            </a:xfrm>
            <a:custGeom>
              <a:avLst/>
              <a:gdLst/>
              <a:ahLst/>
              <a:cxnLst/>
              <a:rect l="l" t="t" r="r" b="b"/>
              <a:pathLst>
                <a:path w="19269" h="14440" extrusionOk="0">
                  <a:moveTo>
                    <a:pt x="9635" y="1"/>
                  </a:moveTo>
                  <a:cubicBezTo>
                    <a:pt x="4313" y="1"/>
                    <a:pt x="1" y="4314"/>
                    <a:pt x="1" y="9634"/>
                  </a:cubicBezTo>
                  <a:lnTo>
                    <a:pt x="1" y="14440"/>
                  </a:lnTo>
                  <a:lnTo>
                    <a:pt x="19268" y="14440"/>
                  </a:lnTo>
                  <a:lnTo>
                    <a:pt x="19268" y="9634"/>
                  </a:lnTo>
                  <a:cubicBezTo>
                    <a:pt x="19268" y="4314"/>
                    <a:pt x="14954" y="1"/>
                    <a:pt x="9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3598;p64">
              <a:extLst>
                <a:ext uri="{FF2B5EF4-FFF2-40B4-BE49-F238E27FC236}">
                  <a16:creationId xmlns:a16="http://schemas.microsoft.com/office/drawing/2014/main" id="{21E83FEE-F550-FE74-2572-7483A77B3D1F}"/>
                </a:ext>
              </a:extLst>
            </p:cNvPr>
            <p:cNvSpPr/>
            <p:nvPr/>
          </p:nvSpPr>
          <p:spPr>
            <a:xfrm>
              <a:off x="3600200" y="1018425"/>
              <a:ext cx="496025" cy="375350"/>
            </a:xfrm>
            <a:custGeom>
              <a:avLst/>
              <a:gdLst/>
              <a:ahLst/>
              <a:cxnLst/>
              <a:rect l="l" t="t" r="r" b="b"/>
              <a:pathLst>
                <a:path w="19841" h="15014" extrusionOk="0">
                  <a:moveTo>
                    <a:pt x="9922" y="574"/>
                  </a:moveTo>
                  <a:cubicBezTo>
                    <a:pt x="15075" y="574"/>
                    <a:pt x="19269" y="4767"/>
                    <a:pt x="19269" y="9920"/>
                  </a:cubicBezTo>
                  <a:lnTo>
                    <a:pt x="19269" y="14440"/>
                  </a:lnTo>
                  <a:lnTo>
                    <a:pt x="574" y="14440"/>
                  </a:lnTo>
                  <a:lnTo>
                    <a:pt x="574" y="9920"/>
                  </a:lnTo>
                  <a:cubicBezTo>
                    <a:pt x="574" y="4767"/>
                    <a:pt x="4767" y="574"/>
                    <a:pt x="9922" y="574"/>
                  </a:cubicBezTo>
                  <a:close/>
                  <a:moveTo>
                    <a:pt x="9922" y="1"/>
                  </a:moveTo>
                  <a:cubicBezTo>
                    <a:pt x="4452" y="1"/>
                    <a:pt x="2" y="4450"/>
                    <a:pt x="2" y="9920"/>
                  </a:cubicBezTo>
                  <a:lnTo>
                    <a:pt x="2" y="14726"/>
                  </a:lnTo>
                  <a:cubicBezTo>
                    <a:pt x="1" y="14884"/>
                    <a:pt x="129" y="15013"/>
                    <a:pt x="288" y="15013"/>
                  </a:cubicBezTo>
                  <a:lnTo>
                    <a:pt x="19555" y="15013"/>
                  </a:lnTo>
                  <a:cubicBezTo>
                    <a:pt x="19713" y="15013"/>
                    <a:pt x="19841" y="14884"/>
                    <a:pt x="19841" y="14726"/>
                  </a:cubicBezTo>
                  <a:lnTo>
                    <a:pt x="19841" y="9920"/>
                  </a:lnTo>
                  <a:cubicBezTo>
                    <a:pt x="19841" y="4450"/>
                    <a:pt x="15391" y="1"/>
                    <a:pt x="9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3599;p64">
              <a:extLst>
                <a:ext uri="{FF2B5EF4-FFF2-40B4-BE49-F238E27FC236}">
                  <a16:creationId xmlns:a16="http://schemas.microsoft.com/office/drawing/2014/main" id="{DBC3575E-AA07-F61D-3F9F-E4DBBD466A68}"/>
                </a:ext>
              </a:extLst>
            </p:cNvPr>
            <p:cNvSpPr/>
            <p:nvPr/>
          </p:nvSpPr>
          <p:spPr>
            <a:xfrm>
              <a:off x="3752200" y="1096725"/>
              <a:ext cx="225675" cy="240775"/>
            </a:xfrm>
            <a:custGeom>
              <a:avLst/>
              <a:gdLst/>
              <a:ahLst/>
              <a:cxnLst/>
              <a:rect l="l" t="t" r="r" b="b"/>
              <a:pathLst>
                <a:path w="9027" h="9631" extrusionOk="0">
                  <a:moveTo>
                    <a:pt x="7071" y="1"/>
                  </a:moveTo>
                  <a:cubicBezTo>
                    <a:pt x="5991" y="1"/>
                    <a:pt x="5115" y="876"/>
                    <a:pt x="5115" y="1957"/>
                  </a:cubicBezTo>
                  <a:cubicBezTo>
                    <a:pt x="5115" y="1971"/>
                    <a:pt x="5119" y="1983"/>
                    <a:pt x="5119" y="1999"/>
                  </a:cubicBezTo>
                  <a:cubicBezTo>
                    <a:pt x="4730" y="1871"/>
                    <a:pt x="4322" y="1807"/>
                    <a:pt x="3912" y="1807"/>
                  </a:cubicBezTo>
                  <a:cubicBezTo>
                    <a:pt x="1751" y="1807"/>
                    <a:pt x="1" y="3557"/>
                    <a:pt x="1" y="5718"/>
                  </a:cubicBezTo>
                  <a:cubicBezTo>
                    <a:pt x="1" y="7879"/>
                    <a:pt x="1751" y="9631"/>
                    <a:pt x="3912" y="9631"/>
                  </a:cubicBezTo>
                  <a:cubicBezTo>
                    <a:pt x="6073" y="9631"/>
                    <a:pt x="7823" y="7879"/>
                    <a:pt x="7823" y="5718"/>
                  </a:cubicBezTo>
                  <a:cubicBezTo>
                    <a:pt x="7823" y="5078"/>
                    <a:pt x="7667" y="4448"/>
                    <a:pt x="7366" y="3883"/>
                  </a:cubicBezTo>
                  <a:cubicBezTo>
                    <a:pt x="8305" y="3741"/>
                    <a:pt x="9027" y="2937"/>
                    <a:pt x="9027" y="1957"/>
                  </a:cubicBezTo>
                  <a:cubicBezTo>
                    <a:pt x="9027" y="876"/>
                    <a:pt x="8151" y="1"/>
                    <a:pt x="7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3600;p64">
              <a:extLst>
                <a:ext uri="{FF2B5EF4-FFF2-40B4-BE49-F238E27FC236}">
                  <a16:creationId xmlns:a16="http://schemas.microsoft.com/office/drawing/2014/main" id="{0448DD8D-FAB5-E271-921D-2E54103871DF}"/>
                </a:ext>
              </a:extLst>
            </p:cNvPr>
            <p:cNvSpPr/>
            <p:nvPr/>
          </p:nvSpPr>
          <p:spPr>
            <a:xfrm>
              <a:off x="3643175" y="1122275"/>
              <a:ext cx="70200" cy="211025"/>
            </a:xfrm>
            <a:custGeom>
              <a:avLst/>
              <a:gdLst/>
              <a:ahLst/>
              <a:cxnLst/>
              <a:rect l="l" t="t" r="r" b="b"/>
              <a:pathLst>
                <a:path w="2808" h="8441" extrusionOk="0">
                  <a:moveTo>
                    <a:pt x="2491" y="1"/>
                  </a:moveTo>
                  <a:cubicBezTo>
                    <a:pt x="2414" y="1"/>
                    <a:pt x="2337" y="32"/>
                    <a:pt x="2280" y="93"/>
                  </a:cubicBezTo>
                  <a:cubicBezTo>
                    <a:pt x="2170" y="212"/>
                    <a:pt x="2063" y="335"/>
                    <a:pt x="1960" y="463"/>
                  </a:cubicBezTo>
                  <a:cubicBezTo>
                    <a:pt x="637" y="2097"/>
                    <a:pt x="217" y="3678"/>
                    <a:pt x="84" y="4476"/>
                  </a:cubicBezTo>
                  <a:cubicBezTo>
                    <a:pt x="1" y="4983"/>
                    <a:pt x="72" y="7838"/>
                    <a:pt x="80" y="8163"/>
                  </a:cubicBezTo>
                  <a:cubicBezTo>
                    <a:pt x="85" y="8318"/>
                    <a:pt x="211" y="8441"/>
                    <a:pt x="367" y="8441"/>
                  </a:cubicBezTo>
                  <a:lnTo>
                    <a:pt x="375" y="8441"/>
                  </a:lnTo>
                  <a:cubicBezTo>
                    <a:pt x="532" y="8437"/>
                    <a:pt x="657" y="8305"/>
                    <a:pt x="653" y="8147"/>
                  </a:cubicBezTo>
                  <a:cubicBezTo>
                    <a:pt x="620" y="6898"/>
                    <a:pt x="593" y="4913"/>
                    <a:pt x="649" y="4569"/>
                  </a:cubicBezTo>
                  <a:cubicBezTo>
                    <a:pt x="773" y="3828"/>
                    <a:pt x="1165" y="2355"/>
                    <a:pt x="2406" y="823"/>
                  </a:cubicBezTo>
                  <a:cubicBezTo>
                    <a:pt x="2501" y="705"/>
                    <a:pt x="2601" y="590"/>
                    <a:pt x="2702" y="478"/>
                  </a:cubicBezTo>
                  <a:cubicBezTo>
                    <a:pt x="2807" y="362"/>
                    <a:pt x="2799" y="182"/>
                    <a:pt x="2683" y="76"/>
                  </a:cubicBezTo>
                  <a:cubicBezTo>
                    <a:pt x="2628" y="26"/>
                    <a:pt x="2560" y="1"/>
                    <a:pt x="24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3601;p64">
              <a:extLst>
                <a:ext uri="{FF2B5EF4-FFF2-40B4-BE49-F238E27FC236}">
                  <a16:creationId xmlns:a16="http://schemas.microsoft.com/office/drawing/2014/main" id="{3577D8F8-7914-9F26-C26F-99528FA6FE9A}"/>
                </a:ext>
              </a:extLst>
            </p:cNvPr>
            <p:cNvSpPr/>
            <p:nvPr/>
          </p:nvSpPr>
          <p:spPr>
            <a:xfrm>
              <a:off x="3737125" y="1063100"/>
              <a:ext cx="57375" cy="37700"/>
            </a:xfrm>
            <a:custGeom>
              <a:avLst/>
              <a:gdLst/>
              <a:ahLst/>
              <a:cxnLst/>
              <a:rect l="l" t="t" r="r" b="b"/>
              <a:pathLst>
                <a:path w="2295" h="1508" extrusionOk="0">
                  <a:moveTo>
                    <a:pt x="1968" y="1"/>
                  </a:moveTo>
                  <a:cubicBezTo>
                    <a:pt x="1930" y="1"/>
                    <a:pt x="1891" y="9"/>
                    <a:pt x="1855" y="25"/>
                  </a:cubicBezTo>
                  <a:cubicBezTo>
                    <a:pt x="1825" y="39"/>
                    <a:pt x="1110" y="371"/>
                    <a:pt x="229" y="987"/>
                  </a:cubicBezTo>
                  <a:cubicBezTo>
                    <a:pt x="0" y="1147"/>
                    <a:pt x="114" y="1507"/>
                    <a:pt x="394" y="1507"/>
                  </a:cubicBezTo>
                  <a:cubicBezTo>
                    <a:pt x="452" y="1507"/>
                    <a:pt x="509" y="1489"/>
                    <a:pt x="556" y="1456"/>
                  </a:cubicBezTo>
                  <a:cubicBezTo>
                    <a:pt x="1394" y="870"/>
                    <a:pt x="2088" y="547"/>
                    <a:pt x="2094" y="544"/>
                  </a:cubicBezTo>
                  <a:cubicBezTo>
                    <a:pt x="2234" y="476"/>
                    <a:pt x="2294" y="308"/>
                    <a:pt x="2229" y="167"/>
                  </a:cubicBezTo>
                  <a:cubicBezTo>
                    <a:pt x="2180" y="63"/>
                    <a:pt x="2077" y="1"/>
                    <a:pt x="1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3602;p64">
              <a:extLst>
                <a:ext uri="{FF2B5EF4-FFF2-40B4-BE49-F238E27FC236}">
                  <a16:creationId xmlns:a16="http://schemas.microsoft.com/office/drawing/2014/main" id="{F7C8903F-6088-D53E-8023-7D66F013A72C}"/>
                </a:ext>
              </a:extLst>
            </p:cNvPr>
            <p:cNvSpPr/>
            <p:nvPr/>
          </p:nvSpPr>
          <p:spPr>
            <a:xfrm>
              <a:off x="3843250" y="800975"/>
              <a:ext cx="25" cy="134775"/>
            </a:xfrm>
            <a:custGeom>
              <a:avLst/>
              <a:gdLst/>
              <a:ahLst/>
              <a:cxnLst/>
              <a:rect l="l" t="t" r="r" b="b"/>
              <a:pathLst>
                <a:path w="1" h="5391" extrusionOk="0">
                  <a:moveTo>
                    <a:pt x="1" y="1"/>
                  </a:moveTo>
                  <a:lnTo>
                    <a:pt x="1" y="5391"/>
                  </a:lnTo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3603;p64">
              <a:extLst>
                <a:ext uri="{FF2B5EF4-FFF2-40B4-BE49-F238E27FC236}">
                  <a16:creationId xmlns:a16="http://schemas.microsoft.com/office/drawing/2014/main" id="{DE32C641-2B28-74FF-E0A1-919CC1BA3CF4}"/>
                </a:ext>
              </a:extLst>
            </p:cNvPr>
            <p:cNvSpPr/>
            <p:nvPr/>
          </p:nvSpPr>
          <p:spPr>
            <a:xfrm>
              <a:off x="3836125" y="793825"/>
              <a:ext cx="14325" cy="149075"/>
            </a:xfrm>
            <a:custGeom>
              <a:avLst/>
              <a:gdLst/>
              <a:ahLst/>
              <a:cxnLst/>
              <a:rect l="l" t="t" r="r" b="b"/>
              <a:pathLst>
                <a:path w="573" h="5963" extrusionOk="0">
                  <a:moveTo>
                    <a:pt x="286" y="1"/>
                  </a:moveTo>
                  <a:cubicBezTo>
                    <a:pt x="128" y="1"/>
                    <a:pt x="0" y="129"/>
                    <a:pt x="0" y="287"/>
                  </a:cubicBezTo>
                  <a:lnTo>
                    <a:pt x="0" y="5677"/>
                  </a:lnTo>
                  <a:cubicBezTo>
                    <a:pt x="0" y="5835"/>
                    <a:pt x="128" y="5963"/>
                    <a:pt x="286" y="5963"/>
                  </a:cubicBezTo>
                  <a:cubicBezTo>
                    <a:pt x="445" y="5963"/>
                    <a:pt x="573" y="5835"/>
                    <a:pt x="573" y="5677"/>
                  </a:cubicBezTo>
                  <a:lnTo>
                    <a:pt x="573" y="287"/>
                  </a:lnTo>
                  <a:cubicBezTo>
                    <a:pt x="573" y="129"/>
                    <a:pt x="445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3604;p64">
              <a:extLst>
                <a:ext uri="{FF2B5EF4-FFF2-40B4-BE49-F238E27FC236}">
                  <a16:creationId xmlns:a16="http://schemas.microsoft.com/office/drawing/2014/main" id="{DA405F60-3EA6-E9DE-7A2B-ACC1402C912A}"/>
                </a:ext>
              </a:extLst>
            </p:cNvPr>
            <p:cNvSpPr/>
            <p:nvPr/>
          </p:nvSpPr>
          <p:spPr>
            <a:xfrm>
              <a:off x="4035975" y="953200"/>
              <a:ext cx="77600" cy="68775"/>
            </a:xfrm>
            <a:custGeom>
              <a:avLst/>
              <a:gdLst/>
              <a:ahLst/>
              <a:cxnLst/>
              <a:rect l="l" t="t" r="r" b="b"/>
              <a:pathLst>
                <a:path w="3104" h="2751" extrusionOk="0">
                  <a:moveTo>
                    <a:pt x="1" y="2751"/>
                  </a:moveTo>
                  <a:lnTo>
                    <a:pt x="3103" y="0"/>
                  </a:lnTo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3605;p64">
              <a:extLst>
                <a:ext uri="{FF2B5EF4-FFF2-40B4-BE49-F238E27FC236}">
                  <a16:creationId xmlns:a16="http://schemas.microsoft.com/office/drawing/2014/main" id="{CDDF78AE-3E9D-0FF8-7BE5-47D260F3D9A0}"/>
                </a:ext>
              </a:extLst>
            </p:cNvPr>
            <p:cNvSpPr/>
            <p:nvPr/>
          </p:nvSpPr>
          <p:spPr>
            <a:xfrm>
              <a:off x="4026325" y="946025"/>
              <a:ext cx="95250" cy="83100"/>
            </a:xfrm>
            <a:custGeom>
              <a:avLst/>
              <a:gdLst/>
              <a:ahLst/>
              <a:cxnLst/>
              <a:rect l="l" t="t" r="r" b="b"/>
              <a:pathLst>
                <a:path w="3810" h="3324" extrusionOk="0">
                  <a:moveTo>
                    <a:pt x="3490" y="0"/>
                  </a:moveTo>
                  <a:cubicBezTo>
                    <a:pt x="3422" y="0"/>
                    <a:pt x="3354" y="24"/>
                    <a:pt x="3300" y="72"/>
                  </a:cubicBezTo>
                  <a:lnTo>
                    <a:pt x="197" y="2822"/>
                  </a:lnTo>
                  <a:cubicBezTo>
                    <a:pt x="1" y="2998"/>
                    <a:pt x="124" y="3322"/>
                    <a:pt x="388" y="3323"/>
                  </a:cubicBezTo>
                  <a:cubicBezTo>
                    <a:pt x="457" y="3323"/>
                    <a:pt x="525" y="3298"/>
                    <a:pt x="578" y="3250"/>
                  </a:cubicBezTo>
                  <a:lnTo>
                    <a:pt x="3680" y="501"/>
                  </a:lnTo>
                  <a:cubicBezTo>
                    <a:pt x="3798" y="396"/>
                    <a:pt x="3810" y="214"/>
                    <a:pt x="3705" y="96"/>
                  </a:cubicBezTo>
                  <a:cubicBezTo>
                    <a:pt x="3648" y="33"/>
                    <a:pt x="3569" y="0"/>
                    <a:pt x="34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3606;p64">
              <a:extLst>
                <a:ext uri="{FF2B5EF4-FFF2-40B4-BE49-F238E27FC236}">
                  <a16:creationId xmlns:a16="http://schemas.microsoft.com/office/drawing/2014/main" id="{C5E07488-3BD1-EC17-380E-AA4CFF21EC4A}"/>
                </a:ext>
              </a:extLst>
            </p:cNvPr>
            <p:cNvSpPr/>
            <p:nvPr/>
          </p:nvSpPr>
          <p:spPr>
            <a:xfrm>
              <a:off x="4123125" y="1246700"/>
              <a:ext cx="120975" cy="25"/>
            </a:xfrm>
            <a:custGeom>
              <a:avLst/>
              <a:gdLst/>
              <a:ahLst/>
              <a:cxnLst/>
              <a:rect l="l" t="t" r="r" b="b"/>
              <a:pathLst>
                <a:path w="4839" h="1" extrusionOk="0">
                  <a:moveTo>
                    <a:pt x="0" y="1"/>
                  </a:moveTo>
                  <a:lnTo>
                    <a:pt x="4838" y="1"/>
                  </a:lnTo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3607;p64">
              <a:extLst>
                <a:ext uri="{FF2B5EF4-FFF2-40B4-BE49-F238E27FC236}">
                  <a16:creationId xmlns:a16="http://schemas.microsoft.com/office/drawing/2014/main" id="{E62C6AAB-9ED2-8069-B64D-F6DCA4CEFA7B}"/>
                </a:ext>
              </a:extLst>
            </p:cNvPr>
            <p:cNvSpPr/>
            <p:nvPr/>
          </p:nvSpPr>
          <p:spPr>
            <a:xfrm>
              <a:off x="4115950" y="1239575"/>
              <a:ext cx="135300" cy="14300"/>
            </a:xfrm>
            <a:custGeom>
              <a:avLst/>
              <a:gdLst/>
              <a:ahLst/>
              <a:cxnLst/>
              <a:rect l="l" t="t" r="r" b="b"/>
              <a:pathLst>
                <a:path w="5412" h="572" extrusionOk="0">
                  <a:moveTo>
                    <a:pt x="287" y="0"/>
                  </a:moveTo>
                  <a:cubicBezTo>
                    <a:pt x="129" y="0"/>
                    <a:pt x="0" y="128"/>
                    <a:pt x="0" y="286"/>
                  </a:cubicBezTo>
                  <a:cubicBezTo>
                    <a:pt x="0" y="444"/>
                    <a:pt x="129" y="572"/>
                    <a:pt x="287" y="572"/>
                  </a:cubicBezTo>
                  <a:lnTo>
                    <a:pt x="5125" y="572"/>
                  </a:lnTo>
                  <a:cubicBezTo>
                    <a:pt x="5283" y="572"/>
                    <a:pt x="5411" y="444"/>
                    <a:pt x="5411" y="286"/>
                  </a:cubicBezTo>
                  <a:cubicBezTo>
                    <a:pt x="5411" y="128"/>
                    <a:pt x="5283" y="0"/>
                    <a:pt x="5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3608;p64">
              <a:extLst>
                <a:ext uri="{FF2B5EF4-FFF2-40B4-BE49-F238E27FC236}">
                  <a16:creationId xmlns:a16="http://schemas.microsoft.com/office/drawing/2014/main" id="{127AAAF4-0493-39AF-E8E5-E7F5F875782E}"/>
                </a:ext>
              </a:extLst>
            </p:cNvPr>
            <p:cNvSpPr/>
            <p:nvPr/>
          </p:nvSpPr>
          <p:spPr>
            <a:xfrm>
              <a:off x="3580100" y="953200"/>
              <a:ext cx="77575" cy="68775"/>
            </a:xfrm>
            <a:custGeom>
              <a:avLst/>
              <a:gdLst/>
              <a:ahLst/>
              <a:cxnLst/>
              <a:rect l="l" t="t" r="r" b="b"/>
              <a:pathLst>
                <a:path w="3103" h="2751" extrusionOk="0">
                  <a:moveTo>
                    <a:pt x="3103" y="2751"/>
                  </a:moveTo>
                  <a:lnTo>
                    <a:pt x="0" y="0"/>
                  </a:lnTo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3609;p64">
              <a:extLst>
                <a:ext uri="{FF2B5EF4-FFF2-40B4-BE49-F238E27FC236}">
                  <a16:creationId xmlns:a16="http://schemas.microsoft.com/office/drawing/2014/main" id="{566A68FB-6623-D195-C102-72B4200C1D4C}"/>
                </a:ext>
              </a:extLst>
            </p:cNvPr>
            <p:cNvSpPr/>
            <p:nvPr/>
          </p:nvSpPr>
          <p:spPr>
            <a:xfrm>
              <a:off x="3572200" y="946100"/>
              <a:ext cx="95150" cy="83025"/>
            </a:xfrm>
            <a:custGeom>
              <a:avLst/>
              <a:gdLst/>
              <a:ahLst/>
              <a:cxnLst/>
              <a:rect l="l" t="t" r="r" b="b"/>
              <a:pathLst>
                <a:path w="3806" h="3321" extrusionOk="0">
                  <a:moveTo>
                    <a:pt x="319" y="0"/>
                  </a:moveTo>
                  <a:cubicBezTo>
                    <a:pt x="240" y="0"/>
                    <a:pt x="161" y="33"/>
                    <a:pt x="105" y="96"/>
                  </a:cubicBezTo>
                  <a:cubicBezTo>
                    <a:pt x="1" y="214"/>
                    <a:pt x="10" y="392"/>
                    <a:pt x="126" y="498"/>
                  </a:cubicBezTo>
                  <a:lnTo>
                    <a:pt x="3229" y="3247"/>
                  </a:lnTo>
                  <a:cubicBezTo>
                    <a:pt x="3282" y="3295"/>
                    <a:pt x="3348" y="3320"/>
                    <a:pt x="3419" y="3320"/>
                  </a:cubicBezTo>
                  <a:cubicBezTo>
                    <a:pt x="3681" y="3319"/>
                    <a:pt x="3806" y="2995"/>
                    <a:pt x="3608" y="2819"/>
                  </a:cubicBezTo>
                  <a:lnTo>
                    <a:pt x="506" y="69"/>
                  </a:lnTo>
                  <a:cubicBezTo>
                    <a:pt x="451" y="23"/>
                    <a:pt x="385" y="0"/>
                    <a:pt x="3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3610;p64">
              <a:extLst>
                <a:ext uri="{FF2B5EF4-FFF2-40B4-BE49-F238E27FC236}">
                  <a16:creationId xmlns:a16="http://schemas.microsoft.com/office/drawing/2014/main" id="{B70D0E80-8F55-8FB4-34AD-9F6222C1ED92}"/>
                </a:ext>
              </a:extLst>
            </p:cNvPr>
            <p:cNvSpPr/>
            <p:nvPr/>
          </p:nvSpPr>
          <p:spPr>
            <a:xfrm>
              <a:off x="3449550" y="1246700"/>
              <a:ext cx="120975" cy="25"/>
            </a:xfrm>
            <a:custGeom>
              <a:avLst/>
              <a:gdLst/>
              <a:ahLst/>
              <a:cxnLst/>
              <a:rect l="l" t="t" r="r" b="b"/>
              <a:pathLst>
                <a:path w="4839" h="1" extrusionOk="0">
                  <a:moveTo>
                    <a:pt x="4839" y="1"/>
                  </a:moveTo>
                  <a:lnTo>
                    <a:pt x="1" y="1"/>
                  </a:lnTo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3611;p64">
              <a:extLst>
                <a:ext uri="{FF2B5EF4-FFF2-40B4-BE49-F238E27FC236}">
                  <a16:creationId xmlns:a16="http://schemas.microsoft.com/office/drawing/2014/main" id="{D9955F4C-0BC9-36D1-8C45-71FC3F339560}"/>
                </a:ext>
              </a:extLst>
            </p:cNvPr>
            <p:cNvSpPr/>
            <p:nvPr/>
          </p:nvSpPr>
          <p:spPr>
            <a:xfrm>
              <a:off x="3442375" y="1239575"/>
              <a:ext cx="135300" cy="14300"/>
            </a:xfrm>
            <a:custGeom>
              <a:avLst/>
              <a:gdLst/>
              <a:ahLst/>
              <a:cxnLst/>
              <a:rect l="l" t="t" r="r" b="b"/>
              <a:pathLst>
                <a:path w="5412" h="572" extrusionOk="0">
                  <a:moveTo>
                    <a:pt x="288" y="0"/>
                  </a:moveTo>
                  <a:cubicBezTo>
                    <a:pt x="129" y="0"/>
                    <a:pt x="1" y="128"/>
                    <a:pt x="1" y="286"/>
                  </a:cubicBezTo>
                  <a:cubicBezTo>
                    <a:pt x="1" y="444"/>
                    <a:pt x="129" y="572"/>
                    <a:pt x="288" y="572"/>
                  </a:cubicBezTo>
                  <a:lnTo>
                    <a:pt x="5126" y="572"/>
                  </a:lnTo>
                  <a:cubicBezTo>
                    <a:pt x="5284" y="572"/>
                    <a:pt x="5412" y="444"/>
                    <a:pt x="5412" y="286"/>
                  </a:cubicBezTo>
                  <a:cubicBezTo>
                    <a:pt x="5412" y="128"/>
                    <a:pt x="5284" y="0"/>
                    <a:pt x="5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3612;p64">
              <a:extLst>
                <a:ext uri="{FF2B5EF4-FFF2-40B4-BE49-F238E27FC236}">
                  <a16:creationId xmlns:a16="http://schemas.microsoft.com/office/drawing/2014/main" id="{625277E9-8397-B3A8-69CD-431B3CB3BF85}"/>
                </a:ext>
              </a:extLst>
            </p:cNvPr>
            <p:cNvSpPr/>
            <p:nvPr/>
          </p:nvSpPr>
          <p:spPr>
            <a:xfrm>
              <a:off x="2166600" y="1616125"/>
              <a:ext cx="3358450" cy="2301150"/>
            </a:xfrm>
            <a:custGeom>
              <a:avLst/>
              <a:gdLst/>
              <a:ahLst/>
              <a:cxnLst/>
              <a:rect l="l" t="t" r="r" b="b"/>
              <a:pathLst>
                <a:path w="134338" h="92046" extrusionOk="0">
                  <a:moveTo>
                    <a:pt x="129" y="0"/>
                  </a:moveTo>
                  <a:cubicBezTo>
                    <a:pt x="59" y="0"/>
                    <a:pt x="1" y="58"/>
                    <a:pt x="1" y="129"/>
                  </a:cubicBezTo>
                  <a:lnTo>
                    <a:pt x="1" y="92046"/>
                  </a:lnTo>
                  <a:lnTo>
                    <a:pt x="134338" y="92046"/>
                  </a:lnTo>
                  <a:lnTo>
                    <a:pt x="134338" y="130"/>
                  </a:lnTo>
                  <a:cubicBezTo>
                    <a:pt x="134338" y="58"/>
                    <a:pt x="134280" y="2"/>
                    <a:pt x="134210" y="2"/>
                  </a:cubicBezTo>
                  <a:lnTo>
                    <a:pt x="129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3613;p64">
              <a:extLst>
                <a:ext uri="{FF2B5EF4-FFF2-40B4-BE49-F238E27FC236}">
                  <a16:creationId xmlns:a16="http://schemas.microsoft.com/office/drawing/2014/main" id="{D6B5E299-839E-9940-62FE-ABACA1CC17D8}"/>
                </a:ext>
              </a:extLst>
            </p:cNvPr>
            <p:cNvSpPr/>
            <p:nvPr/>
          </p:nvSpPr>
          <p:spPr>
            <a:xfrm>
              <a:off x="1662850" y="3917250"/>
              <a:ext cx="4365925" cy="1017275"/>
            </a:xfrm>
            <a:custGeom>
              <a:avLst/>
              <a:gdLst/>
              <a:ahLst/>
              <a:cxnLst/>
              <a:rect l="l" t="t" r="r" b="b"/>
              <a:pathLst>
                <a:path w="174637" h="40691" extrusionOk="0">
                  <a:moveTo>
                    <a:pt x="20151" y="1"/>
                  </a:moveTo>
                  <a:lnTo>
                    <a:pt x="1" y="40691"/>
                  </a:lnTo>
                  <a:lnTo>
                    <a:pt x="174637" y="40691"/>
                  </a:lnTo>
                  <a:lnTo>
                    <a:pt x="1544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3614;p64">
              <a:extLst>
                <a:ext uri="{FF2B5EF4-FFF2-40B4-BE49-F238E27FC236}">
                  <a16:creationId xmlns:a16="http://schemas.microsoft.com/office/drawing/2014/main" id="{B688AD0B-A0F4-7732-0C9A-E5238549C660}"/>
                </a:ext>
              </a:extLst>
            </p:cNvPr>
            <p:cNvSpPr/>
            <p:nvPr/>
          </p:nvSpPr>
          <p:spPr>
            <a:xfrm>
              <a:off x="1654100" y="3910100"/>
              <a:ext cx="4383450" cy="1031600"/>
            </a:xfrm>
            <a:custGeom>
              <a:avLst/>
              <a:gdLst/>
              <a:ahLst/>
              <a:cxnLst/>
              <a:rect l="l" t="t" r="r" b="b"/>
              <a:pathLst>
                <a:path w="175338" h="41264" extrusionOk="0">
                  <a:moveTo>
                    <a:pt x="154660" y="574"/>
                  </a:moveTo>
                  <a:lnTo>
                    <a:pt x="174527" y="40691"/>
                  </a:lnTo>
                  <a:lnTo>
                    <a:pt x="812" y="40691"/>
                  </a:lnTo>
                  <a:lnTo>
                    <a:pt x="20679" y="574"/>
                  </a:lnTo>
                  <a:close/>
                  <a:moveTo>
                    <a:pt x="20501" y="1"/>
                  </a:moveTo>
                  <a:cubicBezTo>
                    <a:pt x="20393" y="1"/>
                    <a:pt x="20293" y="64"/>
                    <a:pt x="20245" y="161"/>
                  </a:cubicBezTo>
                  <a:lnTo>
                    <a:pt x="94" y="40851"/>
                  </a:lnTo>
                  <a:cubicBezTo>
                    <a:pt x="1" y="41041"/>
                    <a:pt x="139" y="41264"/>
                    <a:pt x="351" y="41264"/>
                  </a:cubicBezTo>
                  <a:lnTo>
                    <a:pt x="174987" y="41264"/>
                  </a:lnTo>
                  <a:cubicBezTo>
                    <a:pt x="175200" y="41264"/>
                    <a:pt x="175338" y="41041"/>
                    <a:pt x="175243" y="40851"/>
                  </a:cubicBezTo>
                  <a:lnTo>
                    <a:pt x="155094" y="161"/>
                  </a:lnTo>
                  <a:cubicBezTo>
                    <a:pt x="155046" y="64"/>
                    <a:pt x="154946" y="1"/>
                    <a:pt x="154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3615;p64">
              <a:extLst>
                <a:ext uri="{FF2B5EF4-FFF2-40B4-BE49-F238E27FC236}">
                  <a16:creationId xmlns:a16="http://schemas.microsoft.com/office/drawing/2014/main" id="{7DE19F5D-9DB4-8DC0-3554-5E7D03C09CF3}"/>
                </a:ext>
              </a:extLst>
            </p:cNvPr>
            <p:cNvSpPr/>
            <p:nvPr/>
          </p:nvSpPr>
          <p:spPr>
            <a:xfrm>
              <a:off x="2370050" y="1798375"/>
              <a:ext cx="2951550" cy="1936700"/>
            </a:xfrm>
            <a:custGeom>
              <a:avLst/>
              <a:gdLst/>
              <a:ahLst/>
              <a:cxnLst/>
              <a:rect l="l" t="t" r="r" b="b"/>
              <a:pathLst>
                <a:path w="118062" h="77468" extrusionOk="0">
                  <a:moveTo>
                    <a:pt x="1" y="0"/>
                  </a:moveTo>
                  <a:lnTo>
                    <a:pt x="1" y="77467"/>
                  </a:lnTo>
                  <a:lnTo>
                    <a:pt x="118062" y="77467"/>
                  </a:lnTo>
                  <a:lnTo>
                    <a:pt x="118062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3616;p64">
              <a:extLst>
                <a:ext uri="{FF2B5EF4-FFF2-40B4-BE49-F238E27FC236}">
                  <a16:creationId xmlns:a16="http://schemas.microsoft.com/office/drawing/2014/main" id="{68FD20C1-2F76-7E72-0620-B9677B974A3C}"/>
                </a:ext>
              </a:extLst>
            </p:cNvPr>
            <p:cNvSpPr/>
            <p:nvPr/>
          </p:nvSpPr>
          <p:spPr>
            <a:xfrm>
              <a:off x="2362875" y="1791175"/>
              <a:ext cx="2965900" cy="1951075"/>
            </a:xfrm>
            <a:custGeom>
              <a:avLst/>
              <a:gdLst/>
              <a:ahLst/>
              <a:cxnLst/>
              <a:rect l="l" t="t" r="r" b="b"/>
              <a:pathLst>
                <a:path w="118636" h="78043" extrusionOk="0">
                  <a:moveTo>
                    <a:pt x="118063" y="574"/>
                  </a:moveTo>
                  <a:lnTo>
                    <a:pt x="118063" y="77470"/>
                  </a:lnTo>
                  <a:lnTo>
                    <a:pt x="574" y="77470"/>
                  </a:lnTo>
                  <a:lnTo>
                    <a:pt x="574" y="574"/>
                  </a:lnTo>
                  <a:close/>
                  <a:moveTo>
                    <a:pt x="288" y="1"/>
                  </a:moveTo>
                  <a:cubicBezTo>
                    <a:pt x="129" y="1"/>
                    <a:pt x="1" y="129"/>
                    <a:pt x="1" y="288"/>
                  </a:cubicBezTo>
                  <a:lnTo>
                    <a:pt x="1" y="77757"/>
                  </a:lnTo>
                  <a:cubicBezTo>
                    <a:pt x="1" y="77914"/>
                    <a:pt x="129" y="78042"/>
                    <a:pt x="288" y="78042"/>
                  </a:cubicBezTo>
                  <a:lnTo>
                    <a:pt x="118349" y="78042"/>
                  </a:lnTo>
                  <a:cubicBezTo>
                    <a:pt x="118508" y="78042"/>
                    <a:pt x="118636" y="77914"/>
                    <a:pt x="118636" y="77757"/>
                  </a:cubicBezTo>
                  <a:lnTo>
                    <a:pt x="118636" y="288"/>
                  </a:lnTo>
                  <a:cubicBezTo>
                    <a:pt x="118636" y="129"/>
                    <a:pt x="118508" y="1"/>
                    <a:pt x="1183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3617;p64">
              <a:extLst>
                <a:ext uri="{FF2B5EF4-FFF2-40B4-BE49-F238E27FC236}">
                  <a16:creationId xmlns:a16="http://schemas.microsoft.com/office/drawing/2014/main" id="{A64098E1-A49B-4BB9-3720-56A0FD465874}"/>
                </a:ext>
              </a:extLst>
            </p:cNvPr>
            <p:cNvSpPr/>
            <p:nvPr/>
          </p:nvSpPr>
          <p:spPr>
            <a:xfrm>
              <a:off x="2435450" y="1846625"/>
              <a:ext cx="2824625" cy="100725"/>
            </a:xfrm>
            <a:custGeom>
              <a:avLst/>
              <a:gdLst/>
              <a:ahLst/>
              <a:cxnLst/>
              <a:rect l="l" t="t" r="r" b="b"/>
              <a:pathLst>
                <a:path w="112985" h="4029" extrusionOk="0">
                  <a:moveTo>
                    <a:pt x="1" y="0"/>
                  </a:moveTo>
                  <a:lnTo>
                    <a:pt x="1" y="4028"/>
                  </a:lnTo>
                  <a:lnTo>
                    <a:pt x="112984" y="4028"/>
                  </a:lnTo>
                  <a:lnTo>
                    <a:pt x="1129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3618;p64">
              <a:extLst>
                <a:ext uri="{FF2B5EF4-FFF2-40B4-BE49-F238E27FC236}">
                  <a16:creationId xmlns:a16="http://schemas.microsoft.com/office/drawing/2014/main" id="{A8285967-8084-C9DE-1CF6-A476ED2A060A}"/>
                </a:ext>
              </a:extLst>
            </p:cNvPr>
            <p:cNvSpPr/>
            <p:nvPr/>
          </p:nvSpPr>
          <p:spPr>
            <a:xfrm>
              <a:off x="2428275" y="1839475"/>
              <a:ext cx="2838925" cy="115000"/>
            </a:xfrm>
            <a:custGeom>
              <a:avLst/>
              <a:gdLst/>
              <a:ahLst/>
              <a:cxnLst/>
              <a:rect l="l" t="t" r="r" b="b"/>
              <a:pathLst>
                <a:path w="113557" h="4600" extrusionOk="0">
                  <a:moveTo>
                    <a:pt x="112984" y="572"/>
                  </a:moveTo>
                  <a:lnTo>
                    <a:pt x="112984" y="4027"/>
                  </a:lnTo>
                  <a:lnTo>
                    <a:pt x="572" y="4027"/>
                  </a:lnTo>
                  <a:lnTo>
                    <a:pt x="573" y="572"/>
                  </a:lnTo>
                  <a:close/>
                  <a:moveTo>
                    <a:pt x="288" y="0"/>
                  </a:moveTo>
                  <a:cubicBezTo>
                    <a:pt x="129" y="0"/>
                    <a:pt x="1" y="128"/>
                    <a:pt x="1" y="286"/>
                  </a:cubicBezTo>
                  <a:lnTo>
                    <a:pt x="1" y="4314"/>
                  </a:lnTo>
                  <a:cubicBezTo>
                    <a:pt x="1" y="4472"/>
                    <a:pt x="129" y="4600"/>
                    <a:pt x="288" y="4600"/>
                  </a:cubicBezTo>
                  <a:lnTo>
                    <a:pt x="113271" y="4600"/>
                  </a:lnTo>
                  <a:cubicBezTo>
                    <a:pt x="113429" y="4600"/>
                    <a:pt x="113557" y="4472"/>
                    <a:pt x="113557" y="4314"/>
                  </a:cubicBezTo>
                  <a:lnTo>
                    <a:pt x="113557" y="286"/>
                  </a:lnTo>
                  <a:cubicBezTo>
                    <a:pt x="113557" y="128"/>
                    <a:pt x="113429" y="0"/>
                    <a:pt x="113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3619;p64">
              <a:extLst>
                <a:ext uri="{FF2B5EF4-FFF2-40B4-BE49-F238E27FC236}">
                  <a16:creationId xmlns:a16="http://schemas.microsoft.com/office/drawing/2014/main" id="{D463E58A-1CA8-C16D-F234-E10A65350887}"/>
                </a:ext>
              </a:extLst>
            </p:cNvPr>
            <p:cNvSpPr/>
            <p:nvPr/>
          </p:nvSpPr>
          <p:spPr>
            <a:xfrm>
              <a:off x="5022300" y="1846625"/>
              <a:ext cx="237775" cy="100725"/>
            </a:xfrm>
            <a:custGeom>
              <a:avLst/>
              <a:gdLst/>
              <a:ahLst/>
              <a:cxnLst/>
              <a:rect l="l" t="t" r="r" b="b"/>
              <a:pathLst>
                <a:path w="9511" h="4029" extrusionOk="0">
                  <a:moveTo>
                    <a:pt x="1" y="0"/>
                  </a:moveTo>
                  <a:lnTo>
                    <a:pt x="1" y="4028"/>
                  </a:lnTo>
                  <a:lnTo>
                    <a:pt x="9510" y="4028"/>
                  </a:lnTo>
                  <a:lnTo>
                    <a:pt x="95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3620;p64">
              <a:extLst>
                <a:ext uri="{FF2B5EF4-FFF2-40B4-BE49-F238E27FC236}">
                  <a16:creationId xmlns:a16="http://schemas.microsoft.com/office/drawing/2014/main" id="{B806DEF0-041D-F638-BED7-6C90C580DA4F}"/>
                </a:ext>
              </a:extLst>
            </p:cNvPr>
            <p:cNvSpPr/>
            <p:nvPr/>
          </p:nvSpPr>
          <p:spPr>
            <a:xfrm>
              <a:off x="5015125" y="1839475"/>
              <a:ext cx="252075" cy="115000"/>
            </a:xfrm>
            <a:custGeom>
              <a:avLst/>
              <a:gdLst/>
              <a:ahLst/>
              <a:cxnLst/>
              <a:rect l="l" t="t" r="r" b="b"/>
              <a:pathLst>
                <a:path w="10083" h="4600" extrusionOk="0">
                  <a:moveTo>
                    <a:pt x="9511" y="572"/>
                  </a:moveTo>
                  <a:lnTo>
                    <a:pt x="9511" y="4027"/>
                  </a:lnTo>
                  <a:lnTo>
                    <a:pt x="574" y="4027"/>
                  </a:lnTo>
                  <a:lnTo>
                    <a:pt x="574" y="572"/>
                  </a:lnTo>
                  <a:close/>
                  <a:moveTo>
                    <a:pt x="288" y="0"/>
                  </a:moveTo>
                  <a:cubicBezTo>
                    <a:pt x="129" y="0"/>
                    <a:pt x="1" y="128"/>
                    <a:pt x="1" y="286"/>
                  </a:cubicBezTo>
                  <a:lnTo>
                    <a:pt x="1" y="4314"/>
                  </a:lnTo>
                  <a:cubicBezTo>
                    <a:pt x="1" y="4472"/>
                    <a:pt x="129" y="4600"/>
                    <a:pt x="288" y="4600"/>
                  </a:cubicBezTo>
                  <a:lnTo>
                    <a:pt x="9797" y="4600"/>
                  </a:lnTo>
                  <a:cubicBezTo>
                    <a:pt x="9955" y="4600"/>
                    <a:pt x="10083" y="4472"/>
                    <a:pt x="10083" y="4314"/>
                  </a:cubicBezTo>
                  <a:lnTo>
                    <a:pt x="10083" y="286"/>
                  </a:lnTo>
                  <a:cubicBezTo>
                    <a:pt x="10083" y="128"/>
                    <a:pt x="9955" y="0"/>
                    <a:pt x="9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3621;p64">
              <a:extLst>
                <a:ext uri="{FF2B5EF4-FFF2-40B4-BE49-F238E27FC236}">
                  <a16:creationId xmlns:a16="http://schemas.microsoft.com/office/drawing/2014/main" id="{6184D582-9373-118E-4E77-26DA64ACD0DF}"/>
                </a:ext>
              </a:extLst>
            </p:cNvPr>
            <p:cNvSpPr/>
            <p:nvPr/>
          </p:nvSpPr>
          <p:spPr>
            <a:xfrm>
              <a:off x="3522350" y="4115325"/>
              <a:ext cx="189225" cy="123975"/>
            </a:xfrm>
            <a:custGeom>
              <a:avLst/>
              <a:gdLst/>
              <a:ahLst/>
              <a:cxnLst/>
              <a:rect l="l" t="t" r="r" b="b"/>
              <a:pathLst>
                <a:path w="7569" h="4959" extrusionOk="0">
                  <a:moveTo>
                    <a:pt x="471" y="0"/>
                  </a:moveTo>
                  <a:lnTo>
                    <a:pt x="1" y="4959"/>
                  </a:lnTo>
                  <a:lnTo>
                    <a:pt x="7335" y="4959"/>
                  </a:lnTo>
                  <a:lnTo>
                    <a:pt x="75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3622;p64">
              <a:extLst>
                <a:ext uri="{FF2B5EF4-FFF2-40B4-BE49-F238E27FC236}">
                  <a16:creationId xmlns:a16="http://schemas.microsoft.com/office/drawing/2014/main" id="{29B6DC13-BE4E-45E1-262B-0D5259D58231}"/>
                </a:ext>
              </a:extLst>
            </p:cNvPr>
            <p:cNvSpPr/>
            <p:nvPr/>
          </p:nvSpPr>
          <p:spPr>
            <a:xfrm>
              <a:off x="3514825" y="4108175"/>
              <a:ext cx="204075" cy="138275"/>
            </a:xfrm>
            <a:custGeom>
              <a:avLst/>
              <a:gdLst/>
              <a:ahLst/>
              <a:cxnLst/>
              <a:rect l="l" t="t" r="r" b="b"/>
              <a:pathLst>
                <a:path w="8163" h="5531" extrusionOk="0">
                  <a:moveTo>
                    <a:pt x="7569" y="573"/>
                  </a:moveTo>
                  <a:lnTo>
                    <a:pt x="7363" y="4958"/>
                  </a:lnTo>
                  <a:lnTo>
                    <a:pt x="616" y="4958"/>
                  </a:lnTo>
                  <a:lnTo>
                    <a:pt x="1031" y="573"/>
                  </a:lnTo>
                  <a:close/>
                  <a:moveTo>
                    <a:pt x="771" y="0"/>
                  </a:moveTo>
                  <a:cubicBezTo>
                    <a:pt x="623" y="0"/>
                    <a:pt x="500" y="112"/>
                    <a:pt x="486" y="259"/>
                  </a:cubicBezTo>
                  <a:lnTo>
                    <a:pt x="16" y="5218"/>
                  </a:lnTo>
                  <a:cubicBezTo>
                    <a:pt x="1" y="5386"/>
                    <a:pt x="133" y="5530"/>
                    <a:pt x="302" y="5530"/>
                  </a:cubicBezTo>
                  <a:lnTo>
                    <a:pt x="7636" y="5530"/>
                  </a:lnTo>
                  <a:cubicBezTo>
                    <a:pt x="7789" y="5530"/>
                    <a:pt x="7914" y="5410"/>
                    <a:pt x="7922" y="5258"/>
                  </a:cubicBezTo>
                  <a:lnTo>
                    <a:pt x="8155" y="299"/>
                  </a:lnTo>
                  <a:cubicBezTo>
                    <a:pt x="8163" y="136"/>
                    <a:pt x="8032" y="0"/>
                    <a:pt x="7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3623;p64">
              <a:extLst>
                <a:ext uri="{FF2B5EF4-FFF2-40B4-BE49-F238E27FC236}">
                  <a16:creationId xmlns:a16="http://schemas.microsoft.com/office/drawing/2014/main" id="{AC9DF8C6-1326-0CE1-D27B-7004562FBF78}"/>
                </a:ext>
              </a:extLst>
            </p:cNvPr>
            <p:cNvSpPr/>
            <p:nvPr/>
          </p:nvSpPr>
          <p:spPr>
            <a:xfrm>
              <a:off x="3889025" y="4115325"/>
              <a:ext cx="183500" cy="123975"/>
            </a:xfrm>
            <a:custGeom>
              <a:avLst/>
              <a:gdLst/>
              <a:ahLst/>
              <a:cxnLst/>
              <a:rect l="l" t="t" r="r" b="b"/>
              <a:pathLst>
                <a:path w="7340" h="4959" extrusionOk="0">
                  <a:moveTo>
                    <a:pt x="0" y="0"/>
                  </a:moveTo>
                  <a:lnTo>
                    <a:pt x="4" y="4959"/>
                  </a:lnTo>
                  <a:lnTo>
                    <a:pt x="7340" y="4959"/>
                  </a:lnTo>
                  <a:lnTo>
                    <a:pt x="70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3624;p64">
              <a:extLst>
                <a:ext uri="{FF2B5EF4-FFF2-40B4-BE49-F238E27FC236}">
                  <a16:creationId xmlns:a16="http://schemas.microsoft.com/office/drawing/2014/main" id="{EDD95A8D-BE9F-4FE9-B2F2-9EA096F711D0}"/>
                </a:ext>
              </a:extLst>
            </p:cNvPr>
            <p:cNvSpPr/>
            <p:nvPr/>
          </p:nvSpPr>
          <p:spPr>
            <a:xfrm>
              <a:off x="3881825" y="4108175"/>
              <a:ext cx="198050" cy="138275"/>
            </a:xfrm>
            <a:custGeom>
              <a:avLst/>
              <a:gdLst/>
              <a:ahLst/>
              <a:cxnLst/>
              <a:rect l="l" t="t" r="r" b="b"/>
              <a:pathLst>
                <a:path w="7922" h="5531" extrusionOk="0">
                  <a:moveTo>
                    <a:pt x="7112" y="573"/>
                  </a:moveTo>
                  <a:lnTo>
                    <a:pt x="7328" y="4958"/>
                  </a:lnTo>
                  <a:lnTo>
                    <a:pt x="579" y="4958"/>
                  </a:lnTo>
                  <a:lnTo>
                    <a:pt x="574" y="573"/>
                  </a:lnTo>
                  <a:close/>
                  <a:moveTo>
                    <a:pt x="288" y="0"/>
                  </a:moveTo>
                  <a:cubicBezTo>
                    <a:pt x="129" y="0"/>
                    <a:pt x="1" y="129"/>
                    <a:pt x="1" y="286"/>
                  </a:cubicBezTo>
                  <a:lnTo>
                    <a:pt x="6" y="5243"/>
                  </a:lnTo>
                  <a:cubicBezTo>
                    <a:pt x="6" y="5402"/>
                    <a:pt x="134" y="5530"/>
                    <a:pt x="292" y="5530"/>
                  </a:cubicBezTo>
                  <a:lnTo>
                    <a:pt x="7626" y="5530"/>
                  </a:lnTo>
                  <a:cubicBezTo>
                    <a:pt x="7790" y="5530"/>
                    <a:pt x="7921" y="5393"/>
                    <a:pt x="7912" y="5231"/>
                  </a:cubicBezTo>
                  <a:lnTo>
                    <a:pt x="7670" y="272"/>
                  </a:lnTo>
                  <a:cubicBezTo>
                    <a:pt x="7663" y="120"/>
                    <a:pt x="7538" y="0"/>
                    <a:pt x="73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3625;p64">
              <a:extLst>
                <a:ext uri="{FF2B5EF4-FFF2-40B4-BE49-F238E27FC236}">
                  <a16:creationId xmlns:a16="http://schemas.microsoft.com/office/drawing/2014/main" id="{A9B359AA-C8C4-1F7D-FA8E-9DD990B8F73F}"/>
                </a:ext>
              </a:extLst>
            </p:cNvPr>
            <p:cNvSpPr/>
            <p:nvPr/>
          </p:nvSpPr>
          <p:spPr>
            <a:xfrm>
              <a:off x="4989425" y="4234404"/>
              <a:ext cx="227925" cy="132550"/>
            </a:xfrm>
            <a:custGeom>
              <a:avLst/>
              <a:gdLst/>
              <a:ahLst/>
              <a:cxnLst/>
              <a:rect l="l" t="t" r="r" b="b"/>
              <a:pathLst>
                <a:path w="9117" h="5302" extrusionOk="0">
                  <a:moveTo>
                    <a:pt x="1" y="1"/>
                  </a:moveTo>
                  <a:lnTo>
                    <a:pt x="1529" y="5301"/>
                  </a:lnTo>
                  <a:lnTo>
                    <a:pt x="9117" y="5301"/>
                  </a:lnTo>
                  <a:lnTo>
                    <a:pt x="73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3626;p64">
              <a:extLst>
                <a:ext uri="{FF2B5EF4-FFF2-40B4-BE49-F238E27FC236}">
                  <a16:creationId xmlns:a16="http://schemas.microsoft.com/office/drawing/2014/main" id="{750869B3-7B9F-91AC-87C2-574F495AC012}"/>
                </a:ext>
              </a:extLst>
            </p:cNvPr>
            <p:cNvSpPr/>
            <p:nvPr/>
          </p:nvSpPr>
          <p:spPr>
            <a:xfrm>
              <a:off x="4981225" y="4232100"/>
              <a:ext cx="244450" cy="146900"/>
            </a:xfrm>
            <a:custGeom>
              <a:avLst/>
              <a:gdLst/>
              <a:ahLst/>
              <a:cxnLst/>
              <a:rect l="l" t="t" r="r" b="b"/>
              <a:pathLst>
                <a:path w="9778" h="5876" extrusionOk="0">
                  <a:moveTo>
                    <a:pt x="7458" y="573"/>
                  </a:moveTo>
                  <a:lnTo>
                    <a:pt x="9047" y="5302"/>
                  </a:lnTo>
                  <a:lnTo>
                    <a:pt x="2072" y="5302"/>
                  </a:lnTo>
                  <a:lnTo>
                    <a:pt x="708" y="573"/>
                  </a:lnTo>
                  <a:close/>
                  <a:moveTo>
                    <a:pt x="328" y="1"/>
                  </a:moveTo>
                  <a:cubicBezTo>
                    <a:pt x="138" y="1"/>
                    <a:pt x="1" y="184"/>
                    <a:pt x="53" y="367"/>
                  </a:cubicBezTo>
                  <a:lnTo>
                    <a:pt x="1581" y="5668"/>
                  </a:lnTo>
                  <a:cubicBezTo>
                    <a:pt x="1616" y="5791"/>
                    <a:pt x="1728" y="5875"/>
                    <a:pt x="1857" y="5875"/>
                  </a:cubicBezTo>
                  <a:lnTo>
                    <a:pt x="9445" y="5875"/>
                  </a:lnTo>
                  <a:cubicBezTo>
                    <a:pt x="9445" y="5875"/>
                    <a:pt x="9446" y="5875"/>
                    <a:pt x="9447" y="5875"/>
                  </a:cubicBezTo>
                  <a:cubicBezTo>
                    <a:pt x="9642" y="5875"/>
                    <a:pt x="9778" y="5684"/>
                    <a:pt x="9715" y="5499"/>
                  </a:cubicBezTo>
                  <a:lnTo>
                    <a:pt x="7935" y="195"/>
                  </a:lnTo>
                  <a:cubicBezTo>
                    <a:pt x="7895" y="79"/>
                    <a:pt x="7786" y="1"/>
                    <a:pt x="7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3627;p64">
              <a:extLst>
                <a:ext uri="{FF2B5EF4-FFF2-40B4-BE49-F238E27FC236}">
                  <a16:creationId xmlns:a16="http://schemas.microsoft.com/office/drawing/2014/main" id="{4304A035-B0AC-8C0F-77E1-DEE6324A339C}"/>
                </a:ext>
              </a:extLst>
            </p:cNvPr>
            <p:cNvSpPr/>
            <p:nvPr/>
          </p:nvSpPr>
          <p:spPr>
            <a:xfrm>
              <a:off x="3338950" y="4115325"/>
              <a:ext cx="195200" cy="123975"/>
            </a:xfrm>
            <a:custGeom>
              <a:avLst/>
              <a:gdLst/>
              <a:ahLst/>
              <a:cxnLst/>
              <a:rect l="l" t="t" r="r" b="b"/>
              <a:pathLst>
                <a:path w="7808" h="4959" extrusionOk="0">
                  <a:moveTo>
                    <a:pt x="708" y="0"/>
                  </a:moveTo>
                  <a:lnTo>
                    <a:pt x="1" y="4959"/>
                  </a:lnTo>
                  <a:lnTo>
                    <a:pt x="7337" y="4959"/>
                  </a:lnTo>
                  <a:lnTo>
                    <a:pt x="78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3628;p64">
              <a:extLst>
                <a:ext uri="{FF2B5EF4-FFF2-40B4-BE49-F238E27FC236}">
                  <a16:creationId xmlns:a16="http://schemas.microsoft.com/office/drawing/2014/main" id="{1B0F24B0-A0D0-CC7F-52E1-4228D98BCF37}"/>
                </a:ext>
              </a:extLst>
            </p:cNvPr>
            <p:cNvSpPr/>
            <p:nvPr/>
          </p:nvSpPr>
          <p:spPr>
            <a:xfrm>
              <a:off x="3331275" y="4108175"/>
              <a:ext cx="210400" cy="138275"/>
            </a:xfrm>
            <a:custGeom>
              <a:avLst/>
              <a:gdLst/>
              <a:ahLst/>
              <a:cxnLst/>
              <a:rect l="l" t="t" r="r" b="b"/>
              <a:pathLst>
                <a:path w="8416" h="5531" extrusionOk="0">
                  <a:moveTo>
                    <a:pt x="7799" y="573"/>
                  </a:moveTo>
                  <a:lnTo>
                    <a:pt x="7384" y="4958"/>
                  </a:lnTo>
                  <a:lnTo>
                    <a:pt x="637" y="4958"/>
                  </a:lnTo>
                  <a:lnTo>
                    <a:pt x="1263" y="573"/>
                  </a:lnTo>
                  <a:close/>
                  <a:moveTo>
                    <a:pt x="8116" y="0"/>
                  </a:moveTo>
                  <a:cubicBezTo>
                    <a:pt x="8115" y="0"/>
                    <a:pt x="8115" y="0"/>
                    <a:pt x="8114" y="0"/>
                  </a:cubicBezTo>
                  <a:lnTo>
                    <a:pt x="1015" y="0"/>
                  </a:lnTo>
                  <a:cubicBezTo>
                    <a:pt x="872" y="0"/>
                    <a:pt x="751" y="104"/>
                    <a:pt x="732" y="247"/>
                  </a:cubicBezTo>
                  <a:lnTo>
                    <a:pt x="25" y="5204"/>
                  </a:lnTo>
                  <a:cubicBezTo>
                    <a:pt x="0" y="5377"/>
                    <a:pt x="134" y="5530"/>
                    <a:pt x="308" y="5530"/>
                  </a:cubicBezTo>
                  <a:lnTo>
                    <a:pt x="7644" y="5530"/>
                  </a:lnTo>
                  <a:cubicBezTo>
                    <a:pt x="7791" y="5530"/>
                    <a:pt x="7914" y="5418"/>
                    <a:pt x="7928" y="5272"/>
                  </a:cubicBezTo>
                  <a:lnTo>
                    <a:pt x="8399" y="313"/>
                  </a:lnTo>
                  <a:cubicBezTo>
                    <a:pt x="8415" y="146"/>
                    <a:pt x="8283" y="0"/>
                    <a:pt x="81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3629;p64">
              <a:extLst>
                <a:ext uri="{FF2B5EF4-FFF2-40B4-BE49-F238E27FC236}">
                  <a16:creationId xmlns:a16="http://schemas.microsoft.com/office/drawing/2014/main" id="{36B60C73-9E2A-0DC8-95EC-EDB6065C5CF7}"/>
                </a:ext>
              </a:extLst>
            </p:cNvPr>
            <p:cNvSpPr/>
            <p:nvPr/>
          </p:nvSpPr>
          <p:spPr>
            <a:xfrm>
              <a:off x="2972175" y="4115325"/>
              <a:ext cx="207075" cy="123975"/>
            </a:xfrm>
            <a:custGeom>
              <a:avLst/>
              <a:gdLst/>
              <a:ahLst/>
              <a:cxnLst/>
              <a:rect l="l" t="t" r="r" b="b"/>
              <a:pathLst>
                <a:path w="8283" h="4959" extrusionOk="0">
                  <a:moveTo>
                    <a:pt x="1183" y="0"/>
                  </a:moveTo>
                  <a:lnTo>
                    <a:pt x="1" y="4959"/>
                  </a:lnTo>
                  <a:lnTo>
                    <a:pt x="7336" y="4959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3630;p64">
              <a:extLst>
                <a:ext uri="{FF2B5EF4-FFF2-40B4-BE49-F238E27FC236}">
                  <a16:creationId xmlns:a16="http://schemas.microsoft.com/office/drawing/2014/main" id="{E0ED4A39-E48E-79F0-8141-9577DEBDB012}"/>
                </a:ext>
              </a:extLst>
            </p:cNvPr>
            <p:cNvSpPr/>
            <p:nvPr/>
          </p:nvSpPr>
          <p:spPr>
            <a:xfrm>
              <a:off x="2964175" y="4108175"/>
              <a:ext cx="222925" cy="138275"/>
            </a:xfrm>
            <a:custGeom>
              <a:avLst/>
              <a:gdLst/>
              <a:ahLst/>
              <a:cxnLst/>
              <a:rect l="l" t="t" r="r" b="b"/>
              <a:pathLst>
                <a:path w="8917" h="5531" extrusionOk="0">
                  <a:moveTo>
                    <a:pt x="8256" y="573"/>
                  </a:moveTo>
                  <a:lnTo>
                    <a:pt x="7420" y="4958"/>
                  </a:lnTo>
                  <a:lnTo>
                    <a:pt x="683" y="4958"/>
                  </a:lnTo>
                  <a:lnTo>
                    <a:pt x="1729" y="573"/>
                  </a:lnTo>
                  <a:close/>
                  <a:moveTo>
                    <a:pt x="1503" y="0"/>
                  </a:moveTo>
                  <a:cubicBezTo>
                    <a:pt x="1371" y="0"/>
                    <a:pt x="1256" y="91"/>
                    <a:pt x="1225" y="221"/>
                  </a:cubicBezTo>
                  <a:lnTo>
                    <a:pt x="42" y="5178"/>
                  </a:lnTo>
                  <a:cubicBezTo>
                    <a:pt x="0" y="5357"/>
                    <a:pt x="136" y="5530"/>
                    <a:pt x="321" y="5530"/>
                  </a:cubicBezTo>
                  <a:lnTo>
                    <a:pt x="7656" y="5530"/>
                  </a:lnTo>
                  <a:cubicBezTo>
                    <a:pt x="7793" y="5530"/>
                    <a:pt x="7911" y="5433"/>
                    <a:pt x="7937" y="5299"/>
                  </a:cubicBezTo>
                  <a:lnTo>
                    <a:pt x="8883" y="340"/>
                  </a:lnTo>
                  <a:cubicBezTo>
                    <a:pt x="8916" y="165"/>
                    <a:pt x="8780" y="0"/>
                    <a:pt x="8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3631;p64">
              <a:extLst>
                <a:ext uri="{FF2B5EF4-FFF2-40B4-BE49-F238E27FC236}">
                  <a16:creationId xmlns:a16="http://schemas.microsoft.com/office/drawing/2014/main" id="{659A1F52-2A31-1AED-E15C-738786F6CDB5}"/>
                </a:ext>
              </a:extLst>
            </p:cNvPr>
            <p:cNvSpPr/>
            <p:nvPr/>
          </p:nvSpPr>
          <p:spPr>
            <a:xfrm>
              <a:off x="4598800" y="4110454"/>
              <a:ext cx="207275" cy="123975"/>
            </a:xfrm>
            <a:custGeom>
              <a:avLst/>
              <a:gdLst/>
              <a:ahLst/>
              <a:cxnLst/>
              <a:rect l="l" t="t" r="r" b="b"/>
              <a:pathLst>
                <a:path w="8291" h="4959" extrusionOk="0">
                  <a:moveTo>
                    <a:pt x="1" y="0"/>
                  </a:moveTo>
                  <a:lnTo>
                    <a:pt x="954" y="4959"/>
                  </a:lnTo>
                  <a:lnTo>
                    <a:pt x="8290" y="4959"/>
                  </a:lnTo>
                  <a:lnTo>
                    <a:pt x="70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3632;p64">
              <a:extLst>
                <a:ext uri="{FF2B5EF4-FFF2-40B4-BE49-F238E27FC236}">
                  <a16:creationId xmlns:a16="http://schemas.microsoft.com/office/drawing/2014/main" id="{33F9E427-C2E1-8B17-2764-8C061815019C}"/>
                </a:ext>
              </a:extLst>
            </p:cNvPr>
            <p:cNvSpPr/>
            <p:nvPr/>
          </p:nvSpPr>
          <p:spPr>
            <a:xfrm>
              <a:off x="4590925" y="4108175"/>
              <a:ext cx="223150" cy="138275"/>
            </a:xfrm>
            <a:custGeom>
              <a:avLst/>
              <a:gdLst/>
              <a:ahLst/>
              <a:cxnLst/>
              <a:rect l="l" t="t" r="r" b="b"/>
              <a:pathLst>
                <a:path w="8926" h="5531" extrusionOk="0">
                  <a:moveTo>
                    <a:pt x="7188" y="572"/>
                  </a:moveTo>
                  <a:lnTo>
                    <a:pt x="8241" y="4958"/>
                  </a:lnTo>
                  <a:lnTo>
                    <a:pt x="1507" y="4958"/>
                  </a:lnTo>
                  <a:lnTo>
                    <a:pt x="662" y="572"/>
                  </a:lnTo>
                  <a:close/>
                  <a:moveTo>
                    <a:pt x="316" y="0"/>
                  </a:moveTo>
                  <a:cubicBezTo>
                    <a:pt x="135" y="0"/>
                    <a:pt x="1" y="165"/>
                    <a:pt x="34" y="340"/>
                  </a:cubicBezTo>
                  <a:lnTo>
                    <a:pt x="989" y="5299"/>
                  </a:lnTo>
                  <a:cubicBezTo>
                    <a:pt x="1014" y="5433"/>
                    <a:pt x="1132" y="5530"/>
                    <a:pt x="1269" y="5530"/>
                  </a:cubicBezTo>
                  <a:lnTo>
                    <a:pt x="8605" y="5530"/>
                  </a:lnTo>
                  <a:lnTo>
                    <a:pt x="8605" y="5529"/>
                  </a:lnTo>
                  <a:cubicBezTo>
                    <a:pt x="8790" y="5529"/>
                    <a:pt x="8926" y="5357"/>
                    <a:pt x="8883" y="5177"/>
                  </a:cubicBezTo>
                  <a:lnTo>
                    <a:pt x="7691" y="220"/>
                  </a:lnTo>
                  <a:cubicBezTo>
                    <a:pt x="7661" y="90"/>
                    <a:pt x="7545" y="0"/>
                    <a:pt x="74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3633;p64">
              <a:extLst>
                <a:ext uri="{FF2B5EF4-FFF2-40B4-BE49-F238E27FC236}">
                  <a16:creationId xmlns:a16="http://schemas.microsoft.com/office/drawing/2014/main" id="{C5E0E648-5D79-772D-1751-E123B14C5602}"/>
                </a:ext>
              </a:extLst>
            </p:cNvPr>
            <p:cNvSpPr/>
            <p:nvPr/>
          </p:nvSpPr>
          <p:spPr>
            <a:xfrm>
              <a:off x="4776250" y="4110454"/>
              <a:ext cx="213200" cy="123975"/>
            </a:xfrm>
            <a:custGeom>
              <a:avLst/>
              <a:gdLst/>
              <a:ahLst/>
              <a:cxnLst/>
              <a:rect l="l" t="t" r="r" b="b"/>
              <a:pathLst>
                <a:path w="8528" h="4959" extrusionOk="0">
                  <a:moveTo>
                    <a:pt x="0" y="0"/>
                  </a:moveTo>
                  <a:lnTo>
                    <a:pt x="1192" y="4959"/>
                  </a:lnTo>
                  <a:lnTo>
                    <a:pt x="8528" y="4959"/>
                  </a:lnTo>
                  <a:lnTo>
                    <a:pt x="70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3634;p64">
              <a:extLst>
                <a:ext uri="{FF2B5EF4-FFF2-40B4-BE49-F238E27FC236}">
                  <a16:creationId xmlns:a16="http://schemas.microsoft.com/office/drawing/2014/main" id="{98E6871A-A57E-E94B-90AE-2EA3FE4D0FC7}"/>
                </a:ext>
              </a:extLst>
            </p:cNvPr>
            <p:cNvSpPr/>
            <p:nvPr/>
          </p:nvSpPr>
          <p:spPr>
            <a:xfrm>
              <a:off x="4768225" y="4108175"/>
              <a:ext cx="229425" cy="138275"/>
            </a:xfrm>
            <a:custGeom>
              <a:avLst/>
              <a:gdLst/>
              <a:ahLst/>
              <a:cxnLst/>
              <a:rect l="l" t="t" r="r" b="b"/>
              <a:pathLst>
                <a:path w="9177" h="5531" extrusionOk="0">
                  <a:moveTo>
                    <a:pt x="7205" y="573"/>
                  </a:moveTo>
                  <a:lnTo>
                    <a:pt x="8468" y="4958"/>
                  </a:lnTo>
                  <a:lnTo>
                    <a:pt x="1739" y="4958"/>
                  </a:lnTo>
                  <a:lnTo>
                    <a:pt x="684" y="573"/>
                  </a:lnTo>
                  <a:close/>
                  <a:moveTo>
                    <a:pt x="321" y="0"/>
                  </a:moveTo>
                  <a:cubicBezTo>
                    <a:pt x="137" y="0"/>
                    <a:pt x="1" y="174"/>
                    <a:pt x="43" y="353"/>
                  </a:cubicBezTo>
                  <a:lnTo>
                    <a:pt x="1235" y="5311"/>
                  </a:lnTo>
                  <a:cubicBezTo>
                    <a:pt x="1266" y="5439"/>
                    <a:pt x="1381" y="5530"/>
                    <a:pt x="1513" y="5530"/>
                  </a:cubicBezTo>
                  <a:lnTo>
                    <a:pt x="8849" y="5530"/>
                  </a:lnTo>
                  <a:cubicBezTo>
                    <a:pt x="9039" y="5530"/>
                    <a:pt x="9177" y="5348"/>
                    <a:pt x="9123" y="5165"/>
                  </a:cubicBezTo>
                  <a:lnTo>
                    <a:pt x="7695" y="208"/>
                  </a:lnTo>
                  <a:cubicBezTo>
                    <a:pt x="7660" y="85"/>
                    <a:pt x="7547" y="0"/>
                    <a:pt x="74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3635;p64">
              <a:extLst>
                <a:ext uri="{FF2B5EF4-FFF2-40B4-BE49-F238E27FC236}">
                  <a16:creationId xmlns:a16="http://schemas.microsoft.com/office/drawing/2014/main" id="{658607AB-31E8-2D59-EBA8-000F99A006E7}"/>
                </a:ext>
              </a:extLst>
            </p:cNvPr>
            <p:cNvSpPr/>
            <p:nvPr/>
          </p:nvSpPr>
          <p:spPr>
            <a:xfrm>
              <a:off x="2788825" y="4115325"/>
              <a:ext cx="212950" cy="123975"/>
            </a:xfrm>
            <a:custGeom>
              <a:avLst/>
              <a:gdLst/>
              <a:ahLst/>
              <a:cxnLst/>
              <a:rect l="l" t="t" r="r" b="b"/>
              <a:pathLst>
                <a:path w="8518" h="4959" extrusionOk="0">
                  <a:moveTo>
                    <a:pt x="1420" y="0"/>
                  </a:moveTo>
                  <a:lnTo>
                    <a:pt x="0" y="4959"/>
                  </a:lnTo>
                  <a:lnTo>
                    <a:pt x="7335" y="4959"/>
                  </a:lnTo>
                  <a:lnTo>
                    <a:pt x="85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3636;p64">
              <a:extLst>
                <a:ext uri="{FF2B5EF4-FFF2-40B4-BE49-F238E27FC236}">
                  <a16:creationId xmlns:a16="http://schemas.microsoft.com/office/drawing/2014/main" id="{C10924EB-CE47-8B61-1993-F446CB95FD38}"/>
                </a:ext>
              </a:extLst>
            </p:cNvPr>
            <p:cNvSpPr/>
            <p:nvPr/>
          </p:nvSpPr>
          <p:spPr>
            <a:xfrm>
              <a:off x="2780625" y="4108175"/>
              <a:ext cx="229200" cy="138275"/>
            </a:xfrm>
            <a:custGeom>
              <a:avLst/>
              <a:gdLst/>
              <a:ahLst/>
              <a:cxnLst/>
              <a:rect l="l" t="t" r="r" b="b"/>
              <a:pathLst>
                <a:path w="9168" h="5531" extrusionOk="0">
                  <a:moveTo>
                    <a:pt x="8483" y="572"/>
                  </a:moveTo>
                  <a:lnTo>
                    <a:pt x="7437" y="4958"/>
                  </a:lnTo>
                  <a:lnTo>
                    <a:pt x="707" y="4958"/>
                  </a:lnTo>
                  <a:lnTo>
                    <a:pt x="1963" y="572"/>
                  </a:lnTo>
                  <a:close/>
                  <a:moveTo>
                    <a:pt x="1748" y="0"/>
                  </a:moveTo>
                  <a:cubicBezTo>
                    <a:pt x="1620" y="0"/>
                    <a:pt x="1507" y="85"/>
                    <a:pt x="1473" y="207"/>
                  </a:cubicBezTo>
                  <a:lnTo>
                    <a:pt x="53" y="5165"/>
                  </a:lnTo>
                  <a:cubicBezTo>
                    <a:pt x="0" y="5348"/>
                    <a:pt x="137" y="5530"/>
                    <a:pt x="328" y="5530"/>
                  </a:cubicBezTo>
                  <a:lnTo>
                    <a:pt x="7663" y="5530"/>
                  </a:lnTo>
                  <a:cubicBezTo>
                    <a:pt x="7796" y="5530"/>
                    <a:pt x="7911" y="5439"/>
                    <a:pt x="7941" y="5310"/>
                  </a:cubicBezTo>
                  <a:lnTo>
                    <a:pt x="9124" y="353"/>
                  </a:lnTo>
                  <a:cubicBezTo>
                    <a:pt x="9167" y="172"/>
                    <a:pt x="9030" y="0"/>
                    <a:pt x="8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3637;p64">
              <a:extLst>
                <a:ext uri="{FF2B5EF4-FFF2-40B4-BE49-F238E27FC236}">
                  <a16:creationId xmlns:a16="http://schemas.microsoft.com/office/drawing/2014/main" id="{BDE40285-C0A1-604E-FDCC-7103E5983C3D}"/>
                </a:ext>
              </a:extLst>
            </p:cNvPr>
            <p:cNvSpPr/>
            <p:nvPr/>
          </p:nvSpPr>
          <p:spPr>
            <a:xfrm>
              <a:off x="4066450" y="4115325"/>
              <a:ext cx="189475" cy="123975"/>
            </a:xfrm>
            <a:custGeom>
              <a:avLst/>
              <a:gdLst/>
              <a:ahLst/>
              <a:cxnLst/>
              <a:rect l="l" t="t" r="r" b="b"/>
              <a:pathLst>
                <a:path w="7579" h="4959" extrusionOk="0">
                  <a:moveTo>
                    <a:pt x="0" y="0"/>
                  </a:moveTo>
                  <a:lnTo>
                    <a:pt x="243" y="4959"/>
                  </a:lnTo>
                  <a:lnTo>
                    <a:pt x="7578" y="4959"/>
                  </a:lnTo>
                  <a:lnTo>
                    <a:pt x="70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3638;p64">
              <a:extLst>
                <a:ext uri="{FF2B5EF4-FFF2-40B4-BE49-F238E27FC236}">
                  <a16:creationId xmlns:a16="http://schemas.microsoft.com/office/drawing/2014/main" id="{CA23CF5E-7DE7-1E7F-4764-EB89030B2C78}"/>
                </a:ext>
              </a:extLst>
            </p:cNvPr>
            <p:cNvSpPr/>
            <p:nvPr/>
          </p:nvSpPr>
          <p:spPr>
            <a:xfrm>
              <a:off x="4059100" y="4108175"/>
              <a:ext cx="204325" cy="138275"/>
            </a:xfrm>
            <a:custGeom>
              <a:avLst/>
              <a:gdLst/>
              <a:ahLst/>
              <a:cxnLst/>
              <a:rect l="l" t="t" r="r" b="b"/>
              <a:pathLst>
                <a:path w="8173" h="5531" extrusionOk="0">
                  <a:moveTo>
                    <a:pt x="7133" y="573"/>
                  </a:moveTo>
                  <a:lnTo>
                    <a:pt x="7557" y="4958"/>
                  </a:lnTo>
                  <a:lnTo>
                    <a:pt x="810" y="4958"/>
                  </a:lnTo>
                  <a:lnTo>
                    <a:pt x="596" y="573"/>
                  </a:lnTo>
                  <a:close/>
                  <a:moveTo>
                    <a:pt x="294" y="0"/>
                  </a:moveTo>
                  <a:cubicBezTo>
                    <a:pt x="130" y="0"/>
                    <a:pt x="1" y="138"/>
                    <a:pt x="9" y="300"/>
                  </a:cubicBezTo>
                  <a:lnTo>
                    <a:pt x="251" y="5258"/>
                  </a:lnTo>
                  <a:cubicBezTo>
                    <a:pt x="258" y="5410"/>
                    <a:pt x="384" y="5530"/>
                    <a:pt x="537" y="5530"/>
                  </a:cubicBezTo>
                  <a:lnTo>
                    <a:pt x="7872" y="5530"/>
                  </a:lnTo>
                  <a:cubicBezTo>
                    <a:pt x="8040" y="5530"/>
                    <a:pt x="8172" y="5384"/>
                    <a:pt x="8157" y="5216"/>
                  </a:cubicBezTo>
                  <a:lnTo>
                    <a:pt x="7677" y="259"/>
                  </a:lnTo>
                  <a:cubicBezTo>
                    <a:pt x="7663" y="112"/>
                    <a:pt x="7539" y="0"/>
                    <a:pt x="7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3639;p64">
              <a:extLst>
                <a:ext uri="{FF2B5EF4-FFF2-40B4-BE49-F238E27FC236}">
                  <a16:creationId xmlns:a16="http://schemas.microsoft.com/office/drawing/2014/main" id="{0120C2A1-281E-AC43-1F41-87FCDEED5986}"/>
                </a:ext>
              </a:extLst>
            </p:cNvPr>
            <p:cNvSpPr/>
            <p:nvPr/>
          </p:nvSpPr>
          <p:spPr>
            <a:xfrm>
              <a:off x="4953700" y="4110454"/>
              <a:ext cx="219125" cy="123975"/>
            </a:xfrm>
            <a:custGeom>
              <a:avLst/>
              <a:gdLst/>
              <a:ahLst/>
              <a:cxnLst/>
              <a:rect l="l" t="t" r="r" b="b"/>
              <a:pathLst>
                <a:path w="8765" h="4959" extrusionOk="0">
                  <a:moveTo>
                    <a:pt x="1" y="0"/>
                  </a:moveTo>
                  <a:lnTo>
                    <a:pt x="1430" y="4959"/>
                  </a:lnTo>
                  <a:lnTo>
                    <a:pt x="8764" y="4959"/>
                  </a:lnTo>
                  <a:lnTo>
                    <a:pt x="70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3640;p64">
              <a:extLst>
                <a:ext uri="{FF2B5EF4-FFF2-40B4-BE49-F238E27FC236}">
                  <a16:creationId xmlns:a16="http://schemas.microsoft.com/office/drawing/2014/main" id="{A7E4AB0B-BADF-F616-30C8-3EC951C872ED}"/>
                </a:ext>
              </a:extLst>
            </p:cNvPr>
            <p:cNvSpPr/>
            <p:nvPr/>
          </p:nvSpPr>
          <p:spPr>
            <a:xfrm>
              <a:off x="4945500" y="4108175"/>
              <a:ext cx="235675" cy="138275"/>
            </a:xfrm>
            <a:custGeom>
              <a:avLst/>
              <a:gdLst/>
              <a:ahLst/>
              <a:cxnLst/>
              <a:rect l="l" t="t" r="r" b="b"/>
              <a:pathLst>
                <a:path w="9427" h="5531" extrusionOk="0">
                  <a:moveTo>
                    <a:pt x="7221" y="572"/>
                  </a:moveTo>
                  <a:lnTo>
                    <a:pt x="8695" y="4958"/>
                  </a:lnTo>
                  <a:lnTo>
                    <a:pt x="1973" y="4958"/>
                  </a:lnTo>
                  <a:lnTo>
                    <a:pt x="710" y="572"/>
                  </a:lnTo>
                  <a:close/>
                  <a:moveTo>
                    <a:pt x="329" y="0"/>
                  </a:moveTo>
                  <a:cubicBezTo>
                    <a:pt x="138" y="0"/>
                    <a:pt x="1" y="182"/>
                    <a:pt x="53" y="366"/>
                  </a:cubicBezTo>
                  <a:lnTo>
                    <a:pt x="1482" y="5324"/>
                  </a:lnTo>
                  <a:cubicBezTo>
                    <a:pt x="1518" y="5446"/>
                    <a:pt x="1630" y="5530"/>
                    <a:pt x="1758" y="5530"/>
                  </a:cubicBezTo>
                  <a:lnTo>
                    <a:pt x="9092" y="5530"/>
                  </a:lnTo>
                  <a:cubicBezTo>
                    <a:pt x="9288" y="5530"/>
                    <a:pt x="9427" y="5338"/>
                    <a:pt x="9364" y="5152"/>
                  </a:cubicBezTo>
                  <a:lnTo>
                    <a:pt x="7698" y="195"/>
                  </a:lnTo>
                  <a:cubicBezTo>
                    <a:pt x="7658" y="79"/>
                    <a:pt x="7549" y="0"/>
                    <a:pt x="7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3641;p64">
              <a:extLst>
                <a:ext uri="{FF2B5EF4-FFF2-40B4-BE49-F238E27FC236}">
                  <a16:creationId xmlns:a16="http://schemas.microsoft.com/office/drawing/2014/main" id="{F816623A-E374-4AAF-935B-54FEF265ADE8}"/>
                </a:ext>
              </a:extLst>
            </p:cNvPr>
            <p:cNvSpPr/>
            <p:nvPr/>
          </p:nvSpPr>
          <p:spPr>
            <a:xfrm>
              <a:off x="4421350" y="4110454"/>
              <a:ext cx="201325" cy="123975"/>
            </a:xfrm>
            <a:custGeom>
              <a:avLst/>
              <a:gdLst/>
              <a:ahLst/>
              <a:cxnLst/>
              <a:rect l="l" t="t" r="r" b="b"/>
              <a:pathLst>
                <a:path w="8053" h="4959" extrusionOk="0">
                  <a:moveTo>
                    <a:pt x="0" y="0"/>
                  </a:moveTo>
                  <a:lnTo>
                    <a:pt x="717" y="4959"/>
                  </a:lnTo>
                  <a:lnTo>
                    <a:pt x="8052" y="4959"/>
                  </a:lnTo>
                  <a:lnTo>
                    <a:pt x="70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3642;p64">
              <a:extLst>
                <a:ext uri="{FF2B5EF4-FFF2-40B4-BE49-F238E27FC236}">
                  <a16:creationId xmlns:a16="http://schemas.microsoft.com/office/drawing/2014/main" id="{2D626CC5-C9EB-2B5C-61CB-33B3D61961D9}"/>
                </a:ext>
              </a:extLst>
            </p:cNvPr>
            <p:cNvSpPr/>
            <p:nvPr/>
          </p:nvSpPr>
          <p:spPr>
            <a:xfrm>
              <a:off x="4413700" y="4108175"/>
              <a:ext cx="216875" cy="138275"/>
            </a:xfrm>
            <a:custGeom>
              <a:avLst/>
              <a:gdLst/>
              <a:ahLst/>
              <a:cxnLst/>
              <a:rect l="l" t="t" r="r" b="b"/>
              <a:pathLst>
                <a:path w="8675" h="5531" extrusionOk="0">
                  <a:moveTo>
                    <a:pt x="7168" y="573"/>
                  </a:moveTo>
                  <a:lnTo>
                    <a:pt x="8012" y="4958"/>
                  </a:lnTo>
                  <a:lnTo>
                    <a:pt x="1271" y="4958"/>
                  </a:lnTo>
                  <a:lnTo>
                    <a:pt x="637" y="573"/>
                  </a:lnTo>
                  <a:close/>
                  <a:moveTo>
                    <a:pt x="308" y="0"/>
                  </a:moveTo>
                  <a:cubicBezTo>
                    <a:pt x="133" y="0"/>
                    <a:pt x="0" y="154"/>
                    <a:pt x="24" y="327"/>
                  </a:cubicBezTo>
                  <a:lnTo>
                    <a:pt x="741" y="5284"/>
                  </a:lnTo>
                  <a:cubicBezTo>
                    <a:pt x="761" y="5425"/>
                    <a:pt x="882" y="5530"/>
                    <a:pt x="1024" y="5530"/>
                  </a:cubicBezTo>
                  <a:lnTo>
                    <a:pt x="8360" y="5530"/>
                  </a:lnTo>
                  <a:cubicBezTo>
                    <a:pt x="8539" y="5530"/>
                    <a:pt x="8675" y="5366"/>
                    <a:pt x="8640" y="5190"/>
                  </a:cubicBezTo>
                  <a:lnTo>
                    <a:pt x="7687" y="232"/>
                  </a:lnTo>
                  <a:cubicBezTo>
                    <a:pt x="7660" y="98"/>
                    <a:pt x="7542" y="0"/>
                    <a:pt x="7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3643;p64">
              <a:extLst>
                <a:ext uri="{FF2B5EF4-FFF2-40B4-BE49-F238E27FC236}">
                  <a16:creationId xmlns:a16="http://schemas.microsoft.com/office/drawing/2014/main" id="{D4B43B47-5031-9199-74D7-F1BFF3067419}"/>
                </a:ext>
              </a:extLst>
            </p:cNvPr>
            <p:cNvSpPr/>
            <p:nvPr/>
          </p:nvSpPr>
          <p:spPr>
            <a:xfrm>
              <a:off x="4243900" y="4115325"/>
              <a:ext cx="195375" cy="123975"/>
            </a:xfrm>
            <a:custGeom>
              <a:avLst/>
              <a:gdLst/>
              <a:ahLst/>
              <a:cxnLst/>
              <a:rect l="l" t="t" r="r" b="b"/>
              <a:pathLst>
                <a:path w="7815" h="4959" extrusionOk="0">
                  <a:moveTo>
                    <a:pt x="1" y="0"/>
                  </a:moveTo>
                  <a:lnTo>
                    <a:pt x="480" y="4959"/>
                  </a:lnTo>
                  <a:lnTo>
                    <a:pt x="7815" y="4959"/>
                  </a:lnTo>
                  <a:lnTo>
                    <a:pt x="70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3644;p64">
              <a:extLst>
                <a:ext uri="{FF2B5EF4-FFF2-40B4-BE49-F238E27FC236}">
                  <a16:creationId xmlns:a16="http://schemas.microsoft.com/office/drawing/2014/main" id="{76B1C3BD-C348-CB39-6936-EA514A9C6295}"/>
                </a:ext>
              </a:extLst>
            </p:cNvPr>
            <p:cNvSpPr/>
            <p:nvPr/>
          </p:nvSpPr>
          <p:spPr>
            <a:xfrm>
              <a:off x="4236375" y="4108175"/>
              <a:ext cx="210625" cy="138275"/>
            </a:xfrm>
            <a:custGeom>
              <a:avLst/>
              <a:gdLst/>
              <a:ahLst/>
              <a:cxnLst/>
              <a:rect l="l" t="t" r="r" b="b"/>
              <a:pathLst>
                <a:path w="8425" h="5531" extrusionOk="0">
                  <a:moveTo>
                    <a:pt x="7152" y="573"/>
                  </a:moveTo>
                  <a:lnTo>
                    <a:pt x="7786" y="4958"/>
                  </a:lnTo>
                  <a:lnTo>
                    <a:pt x="1041" y="4958"/>
                  </a:lnTo>
                  <a:lnTo>
                    <a:pt x="616" y="573"/>
                  </a:lnTo>
                  <a:close/>
                  <a:moveTo>
                    <a:pt x="302" y="0"/>
                  </a:moveTo>
                  <a:cubicBezTo>
                    <a:pt x="133" y="0"/>
                    <a:pt x="1" y="145"/>
                    <a:pt x="17" y="313"/>
                  </a:cubicBezTo>
                  <a:lnTo>
                    <a:pt x="497" y="5272"/>
                  </a:lnTo>
                  <a:cubicBezTo>
                    <a:pt x="511" y="5418"/>
                    <a:pt x="634" y="5530"/>
                    <a:pt x="781" y="5530"/>
                  </a:cubicBezTo>
                  <a:lnTo>
                    <a:pt x="8117" y="5530"/>
                  </a:lnTo>
                  <a:cubicBezTo>
                    <a:pt x="8291" y="5530"/>
                    <a:pt x="8425" y="5375"/>
                    <a:pt x="8400" y="5204"/>
                  </a:cubicBezTo>
                  <a:lnTo>
                    <a:pt x="7684" y="245"/>
                  </a:lnTo>
                  <a:cubicBezTo>
                    <a:pt x="7663" y="104"/>
                    <a:pt x="7543" y="0"/>
                    <a:pt x="7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3645;p64">
              <a:extLst>
                <a:ext uri="{FF2B5EF4-FFF2-40B4-BE49-F238E27FC236}">
                  <a16:creationId xmlns:a16="http://schemas.microsoft.com/office/drawing/2014/main" id="{BC0A8A46-E15A-1999-4CFB-CD28DE5EED17}"/>
                </a:ext>
              </a:extLst>
            </p:cNvPr>
            <p:cNvSpPr/>
            <p:nvPr/>
          </p:nvSpPr>
          <p:spPr>
            <a:xfrm>
              <a:off x="3705725" y="4115325"/>
              <a:ext cx="183400" cy="123975"/>
            </a:xfrm>
            <a:custGeom>
              <a:avLst/>
              <a:gdLst/>
              <a:ahLst/>
              <a:cxnLst/>
              <a:rect l="l" t="t" r="r" b="b"/>
              <a:pathLst>
                <a:path w="7336" h="4959" extrusionOk="0">
                  <a:moveTo>
                    <a:pt x="233" y="0"/>
                  </a:moveTo>
                  <a:lnTo>
                    <a:pt x="0" y="4959"/>
                  </a:lnTo>
                  <a:lnTo>
                    <a:pt x="7336" y="4959"/>
                  </a:lnTo>
                  <a:lnTo>
                    <a:pt x="7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3646;p64">
              <a:extLst>
                <a:ext uri="{FF2B5EF4-FFF2-40B4-BE49-F238E27FC236}">
                  <a16:creationId xmlns:a16="http://schemas.microsoft.com/office/drawing/2014/main" id="{2333216E-9C43-E870-33D7-002EF6B86F8F}"/>
                </a:ext>
              </a:extLst>
            </p:cNvPr>
            <p:cNvSpPr/>
            <p:nvPr/>
          </p:nvSpPr>
          <p:spPr>
            <a:xfrm>
              <a:off x="3698375" y="4108175"/>
              <a:ext cx="197925" cy="138275"/>
            </a:xfrm>
            <a:custGeom>
              <a:avLst/>
              <a:gdLst/>
              <a:ahLst/>
              <a:cxnLst/>
              <a:rect l="l" t="t" r="r" b="b"/>
              <a:pathLst>
                <a:path w="7917" h="5531" extrusionOk="0">
                  <a:moveTo>
                    <a:pt x="7339" y="573"/>
                  </a:moveTo>
                  <a:lnTo>
                    <a:pt x="7344" y="4958"/>
                  </a:lnTo>
                  <a:lnTo>
                    <a:pt x="594" y="4958"/>
                  </a:lnTo>
                  <a:lnTo>
                    <a:pt x="800" y="573"/>
                  </a:lnTo>
                  <a:close/>
                  <a:moveTo>
                    <a:pt x="527" y="0"/>
                  </a:moveTo>
                  <a:cubicBezTo>
                    <a:pt x="375" y="0"/>
                    <a:pt x="249" y="121"/>
                    <a:pt x="242" y="272"/>
                  </a:cubicBezTo>
                  <a:lnTo>
                    <a:pt x="8" y="5231"/>
                  </a:lnTo>
                  <a:cubicBezTo>
                    <a:pt x="1" y="5393"/>
                    <a:pt x="131" y="5530"/>
                    <a:pt x="294" y="5530"/>
                  </a:cubicBezTo>
                  <a:lnTo>
                    <a:pt x="7631" y="5530"/>
                  </a:lnTo>
                  <a:cubicBezTo>
                    <a:pt x="7789" y="5530"/>
                    <a:pt x="7917" y="5402"/>
                    <a:pt x="7917" y="5245"/>
                  </a:cubicBezTo>
                  <a:lnTo>
                    <a:pt x="7912" y="286"/>
                  </a:lnTo>
                  <a:cubicBezTo>
                    <a:pt x="7912" y="129"/>
                    <a:pt x="7784" y="0"/>
                    <a:pt x="76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3647;p64">
              <a:extLst>
                <a:ext uri="{FF2B5EF4-FFF2-40B4-BE49-F238E27FC236}">
                  <a16:creationId xmlns:a16="http://schemas.microsoft.com/office/drawing/2014/main" id="{4093F4CF-4BA4-E20D-ED7E-4D979ECF0CD3}"/>
                </a:ext>
              </a:extLst>
            </p:cNvPr>
            <p:cNvSpPr/>
            <p:nvPr/>
          </p:nvSpPr>
          <p:spPr>
            <a:xfrm>
              <a:off x="2371400" y="4239275"/>
              <a:ext cx="234050" cy="132550"/>
            </a:xfrm>
            <a:custGeom>
              <a:avLst/>
              <a:gdLst/>
              <a:ahLst/>
              <a:cxnLst/>
              <a:rect l="l" t="t" r="r" b="b"/>
              <a:pathLst>
                <a:path w="9362" h="5302" extrusionOk="0">
                  <a:moveTo>
                    <a:pt x="2026" y="1"/>
                  </a:moveTo>
                  <a:lnTo>
                    <a:pt x="1" y="5301"/>
                  </a:lnTo>
                  <a:lnTo>
                    <a:pt x="7589" y="5301"/>
                  </a:lnTo>
                  <a:lnTo>
                    <a:pt x="93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3648;p64">
              <a:extLst>
                <a:ext uri="{FF2B5EF4-FFF2-40B4-BE49-F238E27FC236}">
                  <a16:creationId xmlns:a16="http://schemas.microsoft.com/office/drawing/2014/main" id="{B229DB4C-7F14-0FE1-0EDB-A9862DF372F7}"/>
                </a:ext>
              </a:extLst>
            </p:cNvPr>
            <p:cNvSpPr/>
            <p:nvPr/>
          </p:nvSpPr>
          <p:spPr>
            <a:xfrm>
              <a:off x="2362950" y="4232100"/>
              <a:ext cx="250850" cy="146900"/>
            </a:xfrm>
            <a:custGeom>
              <a:avLst/>
              <a:gdLst/>
              <a:ahLst/>
              <a:cxnLst/>
              <a:rect l="l" t="t" r="r" b="b"/>
              <a:pathLst>
                <a:path w="10034" h="5876" extrusionOk="0">
                  <a:moveTo>
                    <a:pt x="9302" y="573"/>
                  </a:moveTo>
                  <a:lnTo>
                    <a:pt x="7722" y="5302"/>
                  </a:lnTo>
                  <a:lnTo>
                    <a:pt x="754" y="5302"/>
                  </a:lnTo>
                  <a:lnTo>
                    <a:pt x="2561" y="573"/>
                  </a:lnTo>
                  <a:close/>
                  <a:moveTo>
                    <a:pt x="2364" y="1"/>
                  </a:moveTo>
                  <a:cubicBezTo>
                    <a:pt x="2246" y="1"/>
                    <a:pt x="2139" y="74"/>
                    <a:pt x="2097" y="185"/>
                  </a:cubicBezTo>
                  <a:lnTo>
                    <a:pt x="71" y="5487"/>
                  </a:lnTo>
                  <a:cubicBezTo>
                    <a:pt x="0" y="5674"/>
                    <a:pt x="139" y="5874"/>
                    <a:pt x="339" y="5875"/>
                  </a:cubicBezTo>
                  <a:lnTo>
                    <a:pt x="7928" y="5875"/>
                  </a:lnTo>
                  <a:cubicBezTo>
                    <a:pt x="8051" y="5875"/>
                    <a:pt x="8160" y="5797"/>
                    <a:pt x="8200" y="5681"/>
                  </a:cubicBezTo>
                  <a:lnTo>
                    <a:pt x="9971" y="377"/>
                  </a:lnTo>
                  <a:cubicBezTo>
                    <a:pt x="10034" y="193"/>
                    <a:pt x="9895" y="1"/>
                    <a:pt x="97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3649;p64">
              <a:extLst>
                <a:ext uri="{FF2B5EF4-FFF2-40B4-BE49-F238E27FC236}">
                  <a16:creationId xmlns:a16="http://schemas.microsoft.com/office/drawing/2014/main" id="{BF41791F-2D0B-0DBD-F5CA-DE599084573B}"/>
                </a:ext>
              </a:extLst>
            </p:cNvPr>
            <p:cNvSpPr/>
            <p:nvPr/>
          </p:nvSpPr>
          <p:spPr>
            <a:xfrm>
              <a:off x="2422025" y="4115325"/>
              <a:ext cx="224850" cy="123975"/>
            </a:xfrm>
            <a:custGeom>
              <a:avLst/>
              <a:gdLst/>
              <a:ahLst/>
              <a:cxnLst/>
              <a:rect l="l" t="t" r="r" b="b"/>
              <a:pathLst>
                <a:path w="8994" h="4959" extrusionOk="0">
                  <a:moveTo>
                    <a:pt x="1896" y="0"/>
                  </a:moveTo>
                  <a:lnTo>
                    <a:pt x="1" y="4959"/>
                  </a:lnTo>
                  <a:lnTo>
                    <a:pt x="7336" y="4959"/>
                  </a:lnTo>
                  <a:lnTo>
                    <a:pt x="89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3650;p64">
              <a:extLst>
                <a:ext uri="{FF2B5EF4-FFF2-40B4-BE49-F238E27FC236}">
                  <a16:creationId xmlns:a16="http://schemas.microsoft.com/office/drawing/2014/main" id="{B6E075B5-195B-9033-5C87-4DFB4225172C}"/>
                </a:ext>
              </a:extLst>
            </p:cNvPr>
            <p:cNvSpPr/>
            <p:nvPr/>
          </p:nvSpPr>
          <p:spPr>
            <a:xfrm>
              <a:off x="2413600" y="4108175"/>
              <a:ext cx="241600" cy="138275"/>
            </a:xfrm>
            <a:custGeom>
              <a:avLst/>
              <a:gdLst/>
              <a:ahLst/>
              <a:cxnLst/>
              <a:rect l="l" t="t" r="r" b="b"/>
              <a:pathLst>
                <a:path w="9664" h="5531" extrusionOk="0">
                  <a:moveTo>
                    <a:pt x="8933" y="573"/>
                  </a:moveTo>
                  <a:lnTo>
                    <a:pt x="7467" y="4958"/>
                  </a:lnTo>
                  <a:lnTo>
                    <a:pt x="754" y="4958"/>
                  </a:lnTo>
                  <a:lnTo>
                    <a:pt x="2429" y="573"/>
                  </a:lnTo>
                  <a:close/>
                  <a:moveTo>
                    <a:pt x="2233" y="0"/>
                  </a:moveTo>
                  <a:cubicBezTo>
                    <a:pt x="2114" y="0"/>
                    <a:pt x="2008" y="74"/>
                    <a:pt x="1965" y="184"/>
                  </a:cubicBezTo>
                  <a:lnTo>
                    <a:pt x="71" y="5142"/>
                  </a:lnTo>
                  <a:cubicBezTo>
                    <a:pt x="1" y="5329"/>
                    <a:pt x="138" y="5529"/>
                    <a:pt x="339" y="5530"/>
                  </a:cubicBezTo>
                  <a:lnTo>
                    <a:pt x="7675" y="5530"/>
                  </a:lnTo>
                  <a:cubicBezTo>
                    <a:pt x="7796" y="5530"/>
                    <a:pt x="7905" y="5451"/>
                    <a:pt x="7945" y="5334"/>
                  </a:cubicBezTo>
                  <a:lnTo>
                    <a:pt x="9602" y="377"/>
                  </a:lnTo>
                  <a:cubicBezTo>
                    <a:pt x="9664" y="191"/>
                    <a:pt x="9527" y="0"/>
                    <a:pt x="9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3651;p64">
              <a:extLst>
                <a:ext uri="{FF2B5EF4-FFF2-40B4-BE49-F238E27FC236}">
                  <a16:creationId xmlns:a16="http://schemas.microsoft.com/office/drawing/2014/main" id="{3658F991-A35C-AB26-8080-5082A914923E}"/>
                </a:ext>
              </a:extLst>
            </p:cNvPr>
            <p:cNvSpPr/>
            <p:nvPr/>
          </p:nvSpPr>
          <p:spPr>
            <a:xfrm>
              <a:off x="2605425" y="4115325"/>
              <a:ext cx="218925" cy="123975"/>
            </a:xfrm>
            <a:custGeom>
              <a:avLst/>
              <a:gdLst/>
              <a:ahLst/>
              <a:cxnLst/>
              <a:rect l="l" t="t" r="r" b="b"/>
              <a:pathLst>
                <a:path w="8757" h="4959" extrusionOk="0">
                  <a:moveTo>
                    <a:pt x="1657" y="0"/>
                  </a:moveTo>
                  <a:lnTo>
                    <a:pt x="0" y="4959"/>
                  </a:lnTo>
                  <a:lnTo>
                    <a:pt x="7336" y="4959"/>
                  </a:lnTo>
                  <a:lnTo>
                    <a:pt x="87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3652;p64">
              <a:extLst>
                <a:ext uri="{FF2B5EF4-FFF2-40B4-BE49-F238E27FC236}">
                  <a16:creationId xmlns:a16="http://schemas.microsoft.com/office/drawing/2014/main" id="{3DC1EC7A-EBDD-C9F6-010C-A859E27FC0F1}"/>
                </a:ext>
              </a:extLst>
            </p:cNvPr>
            <p:cNvSpPr/>
            <p:nvPr/>
          </p:nvSpPr>
          <p:spPr>
            <a:xfrm>
              <a:off x="2597100" y="4108175"/>
              <a:ext cx="235400" cy="138275"/>
            </a:xfrm>
            <a:custGeom>
              <a:avLst/>
              <a:gdLst/>
              <a:ahLst/>
              <a:cxnLst/>
              <a:rect l="l" t="t" r="r" b="b"/>
              <a:pathLst>
                <a:path w="9416" h="5531" extrusionOk="0">
                  <a:moveTo>
                    <a:pt x="8708" y="573"/>
                  </a:moveTo>
                  <a:lnTo>
                    <a:pt x="7454" y="4958"/>
                  </a:lnTo>
                  <a:lnTo>
                    <a:pt x="731" y="4958"/>
                  </a:lnTo>
                  <a:lnTo>
                    <a:pt x="2197" y="573"/>
                  </a:lnTo>
                  <a:close/>
                  <a:moveTo>
                    <a:pt x="1989" y="0"/>
                  </a:moveTo>
                  <a:cubicBezTo>
                    <a:pt x="1866" y="0"/>
                    <a:pt x="1757" y="80"/>
                    <a:pt x="1719" y="197"/>
                  </a:cubicBezTo>
                  <a:lnTo>
                    <a:pt x="62" y="5155"/>
                  </a:lnTo>
                  <a:cubicBezTo>
                    <a:pt x="0" y="5340"/>
                    <a:pt x="139" y="5530"/>
                    <a:pt x="335" y="5530"/>
                  </a:cubicBezTo>
                  <a:lnTo>
                    <a:pt x="7669" y="5530"/>
                  </a:lnTo>
                  <a:cubicBezTo>
                    <a:pt x="7796" y="5530"/>
                    <a:pt x="7909" y="5446"/>
                    <a:pt x="7943" y="5323"/>
                  </a:cubicBezTo>
                  <a:lnTo>
                    <a:pt x="9363" y="366"/>
                  </a:lnTo>
                  <a:cubicBezTo>
                    <a:pt x="9416" y="182"/>
                    <a:pt x="9279" y="0"/>
                    <a:pt x="9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3653;p64">
              <a:extLst>
                <a:ext uri="{FF2B5EF4-FFF2-40B4-BE49-F238E27FC236}">
                  <a16:creationId xmlns:a16="http://schemas.microsoft.com/office/drawing/2014/main" id="{B88E7677-8C61-6927-4C6F-8CD3BA9C541D}"/>
                </a:ext>
              </a:extLst>
            </p:cNvPr>
            <p:cNvSpPr/>
            <p:nvPr/>
          </p:nvSpPr>
          <p:spPr>
            <a:xfrm>
              <a:off x="2258850" y="4513850"/>
              <a:ext cx="254825" cy="152600"/>
            </a:xfrm>
            <a:custGeom>
              <a:avLst/>
              <a:gdLst/>
              <a:ahLst/>
              <a:cxnLst/>
              <a:rect l="l" t="t" r="r" b="b"/>
              <a:pathLst>
                <a:path w="10193" h="6104" extrusionOk="0">
                  <a:moveTo>
                    <a:pt x="2332" y="1"/>
                  </a:moveTo>
                  <a:lnTo>
                    <a:pt x="1" y="6104"/>
                  </a:lnTo>
                  <a:lnTo>
                    <a:pt x="8154" y="6104"/>
                  </a:lnTo>
                  <a:lnTo>
                    <a:pt x="101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3654;p64">
              <a:extLst>
                <a:ext uri="{FF2B5EF4-FFF2-40B4-BE49-F238E27FC236}">
                  <a16:creationId xmlns:a16="http://schemas.microsoft.com/office/drawing/2014/main" id="{0F6A0300-4975-F976-2CCD-EB3EAE256D61}"/>
                </a:ext>
              </a:extLst>
            </p:cNvPr>
            <p:cNvSpPr/>
            <p:nvPr/>
          </p:nvSpPr>
          <p:spPr>
            <a:xfrm>
              <a:off x="2250350" y="4506675"/>
              <a:ext cx="271675" cy="166925"/>
            </a:xfrm>
            <a:custGeom>
              <a:avLst/>
              <a:gdLst/>
              <a:ahLst/>
              <a:cxnLst/>
              <a:rect l="l" t="t" r="r" b="b"/>
              <a:pathLst>
                <a:path w="10867" h="6677" extrusionOk="0">
                  <a:moveTo>
                    <a:pt x="10136" y="574"/>
                  </a:moveTo>
                  <a:lnTo>
                    <a:pt x="8288" y="6105"/>
                  </a:lnTo>
                  <a:lnTo>
                    <a:pt x="756" y="6105"/>
                  </a:lnTo>
                  <a:lnTo>
                    <a:pt x="2869" y="574"/>
                  </a:lnTo>
                  <a:close/>
                  <a:moveTo>
                    <a:pt x="2672" y="1"/>
                  </a:moveTo>
                  <a:cubicBezTo>
                    <a:pt x="2553" y="1"/>
                    <a:pt x="2446" y="74"/>
                    <a:pt x="2404" y="185"/>
                  </a:cubicBezTo>
                  <a:lnTo>
                    <a:pt x="71" y="6288"/>
                  </a:lnTo>
                  <a:cubicBezTo>
                    <a:pt x="1" y="6475"/>
                    <a:pt x="139" y="6676"/>
                    <a:pt x="339" y="6676"/>
                  </a:cubicBezTo>
                  <a:lnTo>
                    <a:pt x="8494" y="6676"/>
                  </a:lnTo>
                  <a:cubicBezTo>
                    <a:pt x="8616" y="6676"/>
                    <a:pt x="8725" y="6597"/>
                    <a:pt x="8764" y="6480"/>
                  </a:cubicBezTo>
                  <a:lnTo>
                    <a:pt x="10803" y="377"/>
                  </a:lnTo>
                  <a:cubicBezTo>
                    <a:pt x="10866" y="192"/>
                    <a:pt x="10728" y="1"/>
                    <a:pt x="105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3655;p64">
              <a:extLst>
                <a:ext uri="{FF2B5EF4-FFF2-40B4-BE49-F238E27FC236}">
                  <a16:creationId xmlns:a16="http://schemas.microsoft.com/office/drawing/2014/main" id="{BEA58D4C-DC57-D8A8-BAFE-5E3F62AA8DC6}"/>
                </a:ext>
              </a:extLst>
            </p:cNvPr>
            <p:cNvSpPr/>
            <p:nvPr/>
          </p:nvSpPr>
          <p:spPr>
            <a:xfrm>
              <a:off x="2317125" y="4371800"/>
              <a:ext cx="244000" cy="142075"/>
            </a:xfrm>
            <a:custGeom>
              <a:avLst/>
              <a:gdLst/>
              <a:ahLst/>
              <a:cxnLst/>
              <a:rect l="l" t="t" r="r" b="b"/>
              <a:pathLst>
                <a:path w="9760" h="5683" extrusionOk="0">
                  <a:moveTo>
                    <a:pt x="2172" y="0"/>
                  </a:moveTo>
                  <a:lnTo>
                    <a:pt x="1" y="5683"/>
                  </a:lnTo>
                  <a:lnTo>
                    <a:pt x="7862" y="5683"/>
                  </a:lnTo>
                  <a:lnTo>
                    <a:pt x="97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3656;p64">
              <a:extLst>
                <a:ext uri="{FF2B5EF4-FFF2-40B4-BE49-F238E27FC236}">
                  <a16:creationId xmlns:a16="http://schemas.microsoft.com/office/drawing/2014/main" id="{2641B2E6-8268-52B3-5632-A3ECCAFAF2EF}"/>
                </a:ext>
              </a:extLst>
            </p:cNvPr>
            <p:cNvSpPr/>
            <p:nvPr/>
          </p:nvSpPr>
          <p:spPr>
            <a:xfrm>
              <a:off x="2308675" y="4364650"/>
              <a:ext cx="260825" cy="156375"/>
            </a:xfrm>
            <a:custGeom>
              <a:avLst/>
              <a:gdLst/>
              <a:ahLst/>
              <a:cxnLst/>
              <a:rect l="l" t="t" r="r" b="b"/>
              <a:pathLst>
                <a:path w="10433" h="6255" extrusionOk="0">
                  <a:moveTo>
                    <a:pt x="9702" y="573"/>
                  </a:moveTo>
                  <a:lnTo>
                    <a:pt x="7995" y="5682"/>
                  </a:lnTo>
                  <a:lnTo>
                    <a:pt x="754" y="5682"/>
                  </a:lnTo>
                  <a:lnTo>
                    <a:pt x="2707" y="573"/>
                  </a:lnTo>
                  <a:close/>
                  <a:moveTo>
                    <a:pt x="2510" y="0"/>
                  </a:moveTo>
                  <a:cubicBezTo>
                    <a:pt x="2391" y="0"/>
                    <a:pt x="2284" y="74"/>
                    <a:pt x="2242" y="185"/>
                  </a:cubicBezTo>
                  <a:lnTo>
                    <a:pt x="71" y="5866"/>
                  </a:lnTo>
                  <a:cubicBezTo>
                    <a:pt x="0" y="6053"/>
                    <a:pt x="139" y="6255"/>
                    <a:pt x="339" y="6255"/>
                  </a:cubicBezTo>
                  <a:lnTo>
                    <a:pt x="8200" y="6255"/>
                  </a:lnTo>
                  <a:cubicBezTo>
                    <a:pt x="8323" y="6255"/>
                    <a:pt x="8433" y="6175"/>
                    <a:pt x="8472" y="6058"/>
                  </a:cubicBezTo>
                  <a:lnTo>
                    <a:pt x="10370" y="377"/>
                  </a:lnTo>
                  <a:cubicBezTo>
                    <a:pt x="10432" y="191"/>
                    <a:pt x="10294" y="0"/>
                    <a:pt x="100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3657;p64">
              <a:extLst>
                <a:ext uri="{FF2B5EF4-FFF2-40B4-BE49-F238E27FC236}">
                  <a16:creationId xmlns:a16="http://schemas.microsoft.com/office/drawing/2014/main" id="{D26FB142-701D-BA2F-BA6A-161FD94F8762}"/>
                </a:ext>
              </a:extLst>
            </p:cNvPr>
            <p:cNvSpPr/>
            <p:nvPr/>
          </p:nvSpPr>
          <p:spPr>
            <a:xfrm>
              <a:off x="2462675" y="4513850"/>
              <a:ext cx="247550" cy="152600"/>
            </a:xfrm>
            <a:custGeom>
              <a:avLst/>
              <a:gdLst/>
              <a:ahLst/>
              <a:cxnLst/>
              <a:rect l="l" t="t" r="r" b="b"/>
              <a:pathLst>
                <a:path w="9902" h="6104" extrusionOk="0">
                  <a:moveTo>
                    <a:pt x="2040" y="1"/>
                  </a:moveTo>
                  <a:lnTo>
                    <a:pt x="1" y="6104"/>
                  </a:lnTo>
                  <a:lnTo>
                    <a:pt x="8154" y="6104"/>
                  </a:lnTo>
                  <a:lnTo>
                    <a:pt x="99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3658;p64">
              <a:extLst>
                <a:ext uri="{FF2B5EF4-FFF2-40B4-BE49-F238E27FC236}">
                  <a16:creationId xmlns:a16="http://schemas.microsoft.com/office/drawing/2014/main" id="{B9B67C49-4125-823A-34AF-344B187049DA}"/>
                </a:ext>
              </a:extLst>
            </p:cNvPr>
            <p:cNvSpPr/>
            <p:nvPr/>
          </p:nvSpPr>
          <p:spPr>
            <a:xfrm>
              <a:off x="2454325" y="4506675"/>
              <a:ext cx="264050" cy="166925"/>
            </a:xfrm>
            <a:custGeom>
              <a:avLst/>
              <a:gdLst/>
              <a:ahLst/>
              <a:cxnLst/>
              <a:rect l="l" t="t" r="r" b="b"/>
              <a:pathLst>
                <a:path w="10562" h="6677" extrusionOk="0">
                  <a:moveTo>
                    <a:pt x="9856" y="574"/>
                  </a:moveTo>
                  <a:lnTo>
                    <a:pt x="8272" y="6105"/>
                  </a:lnTo>
                  <a:lnTo>
                    <a:pt x="732" y="6105"/>
                  </a:lnTo>
                  <a:lnTo>
                    <a:pt x="2580" y="574"/>
                  </a:lnTo>
                  <a:close/>
                  <a:moveTo>
                    <a:pt x="2374" y="1"/>
                  </a:moveTo>
                  <a:cubicBezTo>
                    <a:pt x="2251" y="1"/>
                    <a:pt x="2141" y="79"/>
                    <a:pt x="2102" y="197"/>
                  </a:cubicBezTo>
                  <a:lnTo>
                    <a:pt x="62" y="6300"/>
                  </a:lnTo>
                  <a:cubicBezTo>
                    <a:pt x="0" y="6485"/>
                    <a:pt x="139" y="6676"/>
                    <a:pt x="334" y="6676"/>
                  </a:cubicBezTo>
                  <a:lnTo>
                    <a:pt x="8488" y="6676"/>
                  </a:lnTo>
                  <a:cubicBezTo>
                    <a:pt x="8615" y="6676"/>
                    <a:pt x="8728" y="6592"/>
                    <a:pt x="8763" y="6469"/>
                  </a:cubicBezTo>
                  <a:lnTo>
                    <a:pt x="10509" y="366"/>
                  </a:lnTo>
                  <a:cubicBezTo>
                    <a:pt x="10562" y="183"/>
                    <a:pt x="10425" y="1"/>
                    <a:pt x="10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3659;p64">
              <a:extLst>
                <a:ext uri="{FF2B5EF4-FFF2-40B4-BE49-F238E27FC236}">
                  <a16:creationId xmlns:a16="http://schemas.microsoft.com/office/drawing/2014/main" id="{69407842-D62F-A752-E67C-B34A32DB3AB3}"/>
                </a:ext>
              </a:extLst>
            </p:cNvPr>
            <p:cNvSpPr/>
            <p:nvPr/>
          </p:nvSpPr>
          <p:spPr>
            <a:xfrm>
              <a:off x="3155575" y="4115325"/>
              <a:ext cx="201100" cy="123975"/>
            </a:xfrm>
            <a:custGeom>
              <a:avLst/>
              <a:gdLst/>
              <a:ahLst/>
              <a:cxnLst/>
              <a:rect l="l" t="t" r="r" b="b"/>
              <a:pathLst>
                <a:path w="8044" h="4959" extrusionOk="0">
                  <a:moveTo>
                    <a:pt x="946" y="0"/>
                  </a:moveTo>
                  <a:lnTo>
                    <a:pt x="0" y="4959"/>
                  </a:lnTo>
                  <a:lnTo>
                    <a:pt x="7336" y="4959"/>
                  </a:lnTo>
                  <a:lnTo>
                    <a:pt x="80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3660;p64">
              <a:extLst>
                <a:ext uri="{FF2B5EF4-FFF2-40B4-BE49-F238E27FC236}">
                  <a16:creationId xmlns:a16="http://schemas.microsoft.com/office/drawing/2014/main" id="{2BBAF1D0-540E-BCB2-9D8F-FC9B6D17454F}"/>
                </a:ext>
              </a:extLst>
            </p:cNvPr>
            <p:cNvSpPr/>
            <p:nvPr/>
          </p:nvSpPr>
          <p:spPr>
            <a:xfrm>
              <a:off x="3147725" y="4108175"/>
              <a:ext cx="216625" cy="138275"/>
            </a:xfrm>
            <a:custGeom>
              <a:avLst/>
              <a:gdLst/>
              <a:ahLst/>
              <a:cxnLst/>
              <a:rect l="l" t="t" r="r" b="b"/>
              <a:pathLst>
                <a:path w="8665" h="5531" extrusionOk="0">
                  <a:moveTo>
                    <a:pt x="8027" y="572"/>
                  </a:moveTo>
                  <a:lnTo>
                    <a:pt x="7401" y="4958"/>
                  </a:lnTo>
                  <a:lnTo>
                    <a:pt x="660" y="4958"/>
                  </a:lnTo>
                  <a:lnTo>
                    <a:pt x="1496" y="572"/>
                  </a:lnTo>
                  <a:close/>
                  <a:moveTo>
                    <a:pt x="1260" y="0"/>
                  </a:moveTo>
                  <a:cubicBezTo>
                    <a:pt x="1123" y="0"/>
                    <a:pt x="1005" y="98"/>
                    <a:pt x="979" y="232"/>
                  </a:cubicBezTo>
                  <a:lnTo>
                    <a:pt x="34" y="5191"/>
                  </a:lnTo>
                  <a:cubicBezTo>
                    <a:pt x="0" y="5366"/>
                    <a:pt x="135" y="5530"/>
                    <a:pt x="314" y="5530"/>
                  </a:cubicBezTo>
                  <a:lnTo>
                    <a:pt x="7650" y="5530"/>
                  </a:lnTo>
                  <a:cubicBezTo>
                    <a:pt x="7792" y="5530"/>
                    <a:pt x="7914" y="5425"/>
                    <a:pt x="7933" y="5284"/>
                  </a:cubicBezTo>
                  <a:lnTo>
                    <a:pt x="8641" y="326"/>
                  </a:lnTo>
                  <a:cubicBezTo>
                    <a:pt x="8665" y="154"/>
                    <a:pt x="8532" y="0"/>
                    <a:pt x="83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3661;p64">
              <a:extLst>
                <a:ext uri="{FF2B5EF4-FFF2-40B4-BE49-F238E27FC236}">
                  <a16:creationId xmlns:a16="http://schemas.microsoft.com/office/drawing/2014/main" id="{8279251A-CB42-1A7A-AE38-CDAF3E07C216}"/>
                </a:ext>
              </a:extLst>
            </p:cNvPr>
            <p:cNvSpPr/>
            <p:nvPr/>
          </p:nvSpPr>
          <p:spPr>
            <a:xfrm>
              <a:off x="3130325" y="4239275"/>
              <a:ext cx="208650" cy="132550"/>
            </a:xfrm>
            <a:custGeom>
              <a:avLst/>
              <a:gdLst/>
              <a:ahLst/>
              <a:cxnLst/>
              <a:rect l="l" t="t" r="r" b="b"/>
              <a:pathLst>
                <a:path w="8346" h="5302" extrusionOk="0">
                  <a:moveTo>
                    <a:pt x="1010" y="1"/>
                  </a:moveTo>
                  <a:lnTo>
                    <a:pt x="0" y="5301"/>
                  </a:lnTo>
                  <a:lnTo>
                    <a:pt x="7590" y="5301"/>
                  </a:lnTo>
                  <a:lnTo>
                    <a:pt x="834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3662;p64">
              <a:extLst>
                <a:ext uri="{FF2B5EF4-FFF2-40B4-BE49-F238E27FC236}">
                  <a16:creationId xmlns:a16="http://schemas.microsoft.com/office/drawing/2014/main" id="{744E3497-2E89-4858-712B-57D116730CEC}"/>
                </a:ext>
              </a:extLst>
            </p:cNvPr>
            <p:cNvSpPr/>
            <p:nvPr/>
          </p:nvSpPr>
          <p:spPr>
            <a:xfrm>
              <a:off x="3122450" y="4232100"/>
              <a:ext cx="224225" cy="146900"/>
            </a:xfrm>
            <a:custGeom>
              <a:avLst/>
              <a:gdLst/>
              <a:ahLst/>
              <a:cxnLst/>
              <a:rect l="l" t="t" r="r" b="b"/>
              <a:pathLst>
                <a:path w="8969" h="5876" extrusionOk="0">
                  <a:moveTo>
                    <a:pt x="8332" y="573"/>
                  </a:moveTo>
                  <a:lnTo>
                    <a:pt x="7656" y="5302"/>
                  </a:lnTo>
                  <a:lnTo>
                    <a:pt x="661" y="5302"/>
                  </a:lnTo>
                  <a:lnTo>
                    <a:pt x="1562" y="573"/>
                  </a:lnTo>
                  <a:close/>
                  <a:moveTo>
                    <a:pt x="1325" y="1"/>
                  </a:moveTo>
                  <a:cubicBezTo>
                    <a:pt x="1188" y="1"/>
                    <a:pt x="1070" y="98"/>
                    <a:pt x="1045" y="233"/>
                  </a:cubicBezTo>
                  <a:lnTo>
                    <a:pt x="35" y="5536"/>
                  </a:lnTo>
                  <a:cubicBezTo>
                    <a:pt x="0" y="5711"/>
                    <a:pt x="136" y="5875"/>
                    <a:pt x="315" y="5875"/>
                  </a:cubicBezTo>
                  <a:lnTo>
                    <a:pt x="7905" y="5875"/>
                  </a:lnTo>
                  <a:cubicBezTo>
                    <a:pt x="8047" y="5875"/>
                    <a:pt x="8168" y="5770"/>
                    <a:pt x="8188" y="5629"/>
                  </a:cubicBezTo>
                  <a:lnTo>
                    <a:pt x="8944" y="326"/>
                  </a:lnTo>
                  <a:cubicBezTo>
                    <a:pt x="8969" y="154"/>
                    <a:pt x="8835" y="1"/>
                    <a:pt x="8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3663;p64">
              <a:extLst>
                <a:ext uri="{FF2B5EF4-FFF2-40B4-BE49-F238E27FC236}">
                  <a16:creationId xmlns:a16="http://schemas.microsoft.com/office/drawing/2014/main" id="{2C744F98-1127-36D3-EC6E-CB3862E1DFE5}"/>
                </a:ext>
              </a:extLst>
            </p:cNvPr>
            <p:cNvSpPr/>
            <p:nvPr/>
          </p:nvSpPr>
          <p:spPr>
            <a:xfrm>
              <a:off x="2940575" y="4239275"/>
              <a:ext cx="215025" cy="132550"/>
            </a:xfrm>
            <a:custGeom>
              <a:avLst/>
              <a:gdLst/>
              <a:ahLst/>
              <a:cxnLst/>
              <a:rect l="l" t="t" r="r" b="b"/>
              <a:pathLst>
                <a:path w="8601" h="5302" extrusionOk="0">
                  <a:moveTo>
                    <a:pt x="1265" y="1"/>
                  </a:moveTo>
                  <a:lnTo>
                    <a:pt x="1" y="5301"/>
                  </a:lnTo>
                  <a:lnTo>
                    <a:pt x="7590" y="5301"/>
                  </a:lnTo>
                  <a:lnTo>
                    <a:pt x="86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3664;p64">
              <a:extLst>
                <a:ext uri="{FF2B5EF4-FFF2-40B4-BE49-F238E27FC236}">
                  <a16:creationId xmlns:a16="http://schemas.microsoft.com/office/drawing/2014/main" id="{FCFC1346-5CB9-B1A4-CF0E-2C69BBCC0143}"/>
                </a:ext>
              </a:extLst>
            </p:cNvPr>
            <p:cNvSpPr/>
            <p:nvPr/>
          </p:nvSpPr>
          <p:spPr>
            <a:xfrm>
              <a:off x="2932575" y="4232125"/>
              <a:ext cx="230900" cy="146875"/>
            </a:xfrm>
            <a:custGeom>
              <a:avLst/>
              <a:gdLst/>
              <a:ahLst/>
              <a:cxnLst/>
              <a:rect l="l" t="t" r="r" b="b"/>
              <a:pathLst>
                <a:path w="9236" h="5875" extrusionOk="0">
                  <a:moveTo>
                    <a:pt x="8574" y="572"/>
                  </a:moveTo>
                  <a:lnTo>
                    <a:pt x="7673" y="5301"/>
                  </a:lnTo>
                  <a:lnTo>
                    <a:pt x="684" y="5301"/>
                  </a:lnTo>
                  <a:lnTo>
                    <a:pt x="1811" y="572"/>
                  </a:lnTo>
                  <a:close/>
                  <a:moveTo>
                    <a:pt x="1585" y="1"/>
                  </a:moveTo>
                  <a:cubicBezTo>
                    <a:pt x="1453" y="1"/>
                    <a:pt x="1337" y="91"/>
                    <a:pt x="1306" y="220"/>
                  </a:cubicBezTo>
                  <a:lnTo>
                    <a:pt x="43" y="5522"/>
                  </a:lnTo>
                  <a:cubicBezTo>
                    <a:pt x="1" y="5701"/>
                    <a:pt x="136" y="5873"/>
                    <a:pt x="321" y="5874"/>
                  </a:cubicBezTo>
                  <a:lnTo>
                    <a:pt x="7910" y="5874"/>
                  </a:lnTo>
                  <a:cubicBezTo>
                    <a:pt x="8048" y="5874"/>
                    <a:pt x="8165" y="5777"/>
                    <a:pt x="8191" y="5641"/>
                  </a:cubicBezTo>
                  <a:lnTo>
                    <a:pt x="9202" y="341"/>
                  </a:lnTo>
                  <a:cubicBezTo>
                    <a:pt x="9236" y="164"/>
                    <a:pt x="9100" y="1"/>
                    <a:pt x="89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3665;p64">
              <a:extLst>
                <a:ext uri="{FF2B5EF4-FFF2-40B4-BE49-F238E27FC236}">
                  <a16:creationId xmlns:a16="http://schemas.microsoft.com/office/drawing/2014/main" id="{B5EF78EE-A0DD-23B0-3311-90FE623818CB}"/>
                </a:ext>
              </a:extLst>
            </p:cNvPr>
            <p:cNvSpPr/>
            <p:nvPr/>
          </p:nvSpPr>
          <p:spPr>
            <a:xfrm>
              <a:off x="3320050" y="4239275"/>
              <a:ext cx="202325" cy="132550"/>
            </a:xfrm>
            <a:custGeom>
              <a:avLst/>
              <a:gdLst/>
              <a:ahLst/>
              <a:cxnLst/>
              <a:rect l="l" t="t" r="r" b="b"/>
              <a:pathLst>
                <a:path w="8093" h="5302" extrusionOk="0">
                  <a:moveTo>
                    <a:pt x="757" y="1"/>
                  </a:moveTo>
                  <a:lnTo>
                    <a:pt x="1" y="5301"/>
                  </a:lnTo>
                  <a:lnTo>
                    <a:pt x="7590" y="5301"/>
                  </a:lnTo>
                  <a:lnTo>
                    <a:pt x="80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3666;p64">
              <a:extLst>
                <a:ext uri="{FF2B5EF4-FFF2-40B4-BE49-F238E27FC236}">
                  <a16:creationId xmlns:a16="http://schemas.microsoft.com/office/drawing/2014/main" id="{F01E74AA-63B4-67E5-7576-EC9B26984433}"/>
                </a:ext>
              </a:extLst>
            </p:cNvPr>
            <p:cNvSpPr/>
            <p:nvPr/>
          </p:nvSpPr>
          <p:spPr>
            <a:xfrm>
              <a:off x="3312325" y="4232100"/>
              <a:ext cx="217550" cy="146900"/>
            </a:xfrm>
            <a:custGeom>
              <a:avLst/>
              <a:gdLst/>
              <a:ahLst/>
              <a:cxnLst/>
              <a:rect l="l" t="t" r="r" b="b"/>
              <a:pathLst>
                <a:path w="8702" h="5876" extrusionOk="0">
                  <a:moveTo>
                    <a:pt x="8086" y="573"/>
                  </a:moveTo>
                  <a:lnTo>
                    <a:pt x="7638" y="5302"/>
                  </a:lnTo>
                  <a:lnTo>
                    <a:pt x="639" y="5302"/>
                  </a:lnTo>
                  <a:lnTo>
                    <a:pt x="1313" y="573"/>
                  </a:lnTo>
                  <a:close/>
                  <a:moveTo>
                    <a:pt x="1066" y="1"/>
                  </a:moveTo>
                  <a:cubicBezTo>
                    <a:pt x="924" y="1"/>
                    <a:pt x="802" y="106"/>
                    <a:pt x="783" y="247"/>
                  </a:cubicBezTo>
                  <a:lnTo>
                    <a:pt x="27" y="5549"/>
                  </a:lnTo>
                  <a:cubicBezTo>
                    <a:pt x="1" y="5720"/>
                    <a:pt x="136" y="5875"/>
                    <a:pt x="310" y="5875"/>
                  </a:cubicBezTo>
                  <a:lnTo>
                    <a:pt x="7899" y="5875"/>
                  </a:lnTo>
                  <a:cubicBezTo>
                    <a:pt x="8047" y="5875"/>
                    <a:pt x="8170" y="5763"/>
                    <a:pt x="8184" y="5615"/>
                  </a:cubicBezTo>
                  <a:lnTo>
                    <a:pt x="8686" y="315"/>
                  </a:lnTo>
                  <a:cubicBezTo>
                    <a:pt x="8702" y="145"/>
                    <a:pt x="8570" y="1"/>
                    <a:pt x="84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3667;p64">
              <a:extLst>
                <a:ext uri="{FF2B5EF4-FFF2-40B4-BE49-F238E27FC236}">
                  <a16:creationId xmlns:a16="http://schemas.microsoft.com/office/drawing/2014/main" id="{E819708B-A904-AB53-2CE6-B2ED2F33B259}"/>
                </a:ext>
              </a:extLst>
            </p:cNvPr>
            <p:cNvSpPr/>
            <p:nvPr/>
          </p:nvSpPr>
          <p:spPr>
            <a:xfrm>
              <a:off x="2561100" y="4239275"/>
              <a:ext cx="227750" cy="132550"/>
            </a:xfrm>
            <a:custGeom>
              <a:avLst/>
              <a:gdLst/>
              <a:ahLst/>
              <a:cxnLst/>
              <a:rect l="l" t="t" r="r" b="b"/>
              <a:pathLst>
                <a:path w="9110" h="5302" extrusionOk="0">
                  <a:moveTo>
                    <a:pt x="1773" y="1"/>
                  </a:moveTo>
                  <a:lnTo>
                    <a:pt x="1" y="5301"/>
                  </a:lnTo>
                  <a:lnTo>
                    <a:pt x="7590" y="5301"/>
                  </a:lnTo>
                  <a:lnTo>
                    <a:pt x="91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3668;p64">
              <a:extLst>
                <a:ext uri="{FF2B5EF4-FFF2-40B4-BE49-F238E27FC236}">
                  <a16:creationId xmlns:a16="http://schemas.microsoft.com/office/drawing/2014/main" id="{5F895B6B-7977-F04A-C340-E4B8025FAA82}"/>
                </a:ext>
              </a:extLst>
            </p:cNvPr>
            <p:cNvSpPr/>
            <p:nvPr/>
          </p:nvSpPr>
          <p:spPr>
            <a:xfrm>
              <a:off x="2552825" y="4232125"/>
              <a:ext cx="244175" cy="146875"/>
            </a:xfrm>
            <a:custGeom>
              <a:avLst/>
              <a:gdLst/>
              <a:ahLst/>
              <a:cxnLst/>
              <a:rect l="l" t="t" r="r" b="b"/>
              <a:pathLst>
                <a:path w="9767" h="5875" extrusionOk="0">
                  <a:moveTo>
                    <a:pt x="9061" y="572"/>
                  </a:moveTo>
                  <a:lnTo>
                    <a:pt x="7706" y="5301"/>
                  </a:lnTo>
                  <a:lnTo>
                    <a:pt x="731" y="5301"/>
                  </a:lnTo>
                  <a:lnTo>
                    <a:pt x="2311" y="572"/>
                  </a:lnTo>
                  <a:close/>
                  <a:moveTo>
                    <a:pt x="2104" y="1"/>
                  </a:moveTo>
                  <a:cubicBezTo>
                    <a:pt x="1981" y="1"/>
                    <a:pt x="1871" y="79"/>
                    <a:pt x="1833" y="197"/>
                  </a:cubicBezTo>
                  <a:lnTo>
                    <a:pt x="62" y="5498"/>
                  </a:lnTo>
                  <a:cubicBezTo>
                    <a:pt x="0" y="5682"/>
                    <a:pt x="137" y="5874"/>
                    <a:pt x="333" y="5874"/>
                  </a:cubicBezTo>
                  <a:lnTo>
                    <a:pt x="7921" y="5874"/>
                  </a:lnTo>
                  <a:cubicBezTo>
                    <a:pt x="8050" y="5874"/>
                    <a:pt x="8161" y="5790"/>
                    <a:pt x="8197" y="5667"/>
                  </a:cubicBezTo>
                  <a:lnTo>
                    <a:pt x="9714" y="366"/>
                  </a:lnTo>
                  <a:cubicBezTo>
                    <a:pt x="9767" y="183"/>
                    <a:pt x="9630" y="1"/>
                    <a:pt x="94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3669;p64">
              <a:extLst>
                <a:ext uri="{FF2B5EF4-FFF2-40B4-BE49-F238E27FC236}">
                  <a16:creationId xmlns:a16="http://schemas.microsoft.com/office/drawing/2014/main" id="{C7EE6153-95E6-AD84-B3F9-EAD5DE05E30E}"/>
                </a:ext>
              </a:extLst>
            </p:cNvPr>
            <p:cNvSpPr/>
            <p:nvPr/>
          </p:nvSpPr>
          <p:spPr>
            <a:xfrm>
              <a:off x="5027625" y="4366929"/>
              <a:ext cx="237475" cy="142075"/>
            </a:xfrm>
            <a:custGeom>
              <a:avLst/>
              <a:gdLst/>
              <a:ahLst/>
              <a:cxnLst/>
              <a:rect l="l" t="t" r="r" b="b"/>
              <a:pathLst>
                <a:path w="9499" h="5683" extrusionOk="0">
                  <a:moveTo>
                    <a:pt x="1" y="0"/>
                  </a:moveTo>
                  <a:lnTo>
                    <a:pt x="1637" y="5683"/>
                  </a:lnTo>
                  <a:lnTo>
                    <a:pt x="9498" y="5683"/>
                  </a:lnTo>
                  <a:lnTo>
                    <a:pt x="75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3670;p64">
              <a:extLst>
                <a:ext uri="{FF2B5EF4-FFF2-40B4-BE49-F238E27FC236}">
                  <a16:creationId xmlns:a16="http://schemas.microsoft.com/office/drawing/2014/main" id="{AA8C51B8-F08D-E251-EE40-ACB1B2ADDD0C}"/>
                </a:ext>
              </a:extLst>
            </p:cNvPr>
            <p:cNvSpPr/>
            <p:nvPr/>
          </p:nvSpPr>
          <p:spPr>
            <a:xfrm>
              <a:off x="5019425" y="4364650"/>
              <a:ext cx="254000" cy="156375"/>
            </a:xfrm>
            <a:custGeom>
              <a:avLst/>
              <a:gdLst/>
              <a:ahLst/>
              <a:cxnLst/>
              <a:rect l="l" t="t" r="r" b="b"/>
              <a:pathLst>
                <a:path w="10160" h="6255" extrusionOk="0">
                  <a:moveTo>
                    <a:pt x="7712" y="573"/>
                  </a:moveTo>
                  <a:lnTo>
                    <a:pt x="9428" y="5682"/>
                  </a:lnTo>
                  <a:lnTo>
                    <a:pt x="2180" y="5682"/>
                  </a:lnTo>
                  <a:lnTo>
                    <a:pt x="708" y="573"/>
                  </a:lnTo>
                  <a:close/>
                  <a:moveTo>
                    <a:pt x="329" y="0"/>
                  </a:moveTo>
                  <a:cubicBezTo>
                    <a:pt x="138" y="0"/>
                    <a:pt x="0" y="182"/>
                    <a:pt x="53" y="366"/>
                  </a:cubicBezTo>
                  <a:lnTo>
                    <a:pt x="1691" y="6048"/>
                  </a:lnTo>
                  <a:cubicBezTo>
                    <a:pt x="1725" y="6170"/>
                    <a:pt x="1838" y="6255"/>
                    <a:pt x="1965" y="6255"/>
                  </a:cubicBezTo>
                  <a:lnTo>
                    <a:pt x="9826" y="6255"/>
                  </a:lnTo>
                  <a:cubicBezTo>
                    <a:pt x="10022" y="6255"/>
                    <a:pt x="10159" y="6062"/>
                    <a:pt x="10097" y="5878"/>
                  </a:cubicBezTo>
                  <a:lnTo>
                    <a:pt x="8188" y="195"/>
                  </a:lnTo>
                  <a:cubicBezTo>
                    <a:pt x="8149" y="79"/>
                    <a:pt x="8040" y="0"/>
                    <a:pt x="7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3671;p64">
              <a:extLst>
                <a:ext uri="{FF2B5EF4-FFF2-40B4-BE49-F238E27FC236}">
                  <a16:creationId xmlns:a16="http://schemas.microsoft.com/office/drawing/2014/main" id="{5BE413D0-087C-E1D3-CE25-A22592CAF6BB}"/>
                </a:ext>
              </a:extLst>
            </p:cNvPr>
            <p:cNvSpPr/>
            <p:nvPr/>
          </p:nvSpPr>
          <p:spPr>
            <a:xfrm>
              <a:off x="2750850" y="4239275"/>
              <a:ext cx="221350" cy="132550"/>
            </a:xfrm>
            <a:custGeom>
              <a:avLst/>
              <a:gdLst/>
              <a:ahLst/>
              <a:cxnLst/>
              <a:rect l="l" t="t" r="r" b="b"/>
              <a:pathLst>
                <a:path w="8854" h="5302" extrusionOk="0">
                  <a:moveTo>
                    <a:pt x="1519" y="1"/>
                  </a:moveTo>
                  <a:lnTo>
                    <a:pt x="0" y="5301"/>
                  </a:lnTo>
                  <a:lnTo>
                    <a:pt x="7590" y="5301"/>
                  </a:lnTo>
                  <a:lnTo>
                    <a:pt x="88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3672;p64">
              <a:extLst>
                <a:ext uri="{FF2B5EF4-FFF2-40B4-BE49-F238E27FC236}">
                  <a16:creationId xmlns:a16="http://schemas.microsoft.com/office/drawing/2014/main" id="{5C10ACC4-6891-8CF5-032B-6D72111DCF9B}"/>
                </a:ext>
              </a:extLst>
            </p:cNvPr>
            <p:cNvSpPr/>
            <p:nvPr/>
          </p:nvSpPr>
          <p:spPr>
            <a:xfrm>
              <a:off x="2742675" y="4232100"/>
              <a:ext cx="237575" cy="146900"/>
            </a:xfrm>
            <a:custGeom>
              <a:avLst/>
              <a:gdLst/>
              <a:ahLst/>
              <a:cxnLst/>
              <a:rect l="l" t="t" r="r" b="b"/>
              <a:pathLst>
                <a:path w="9503" h="5876" extrusionOk="0">
                  <a:moveTo>
                    <a:pt x="8819" y="573"/>
                  </a:moveTo>
                  <a:lnTo>
                    <a:pt x="7691" y="5302"/>
                  </a:lnTo>
                  <a:lnTo>
                    <a:pt x="708" y="5302"/>
                  </a:lnTo>
                  <a:lnTo>
                    <a:pt x="2061" y="573"/>
                  </a:lnTo>
                  <a:close/>
                  <a:moveTo>
                    <a:pt x="1846" y="1"/>
                  </a:moveTo>
                  <a:cubicBezTo>
                    <a:pt x="1718" y="1"/>
                    <a:pt x="1606" y="85"/>
                    <a:pt x="1571" y="208"/>
                  </a:cubicBezTo>
                  <a:lnTo>
                    <a:pt x="53" y="5510"/>
                  </a:lnTo>
                  <a:cubicBezTo>
                    <a:pt x="1" y="5693"/>
                    <a:pt x="138" y="5875"/>
                    <a:pt x="327" y="5875"/>
                  </a:cubicBezTo>
                  <a:lnTo>
                    <a:pt x="7917" y="5875"/>
                  </a:lnTo>
                  <a:cubicBezTo>
                    <a:pt x="8049" y="5875"/>
                    <a:pt x="8164" y="5784"/>
                    <a:pt x="8195" y="5656"/>
                  </a:cubicBezTo>
                  <a:lnTo>
                    <a:pt x="9460" y="353"/>
                  </a:lnTo>
                  <a:cubicBezTo>
                    <a:pt x="9502" y="174"/>
                    <a:pt x="9366" y="1"/>
                    <a:pt x="9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3673;p64">
              <a:extLst>
                <a:ext uri="{FF2B5EF4-FFF2-40B4-BE49-F238E27FC236}">
                  <a16:creationId xmlns:a16="http://schemas.microsoft.com/office/drawing/2014/main" id="{E7D16E59-DD8F-D80C-BC51-83E98B49EDD1}"/>
                </a:ext>
              </a:extLst>
            </p:cNvPr>
            <p:cNvSpPr/>
            <p:nvPr/>
          </p:nvSpPr>
          <p:spPr>
            <a:xfrm>
              <a:off x="2513650" y="4371800"/>
              <a:ext cx="237225" cy="142075"/>
            </a:xfrm>
            <a:custGeom>
              <a:avLst/>
              <a:gdLst/>
              <a:ahLst/>
              <a:cxnLst/>
              <a:rect l="l" t="t" r="r" b="b"/>
              <a:pathLst>
                <a:path w="9489" h="5683" extrusionOk="0">
                  <a:moveTo>
                    <a:pt x="1899" y="0"/>
                  </a:moveTo>
                  <a:lnTo>
                    <a:pt x="1" y="5683"/>
                  </a:lnTo>
                  <a:lnTo>
                    <a:pt x="7862" y="5683"/>
                  </a:lnTo>
                  <a:lnTo>
                    <a:pt x="9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3674;p64">
              <a:extLst>
                <a:ext uri="{FF2B5EF4-FFF2-40B4-BE49-F238E27FC236}">
                  <a16:creationId xmlns:a16="http://schemas.microsoft.com/office/drawing/2014/main" id="{67A6483E-F1D6-EAC1-211E-96C831EF0385}"/>
                </a:ext>
              </a:extLst>
            </p:cNvPr>
            <p:cNvSpPr/>
            <p:nvPr/>
          </p:nvSpPr>
          <p:spPr>
            <a:xfrm>
              <a:off x="2505325" y="4364650"/>
              <a:ext cx="253750" cy="156375"/>
            </a:xfrm>
            <a:custGeom>
              <a:avLst/>
              <a:gdLst/>
              <a:ahLst/>
              <a:cxnLst/>
              <a:rect l="l" t="t" r="r" b="b"/>
              <a:pathLst>
                <a:path w="10150" h="6255" extrusionOk="0">
                  <a:moveTo>
                    <a:pt x="9442" y="573"/>
                  </a:moveTo>
                  <a:lnTo>
                    <a:pt x="7980" y="5682"/>
                  </a:lnTo>
                  <a:lnTo>
                    <a:pt x="731" y="5682"/>
                  </a:lnTo>
                  <a:lnTo>
                    <a:pt x="2438" y="573"/>
                  </a:lnTo>
                  <a:close/>
                  <a:moveTo>
                    <a:pt x="2233" y="0"/>
                  </a:moveTo>
                  <a:cubicBezTo>
                    <a:pt x="2110" y="0"/>
                    <a:pt x="2000" y="79"/>
                    <a:pt x="1962" y="197"/>
                  </a:cubicBezTo>
                  <a:lnTo>
                    <a:pt x="64" y="5878"/>
                  </a:lnTo>
                  <a:cubicBezTo>
                    <a:pt x="1" y="6064"/>
                    <a:pt x="139" y="6255"/>
                    <a:pt x="334" y="6255"/>
                  </a:cubicBezTo>
                  <a:lnTo>
                    <a:pt x="8195" y="6255"/>
                  </a:lnTo>
                  <a:cubicBezTo>
                    <a:pt x="8323" y="6255"/>
                    <a:pt x="8435" y="6170"/>
                    <a:pt x="8471" y="6047"/>
                  </a:cubicBezTo>
                  <a:lnTo>
                    <a:pt x="10097" y="366"/>
                  </a:lnTo>
                  <a:cubicBezTo>
                    <a:pt x="10150" y="182"/>
                    <a:pt x="10012" y="0"/>
                    <a:pt x="9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3675;p64">
              <a:extLst>
                <a:ext uri="{FF2B5EF4-FFF2-40B4-BE49-F238E27FC236}">
                  <a16:creationId xmlns:a16="http://schemas.microsoft.com/office/drawing/2014/main" id="{F4322D7D-B9AE-1E46-DC09-7F47A4F13D62}"/>
                </a:ext>
              </a:extLst>
            </p:cNvPr>
            <p:cNvSpPr/>
            <p:nvPr/>
          </p:nvSpPr>
          <p:spPr>
            <a:xfrm>
              <a:off x="4439250" y="4234404"/>
              <a:ext cx="208925" cy="132550"/>
            </a:xfrm>
            <a:custGeom>
              <a:avLst/>
              <a:gdLst/>
              <a:ahLst/>
              <a:cxnLst/>
              <a:rect l="l" t="t" r="r" b="b"/>
              <a:pathLst>
                <a:path w="8357" h="5302" extrusionOk="0">
                  <a:moveTo>
                    <a:pt x="1" y="1"/>
                  </a:moveTo>
                  <a:lnTo>
                    <a:pt x="767" y="5301"/>
                  </a:lnTo>
                  <a:lnTo>
                    <a:pt x="8357" y="5301"/>
                  </a:lnTo>
                  <a:lnTo>
                    <a:pt x="7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3676;p64">
              <a:extLst>
                <a:ext uri="{FF2B5EF4-FFF2-40B4-BE49-F238E27FC236}">
                  <a16:creationId xmlns:a16="http://schemas.microsoft.com/office/drawing/2014/main" id="{8018EC6C-3441-D32E-441D-0251A3925410}"/>
                </a:ext>
              </a:extLst>
            </p:cNvPr>
            <p:cNvSpPr/>
            <p:nvPr/>
          </p:nvSpPr>
          <p:spPr>
            <a:xfrm>
              <a:off x="4431575" y="4232100"/>
              <a:ext cx="224475" cy="146900"/>
            </a:xfrm>
            <a:custGeom>
              <a:avLst/>
              <a:gdLst/>
              <a:ahLst/>
              <a:cxnLst/>
              <a:rect l="l" t="t" r="r" b="b"/>
              <a:pathLst>
                <a:path w="8979" h="5876" extrusionOk="0">
                  <a:moveTo>
                    <a:pt x="7408" y="573"/>
                  </a:moveTo>
                  <a:lnTo>
                    <a:pt x="8318" y="5302"/>
                  </a:lnTo>
                  <a:lnTo>
                    <a:pt x="1321" y="5302"/>
                  </a:lnTo>
                  <a:lnTo>
                    <a:pt x="638" y="573"/>
                  </a:lnTo>
                  <a:close/>
                  <a:moveTo>
                    <a:pt x="308" y="1"/>
                  </a:moveTo>
                  <a:cubicBezTo>
                    <a:pt x="133" y="1"/>
                    <a:pt x="0" y="156"/>
                    <a:pt x="24" y="327"/>
                  </a:cubicBezTo>
                  <a:lnTo>
                    <a:pt x="791" y="5629"/>
                  </a:lnTo>
                  <a:cubicBezTo>
                    <a:pt x="811" y="5770"/>
                    <a:pt x="932" y="5874"/>
                    <a:pt x="1074" y="5875"/>
                  </a:cubicBezTo>
                  <a:lnTo>
                    <a:pt x="8664" y="5875"/>
                  </a:lnTo>
                  <a:cubicBezTo>
                    <a:pt x="8843" y="5875"/>
                    <a:pt x="8979" y="5711"/>
                    <a:pt x="8944" y="5534"/>
                  </a:cubicBezTo>
                  <a:lnTo>
                    <a:pt x="7924" y="233"/>
                  </a:lnTo>
                  <a:cubicBezTo>
                    <a:pt x="7898" y="98"/>
                    <a:pt x="7781" y="1"/>
                    <a:pt x="7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3677;p64">
              <a:extLst>
                <a:ext uri="{FF2B5EF4-FFF2-40B4-BE49-F238E27FC236}">
                  <a16:creationId xmlns:a16="http://schemas.microsoft.com/office/drawing/2014/main" id="{D8903DD7-959A-42D4-E824-946D6D5D9D78}"/>
                </a:ext>
              </a:extLst>
            </p:cNvPr>
            <p:cNvSpPr/>
            <p:nvPr/>
          </p:nvSpPr>
          <p:spPr>
            <a:xfrm>
              <a:off x="4255900" y="4239275"/>
              <a:ext cx="202550" cy="132550"/>
            </a:xfrm>
            <a:custGeom>
              <a:avLst/>
              <a:gdLst/>
              <a:ahLst/>
              <a:cxnLst/>
              <a:rect l="l" t="t" r="r" b="b"/>
              <a:pathLst>
                <a:path w="8102" h="5302" extrusionOk="0">
                  <a:moveTo>
                    <a:pt x="0" y="1"/>
                  </a:moveTo>
                  <a:lnTo>
                    <a:pt x="513" y="5301"/>
                  </a:lnTo>
                  <a:lnTo>
                    <a:pt x="8101" y="5301"/>
                  </a:lnTo>
                  <a:lnTo>
                    <a:pt x="73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3678;p64">
              <a:extLst>
                <a:ext uri="{FF2B5EF4-FFF2-40B4-BE49-F238E27FC236}">
                  <a16:creationId xmlns:a16="http://schemas.microsoft.com/office/drawing/2014/main" id="{8D22AC1E-3C62-6F33-0D5E-823492950BB5}"/>
                </a:ext>
              </a:extLst>
            </p:cNvPr>
            <p:cNvSpPr/>
            <p:nvPr/>
          </p:nvSpPr>
          <p:spPr>
            <a:xfrm>
              <a:off x="4248325" y="4232100"/>
              <a:ext cx="217825" cy="146900"/>
            </a:xfrm>
            <a:custGeom>
              <a:avLst/>
              <a:gdLst/>
              <a:ahLst/>
              <a:cxnLst/>
              <a:rect l="l" t="t" r="r" b="b"/>
              <a:pathLst>
                <a:path w="8713" h="5876" extrusionOk="0">
                  <a:moveTo>
                    <a:pt x="7390" y="573"/>
                  </a:moveTo>
                  <a:lnTo>
                    <a:pt x="8075" y="5302"/>
                  </a:lnTo>
                  <a:lnTo>
                    <a:pt x="1075" y="5302"/>
                  </a:lnTo>
                  <a:lnTo>
                    <a:pt x="617" y="573"/>
                  </a:lnTo>
                  <a:close/>
                  <a:moveTo>
                    <a:pt x="302" y="1"/>
                  </a:moveTo>
                  <a:cubicBezTo>
                    <a:pt x="133" y="1"/>
                    <a:pt x="1" y="145"/>
                    <a:pt x="17" y="313"/>
                  </a:cubicBezTo>
                  <a:lnTo>
                    <a:pt x="530" y="5616"/>
                  </a:lnTo>
                  <a:cubicBezTo>
                    <a:pt x="544" y="5763"/>
                    <a:pt x="667" y="5875"/>
                    <a:pt x="815" y="5875"/>
                  </a:cubicBezTo>
                  <a:lnTo>
                    <a:pt x="8405" y="5875"/>
                  </a:lnTo>
                  <a:cubicBezTo>
                    <a:pt x="8580" y="5874"/>
                    <a:pt x="8713" y="5720"/>
                    <a:pt x="8689" y="5549"/>
                  </a:cubicBezTo>
                  <a:lnTo>
                    <a:pt x="7922" y="245"/>
                  </a:lnTo>
                  <a:cubicBezTo>
                    <a:pt x="7902" y="104"/>
                    <a:pt x="7781" y="1"/>
                    <a:pt x="76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3679;p64">
              <a:extLst>
                <a:ext uri="{FF2B5EF4-FFF2-40B4-BE49-F238E27FC236}">
                  <a16:creationId xmlns:a16="http://schemas.microsoft.com/office/drawing/2014/main" id="{4D0289FF-0973-E4DA-DEAC-5A676B39B2F9}"/>
                </a:ext>
              </a:extLst>
            </p:cNvPr>
            <p:cNvSpPr/>
            <p:nvPr/>
          </p:nvSpPr>
          <p:spPr>
            <a:xfrm>
              <a:off x="4806050" y="4234404"/>
              <a:ext cx="221600" cy="132550"/>
            </a:xfrm>
            <a:custGeom>
              <a:avLst/>
              <a:gdLst/>
              <a:ahLst/>
              <a:cxnLst/>
              <a:rect l="l" t="t" r="r" b="b"/>
              <a:pathLst>
                <a:path w="8864" h="5302" extrusionOk="0">
                  <a:moveTo>
                    <a:pt x="0" y="1"/>
                  </a:moveTo>
                  <a:lnTo>
                    <a:pt x="1274" y="5301"/>
                  </a:lnTo>
                  <a:lnTo>
                    <a:pt x="8864" y="5301"/>
                  </a:lnTo>
                  <a:lnTo>
                    <a:pt x="7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3680;p64">
              <a:extLst>
                <a:ext uri="{FF2B5EF4-FFF2-40B4-BE49-F238E27FC236}">
                  <a16:creationId xmlns:a16="http://schemas.microsoft.com/office/drawing/2014/main" id="{19D01C09-5DD9-3B70-B1E4-C4E1D5E2198E}"/>
                </a:ext>
              </a:extLst>
            </p:cNvPr>
            <p:cNvSpPr/>
            <p:nvPr/>
          </p:nvSpPr>
          <p:spPr>
            <a:xfrm>
              <a:off x="4798000" y="4232100"/>
              <a:ext cx="237825" cy="146900"/>
            </a:xfrm>
            <a:custGeom>
              <a:avLst/>
              <a:gdLst/>
              <a:ahLst/>
              <a:cxnLst/>
              <a:rect l="l" t="t" r="r" b="b"/>
              <a:pathLst>
                <a:path w="9513" h="5876" extrusionOk="0">
                  <a:moveTo>
                    <a:pt x="7443" y="573"/>
                  </a:moveTo>
                  <a:lnTo>
                    <a:pt x="8806" y="5302"/>
                  </a:lnTo>
                  <a:lnTo>
                    <a:pt x="1822" y="5302"/>
                  </a:lnTo>
                  <a:lnTo>
                    <a:pt x="685" y="573"/>
                  </a:lnTo>
                  <a:close/>
                  <a:moveTo>
                    <a:pt x="321" y="1"/>
                  </a:moveTo>
                  <a:cubicBezTo>
                    <a:pt x="136" y="1"/>
                    <a:pt x="0" y="174"/>
                    <a:pt x="43" y="354"/>
                  </a:cubicBezTo>
                  <a:lnTo>
                    <a:pt x="1317" y="5656"/>
                  </a:lnTo>
                  <a:cubicBezTo>
                    <a:pt x="1347" y="5784"/>
                    <a:pt x="1463" y="5875"/>
                    <a:pt x="1595" y="5875"/>
                  </a:cubicBezTo>
                  <a:lnTo>
                    <a:pt x="9186" y="5875"/>
                  </a:lnTo>
                  <a:cubicBezTo>
                    <a:pt x="9375" y="5875"/>
                    <a:pt x="9512" y="5692"/>
                    <a:pt x="9460" y="5509"/>
                  </a:cubicBezTo>
                  <a:lnTo>
                    <a:pt x="7932" y="208"/>
                  </a:lnTo>
                  <a:cubicBezTo>
                    <a:pt x="7896" y="85"/>
                    <a:pt x="7785" y="1"/>
                    <a:pt x="76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3681;p64">
              <a:extLst>
                <a:ext uri="{FF2B5EF4-FFF2-40B4-BE49-F238E27FC236}">
                  <a16:creationId xmlns:a16="http://schemas.microsoft.com/office/drawing/2014/main" id="{6F6B4522-D950-B508-51E7-D27427EFAE0B}"/>
                </a:ext>
              </a:extLst>
            </p:cNvPr>
            <p:cNvSpPr/>
            <p:nvPr/>
          </p:nvSpPr>
          <p:spPr>
            <a:xfrm>
              <a:off x="3699500" y="4239275"/>
              <a:ext cx="189750" cy="132550"/>
            </a:xfrm>
            <a:custGeom>
              <a:avLst/>
              <a:gdLst/>
              <a:ahLst/>
              <a:cxnLst/>
              <a:rect l="l" t="t" r="r" b="b"/>
              <a:pathLst>
                <a:path w="7590" h="5302" extrusionOk="0">
                  <a:moveTo>
                    <a:pt x="249" y="1"/>
                  </a:moveTo>
                  <a:lnTo>
                    <a:pt x="1" y="5301"/>
                  </a:lnTo>
                  <a:lnTo>
                    <a:pt x="7590" y="5301"/>
                  </a:lnTo>
                  <a:lnTo>
                    <a:pt x="75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3682;p64">
              <a:extLst>
                <a:ext uri="{FF2B5EF4-FFF2-40B4-BE49-F238E27FC236}">
                  <a16:creationId xmlns:a16="http://schemas.microsoft.com/office/drawing/2014/main" id="{809F4DF0-FF7B-08BF-416F-BB925A191832}"/>
                </a:ext>
              </a:extLst>
            </p:cNvPr>
            <p:cNvSpPr/>
            <p:nvPr/>
          </p:nvSpPr>
          <p:spPr>
            <a:xfrm>
              <a:off x="3692175" y="4232100"/>
              <a:ext cx="204225" cy="146900"/>
            </a:xfrm>
            <a:custGeom>
              <a:avLst/>
              <a:gdLst/>
              <a:ahLst/>
              <a:cxnLst/>
              <a:rect l="l" t="t" r="r" b="b"/>
              <a:pathLst>
                <a:path w="8169" h="5876" extrusionOk="0">
                  <a:moveTo>
                    <a:pt x="7592" y="573"/>
                  </a:moveTo>
                  <a:lnTo>
                    <a:pt x="7597" y="5302"/>
                  </a:lnTo>
                  <a:lnTo>
                    <a:pt x="595" y="5302"/>
                  </a:lnTo>
                  <a:lnTo>
                    <a:pt x="815" y="573"/>
                  </a:lnTo>
                  <a:close/>
                  <a:moveTo>
                    <a:pt x="542" y="1"/>
                  </a:moveTo>
                  <a:cubicBezTo>
                    <a:pt x="390" y="1"/>
                    <a:pt x="264" y="121"/>
                    <a:pt x="256" y="274"/>
                  </a:cubicBezTo>
                  <a:lnTo>
                    <a:pt x="8" y="5575"/>
                  </a:lnTo>
                  <a:cubicBezTo>
                    <a:pt x="0" y="5738"/>
                    <a:pt x="131" y="5874"/>
                    <a:pt x="294" y="5875"/>
                  </a:cubicBezTo>
                  <a:lnTo>
                    <a:pt x="7883" y="5875"/>
                  </a:lnTo>
                  <a:cubicBezTo>
                    <a:pt x="8041" y="5875"/>
                    <a:pt x="8169" y="5747"/>
                    <a:pt x="8169" y="5590"/>
                  </a:cubicBezTo>
                  <a:lnTo>
                    <a:pt x="8164" y="288"/>
                  </a:lnTo>
                  <a:cubicBezTo>
                    <a:pt x="8164" y="129"/>
                    <a:pt x="8035" y="1"/>
                    <a:pt x="7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3683;p64">
              <a:extLst>
                <a:ext uri="{FF2B5EF4-FFF2-40B4-BE49-F238E27FC236}">
                  <a16:creationId xmlns:a16="http://schemas.microsoft.com/office/drawing/2014/main" id="{1B0F47B2-A76C-B103-A6C1-29C88D98757D}"/>
                </a:ext>
              </a:extLst>
            </p:cNvPr>
            <p:cNvSpPr/>
            <p:nvPr/>
          </p:nvSpPr>
          <p:spPr>
            <a:xfrm>
              <a:off x="4072500" y="4239275"/>
              <a:ext cx="196225" cy="132550"/>
            </a:xfrm>
            <a:custGeom>
              <a:avLst/>
              <a:gdLst/>
              <a:ahLst/>
              <a:cxnLst/>
              <a:rect l="l" t="t" r="r" b="b"/>
              <a:pathLst>
                <a:path w="7849" h="5302" extrusionOk="0">
                  <a:moveTo>
                    <a:pt x="1" y="1"/>
                  </a:moveTo>
                  <a:lnTo>
                    <a:pt x="259" y="5301"/>
                  </a:lnTo>
                  <a:lnTo>
                    <a:pt x="7849" y="5301"/>
                  </a:lnTo>
                  <a:lnTo>
                    <a:pt x="7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3684;p64">
              <a:extLst>
                <a:ext uri="{FF2B5EF4-FFF2-40B4-BE49-F238E27FC236}">
                  <a16:creationId xmlns:a16="http://schemas.microsoft.com/office/drawing/2014/main" id="{6307AD2B-BDA6-FB32-5BD7-7F4C0FB1106D}"/>
                </a:ext>
              </a:extLst>
            </p:cNvPr>
            <p:cNvSpPr/>
            <p:nvPr/>
          </p:nvSpPr>
          <p:spPr>
            <a:xfrm>
              <a:off x="4065175" y="4232100"/>
              <a:ext cx="211050" cy="146900"/>
            </a:xfrm>
            <a:custGeom>
              <a:avLst/>
              <a:gdLst/>
              <a:ahLst/>
              <a:cxnLst/>
              <a:rect l="l" t="t" r="r" b="b"/>
              <a:pathLst>
                <a:path w="8442" h="5876" extrusionOk="0">
                  <a:moveTo>
                    <a:pt x="7368" y="573"/>
                  </a:moveTo>
                  <a:lnTo>
                    <a:pt x="7825" y="5302"/>
                  </a:lnTo>
                  <a:lnTo>
                    <a:pt x="824" y="5302"/>
                  </a:lnTo>
                  <a:lnTo>
                    <a:pt x="593" y="573"/>
                  </a:lnTo>
                  <a:close/>
                  <a:moveTo>
                    <a:pt x="291" y="1"/>
                  </a:moveTo>
                  <a:cubicBezTo>
                    <a:pt x="128" y="1"/>
                    <a:pt x="0" y="137"/>
                    <a:pt x="8" y="301"/>
                  </a:cubicBezTo>
                  <a:lnTo>
                    <a:pt x="267" y="5602"/>
                  </a:lnTo>
                  <a:cubicBezTo>
                    <a:pt x="273" y="5755"/>
                    <a:pt x="400" y="5875"/>
                    <a:pt x="552" y="5875"/>
                  </a:cubicBezTo>
                  <a:lnTo>
                    <a:pt x="8142" y="5875"/>
                  </a:lnTo>
                  <a:cubicBezTo>
                    <a:pt x="8310" y="5874"/>
                    <a:pt x="8442" y="5729"/>
                    <a:pt x="8426" y="5561"/>
                  </a:cubicBezTo>
                  <a:lnTo>
                    <a:pt x="7914" y="258"/>
                  </a:lnTo>
                  <a:cubicBezTo>
                    <a:pt x="7900" y="112"/>
                    <a:pt x="7777" y="1"/>
                    <a:pt x="7629" y="1"/>
                  </a:cubicBezTo>
                  <a:lnTo>
                    <a:pt x="294" y="1"/>
                  </a:lnTo>
                  <a:cubicBezTo>
                    <a:pt x="293" y="1"/>
                    <a:pt x="292" y="1"/>
                    <a:pt x="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3685;p64">
              <a:extLst>
                <a:ext uri="{FF2B5EF4-FFF2-40B4-BE49-F238E27FC236}">
                  <a16:creationId xmlns:a16="http://schemas.microsoft.com/office/drawing/2014/main" id="{8BC7D3D2-FB06-AA66-1BF5-CD90C5599446}"/>
                </a:ext>
              </a:extLst>
            </p:cNvPr>
            <p:cNvSpPr/>
            <p:nvPr/>
          </p:nvSpPr>
          <p:spPr>
            <a:xfrm>
              <a:off x="3889100" y="4239275"/>
              <a:ext cx="189900" cy="132550"/>
            </a:xfrm>
            <a:custGeom>
              <a:avLst/>
              <a:gdLst/>
              <a:ahLst/>
              <a:cxnLst/>
              <a:rect l="l" t="t" r="r" b="b"/>
              <a:pathLst>
                <a:path w="7596" h="5302" extrusionOk="0">
                  <a:moveTo>
                    <a:pt x="1" y="1"/>
                  </a:moveTo>
                  <a:lnTo>
                    <a:pt x="6" y="5301"/>
                  </a:lnTo>
                  <a:lnTo>
                    <a:pt x="7595" y="5301"/>
                  </a:lnTo>
                  <a:lnTo>
                    <a:pt x="7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3686;p64">
              <a:extLst>
                <a:ext uri="{FF2B5EF4-FFF2-40B4-BE49-F238E27FC236}">
                  <a16:creationId xmlns:a16="http://schemas.microsoft.com/office/drawing/2014/main" id="{7B9D221C-7569-AE45-E5DB-FE9962D90992}"/>
                </a:ext>
              </a:extLst>
            </p:cNvPr>
            <p:cNvSpPr/>
            <p:nvPr/>
          </p:nvSpPr>
          <p:spPr>
            <a:xfrm>
              <a:off x="3881975" y="4232100"/>
              <a:ext cx="204350" cy="146900"/>
            </a:xfrm>
            <a:custGeom>
              <a:avLst/>
              <a:gdLst/>
              <a:ahLst/>
              <a:cxnLst/>
              <a:rect l="l" t="t" r="r" b="b"/>
              <a:pathLst>
                <a:path w="8174" h="5876" extrusionOk="0">
                  <a:moveTo>
                    <a:pt x="7349" y="573"/>
                  </a:moveTo>
                  <a:lnTo>
                    <a:pt x="7579" y="5302"/>
                  </a:lnTo>
                  <a:lnTo>
                    <a:pt x="577" y="5302"/>
                  </a:lnTo>
                  <a:lnTo>
                    <a:pt x="572" y="573"/>
                  </a:lnTo>
                  <a:close/>
                  <a:moveTo>
                    <a:pt x="286" y="1"/>
                  </a:moveTo>
                  <a:cubicBezTo>
                    <a:pt x="128" y="1"/>
                    <a:pt x="0" y="129"/>
                    <a:pt x="0" y="286"/>
                  </a:cubicBezTo>
                  <a:lnTo>
                    <a:pt x="5" y="5588"/>
                  </a:lnTo>
                  <a:cubicBezTo>
                    <a:pt x="5" y="5747"/>
                    <a:pt x="133" y="5875"/>
                    <a:pt x="291" y="5875"/>
                  </a:cubicBezTo>
                  <a:lnTo>
                    <a:pt x="7880" y="5875"/>
                  </a:lnTo>
                  <a:cubicBezTo>
                    <a:pt x="8043" y="5875"/>
                    <a:pt x="8174" y="5738"/>
                    <a:pt x="8166" y="5574"/>
                  </a:cubicBezTo>
                  <a:lnTo>
                    <a:pt x="7907" y="274"/>
                  </a:lnTo>
                  <a:cubicBezTo>
                    <a:pt x="7900" y="121"/>
                    <a:pt x="7774" y="1"/>
                    <a:pt x="76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3687;p64">
              <a:extLst>
                <a:ext uri="{FF2B5EF4-FFF2-40B4-BE49-F238E27FC236}">
                  <a16:creationId xmlns:a16="http://schemas.microsoft.com/office/drawing/2014/main" id="{9DB6BA5C-714D-39CA-CFF8-D3BED6732E81}"/>
                </a:ext>
              </a:extLst>
            </p:cNvPr>
            <p:cNvSpPr/>
            <p:nvPr/>
          </p:nvSpPr>
          <p:spPr>
            <a:xfrm>
              <a:off x="3509800" y="4239275"/>
              <a:ext cx="195950" cy="132550"/>
            </a:xfrm>
            <a:custGeom>
              <a:avLst/>
              <a:gdLst/>
              <a:ahLst/>
              <a:cxnLst/>
              <a:rect l="l" t="t" r="r" b="b"/>
              <a:pathLst>
                <a:path w="7838" h="5302" extrusionOk="0">
                  <a:moveTo>
                    <a:pt x="503" y="1"/>
                  </a:moveTo>
                  <a:lnTo>
                    <a:pt x="0" y="5301"/>
                  </a:lnTo>
                  <a:lnTo>
                    <a:pt x="7589" y="5301"/>
                  </a:lnTo>
                  <a:lnTo>
                    <a:pt x="78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3688;p64">
              <a:extLst>
                <a:ext uri="{FF2B5EF4-FFF2-40B4-BE49-F238E27FC236}">
                  <a16:creationId xmlns:a16="http://schemas.microsoft.com/office/drawing/2014/main" id="{6F828654-3ECF-A5E4-FA02-C5CEB7CB5C8D}"/>
                </a:ext>
              </a:extLst>
            </p:cNvPr>
            <p:cNvSpPr/>
            <p:nvPr/>
          </p:nvSpPr>
          <p:spPr>
            <a:xfrm>
              <a:off x="3502275" y="4232100"/>
              <a:ext cx="210800" cy="146900"/>
            </a:xfrm>
            <a:custGeom>
              <a:avLst/>
              <a:gdLst/>
              <a:ahLst/>
              <a:cxnLst/>
              <a:rect l="l" t="t" r="r" b="b"/>
              <a:pathLst>
                <a:path w="8432" h="5876" extrusionOk="0">
                  <a:moveTo>
                    <a:pt x="7838" y="573"/>
                  </a:moveTo>
                  <a:lnTo>
                    <a:pt x="7617" y="5302"/>
                  </a:lnTo>
                  <a:lnTo>
                    <a:pt x="615" y="5302"/>
                  </a:lnTo>
                  <a:lnTo>
                    <a:pt x="1064" y="573"/>
                  </a:lnTo>
                  <a:close/>
                  <a:moveTo>
                    <a:pt x="804" y="1"/>
                  </a:moveTo>
                  <a:cubicBezTo>
                    <a:pt x="655" y="1"/>
                    <a:pt x="532" y="113"/>
                    <a:pt x="518" y="261"/>
                  </a:cubicBezTo>
                  <a:lnTo>
                    <a:pt x="16" y="5561"/>
                  </a:lnTo>
                  <a:cubicBezTo>
                    <a:pt x="0" y="5729"/>
                    <a:pt x="132" y="5875"/>
                    <a:pt x="301" y="5875"/>
                  </a:cubicBezTo>
                  <a:lnTo>
                    <a:pt x="7890" y="5875"/>
                  </a:lnTo>
                  <a:cubicBezTo>
                    <a:pt x="8043" y="5875"/>
                    <a:pt x="8169" y="5755"/>
                    <a:pt x="8175" y="5602"/>
                  </a:cubicBezTo>
                  <a:lnTo>
                    <a:pt x="8424" y="301"/>
                  </a:lnTo>
                  <a:cubicBezTo>
                    <a:pt x="8432" y="138"/>
                    <a:pt x="8302" y="1"/>
                    <a:pt x="81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3689;p64">
              <a:extLst>
                <a:ext uri="{FF2B5EF4-FFF2-40B4-BE49-F238E27FC236}">
                  <a16:creationId xmlns:a16="http://schemas.microsoft.com/office/drawing/2014/main" id="{9B866993-C330-8CFF-10E3-D2F0DF85FD04}"/>
                </a:ext>
              </a:extLst>
            </p:cNvPr>
            <p:cNvSpPr/>
            <p:nvPr/>
          </p:nvSpPr>
          <p:spPr>
            <a:xfrm>
              <a:off x="4268700" y="4371800"/>
              <a:ext cx="210275" cy="142075"/>
            </a:xfrm>
            <a:custGeom>
              <a:avLst/>
              <a:gdLst/>
              <a:ahLst/>
              <a:cxnLst/>
              <a:rect l="l" t="t" r="r" b="b"/>
              <a:pathLst>
                <a:path w="8411" h="5683" extrusionOk="0">
                  <a:moveTo>
                    <a:pt x="1" y="0"/>
                  </a:moveTo>
                  <a:lnTo>
                    <a:pt x="549" y="5683"/>
                  </a:lnTo>
                  <a:lnTo>
                    <a:pt x="8411" y="5683"/>
                  </a:lnTo>
                  <a:lnTo>
                    <a:pt x="75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3690;p64">
              <a:extLst>
                <a:ext uri="{FF2B5EF4-FFF2-40B4-BE49-F238E27FC236}">
                  <a16:creationId xmlns:a16="http://schemas.microsoft.com/office/drawing/2014/main" id="{B4B91A4A-DCEB-4833-4ADB-BE8EECDCF011}"/>
                </a:ext>
              </a:extLst>
            </p:cNvPr>
            <p:cNvSpPr/>
            <p:nvPr/>
          </p:nvSpPr>
          <p:spPr>
            <a:xfrm>
              <a:off x="4261175" y="4364650"/>
              <a:ext cx="225500" cy="156375"/>
            </a:xfrm>
            <a:custGeom>
              <a:avLst/>
              <a:gdLst/>
              <a:ahLst/>
              <a:cxnLst/>
              <a:rect l="l" t="t" r="r" b="b"/>
              <a:pathLst>
                <a:path w="9020" h="6255" extrusionOk="0">
                  <a:moveTo>
                    <a:pt x="7643" y="573"/>
                  </a:moveTo>
                  <a:lnTo>
                    <a:pt x="8381" y="5682"/>
                  </a:lnTo>
                  <a:lnTo>
                    <a:pt x="1111" y="5682"/>
                  </a:lnTo>
                  <a:lnTo>
                    <a:pt x="616" y="573"/>
                  </a:lnTo>
                  <a:close/>
                  <a:moveTo>
                    <a:pt x="301" y="0"/>
                  </a:moveTo>
                  <a:cubicBezTo>
                    <a:pt x="133" y="0"/>
                    <a:pt x="1" y="147"/>
                    <a:pt x="16" y="314"/>
                  </a:cubicBezTo>
                  <a:lnTo>
                    <a:pt x="566" y="5996"/>
                  </a:lnTo>
                  <a:cubicBezTo>
                    <a:pt x="580" y="6143"/>
                    <a:pt x="703" y="6255"/>
                    <a:pt x="850" y="6255"/>
                  </a:cubicBezTo>
                  <a:lnTo>
                    <a:pt x="8712" y="6255"/>
                  </a:lnTo>
                  <a:cubicBezTo>
                    <a:pt x="8886" y="6255"/>
                    <a:pt x="9019" y="6099"/>
                    <a:pt x="8995" y="5928"/>
                  </a:cubicBezTo>
                  <a:lnTo>
                    <a:pt x="8173" y="247"/>
                  </a:lnTo>
                  <a:cubicBezTo>
                    <a:pt x="8153" y="106"/>
                    <a:pt x="8032" y="0"/>
                    <a:pt x="78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3691;p64">
              <a:extLst>
                <a:ext uri="{FF2B5EF4-FFF2-40B4-BE49-F238E27FC236}">
                  <a16:creationId xmlns:a16="http://schemas.microsoft.com/office/drawing/2014/main" id="{9F2058E2-D075-B8AD-ECC4-FDE034EE3746}"/>
                </a:ext>
              </a:extLst>
            </p:cNvPr>
            <p:cNvSpPr/>
            <p:nvPr/>
          </p:nvSpPr>
          <p:spPr>
            <a:xfrm>
              <a:off x="4458425" y="4366929"/>
              <a:ext cx="217075" cy="142075"/>
            </a:xfrm>
            <a:custGeom>
              <a:avLst/>
              <a:gdLst/>
              <a:ahLst/>
              <a:cxnLst/>
              <a:rect l="l" t="t" r="r" b="b"/>
              <a:pathLst>
                <a:path w="8683" h="5683" extrusionOk="0">
                  <a:moveTo>
                    <a:pt x="0" y="0"/>
                  </a:moveTo>
                  <a:lnTo>
                    <a:pt x="822" y="5683"/>
                  </a:lnTo>
                  <a:lnTo>
                    <a:pt x="8683" y="5683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3692;p64">
              <a:extLst>
                <a:ext uri="{FF2B5EF4-FFF2-40B4-BE49-F238E27FC236}">
                  <a16:creationId xmlns:a16="http://schemas.microsoft.com/office/drawing/2014/main" id="{325944CE-8216-8CAA-EB8E-F3757B42230B}"/>
                </a:ext>
              </a:extLst>
            </p:cNvPr>
            <p:cNvSpPr/>
            <p:nvPr/>
          </p:nvSpPr>
          <p:spPr>
            <a:xfrm>
              <a:off x="4450725" y="4364650"/>
              <a:ext cx="232675" cy="156375"/>
            </a:xfrm>
            <a:custGeom>
              <a:avLst/>
              <a:gdLst/>
              <a:ahLst/>
              <a:cxnLst/>
              <a:rect l="l" t="t" r="r" b="b"/>
              <a:pathLst>
                <a:path w="9307" h="6255" extrusionOk="0">
                  <a:moveTo>
                    <a:pt x="7662" y="573"/>
                  </a:moveTo>
                  <a:lnTo>
                    <a:pt x="8645" y="5682"/>
                  </a:lnTo>
                  <a:lnTo>
                    <a:pt x="1378" y="5682"/>
                  </a:lnTo>
                  <a:lnTo>
                    <a:pt x="639" y="573"/>
                  </a:lnTo>
                  <a:close/>
                  <a:moveTo>
                    <a:pt x="308" y="0"/>
                  </a:moveTo>
                  <a:cubicBezTo>
                    <a:pt x="134" y="0"/>
                    <a:pt x="1" y="156"/>
                    <a:pt x="25" y="327"/>
                  </a:cubicBezTo>
                  <a:lnTo>
                    <a:pt x="846" y="6010"/>
                  </a:lnTo>
                  <a:cubicBezTo>
                    <a:pt x="867" y="6149"/>
                    <a:pt x="987" y="6255"/>
                    <a:pt x="1130" y="6255"/>
                  </a:cubicBezTo>
                  <a:lnTo>
                    <a:pt x="8991" y="6255"/>
                  </a:lnTo>
                  <a:cubicBezTo>
                    <a:pt x="9170" y="6255"/>
                    <a:pt x="9306" y="6091"/>
                    <a:pt x="9271" y="5914"/>
                  </a:cubicBezTo>
                  <a:lnTo>
                    <a:pt x="8178" y="232"/>
                  </a:lnTo>
                  <a:cubicBezTo>
                    <a:pt x="8153" y="98"/>
                    <a:pt x="8035" y="0"/>
                    <a:pt x="78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3693;p64">
              <a:extLst>
                <a:ext uri="{FF2B5EF4-FFF2-40B4-BE49-F238E27FC236}">
                  <a16:creationId xmlns:a16="http://schemas.microsoft.com/office/drawing/2014/main" id="{250E51D0-3ECA-41B8-43F6-A1E1C292DD2F}"/>
                </a:ext>
              </a:extLst>
            </p:cNvPr>
            <p:cNvSpPr/>
            <p:nvPr/>
          </p:nvSpPr>
          <p:spPr>
            <a:xfrm>
              <a:off x="2710200" y="4371800"/>
              <a:ext cx="230400" cy="142075"/>
            </a:xfrm>
            <a:custGeom>
              <a:avLst/>
              <a:gdLst/>
              <a:ahLst/>
              <a:cxnLst/>
              <a:rect l="l" t="t" r="r" b="b"/>
              <a:pathLst>
                <a:path w="9216" h="5683" extrusionOk="0">
                  <a:moveTo>
                    <a:pt x="1626" y="0"/>
                  </a:moveTo>
                  <a:lnTo>
                    <a:pt x="0" y="5683"/>
                  </a:lnTo>
                  <a:lnTo>
                    <a:pt x="7861" y="5683"/>
                  </a:lnTo>
                  <a:lnTo>
                    <a:pt x="92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3694;p64">
              <a:extLst>
                <a:ext uri="{FF2B5EF4-FFF2-40B4-BE49-F238E27FC236}">
                  <a16:creationId xmlns:a16="http://schemas.microsoft.com/office/drawing/2014/main" id="{FC3390D9-4C45-F34B-2828-AC0F2CE63C92}"/>
                </a:ext>
              </a:extLst>
            </p:cNvPr>
            <p:cNvSpPr/>
            <p:nvPr/>
          </p:nvSpPr>
          <p:spPr>
            <a:xfrm>
              <a:off x="2702025" y="4364650"/>
              <a:ext cx="246600" cy="156375"/>
            </a:xfrm>
            <a:custGeom>
              <a:avLst/>
              <a:gdLst/>
              <a:ahLst/>
              <a:cxnLst/>
              <a:rect l="l" t="t" r="r" b="b"/>
              <a:pathLst>
                <a:path w="9864" h="6255" extrusionOk="0">
                  <a:moveTo>
                    <a:pt x="9182" y="573"/>
                  </a:moveTo>
                  <a:lnTo>
                    <a:pt x="7963" y="5682"/>
                  </a:lnTo>
                  <a:lnTo>
                    <a:pt x="708" y="5682"/>
                  </a:lnTo>
                  <a:lnTo>
                    <a:pt x="2170" y="573"/>
                  </a:lnTo>
                  <a:close/>
                  <a:moveTo>
                    <a:pt x="1953" y="0"/>
                  </a:moveTo>
                  <a:cubicBezTo>
                    <a:pt x="1827" y="0"/>
                    <a:pt x="1714" y="85"/>
                    <a:pt x="1679" y="208"/>
                  </a:cubicBezTo>
                  <a:lnTo>
                    <a:pt x="52" y="5889"/>
                  </a:lnTo>
                  <a:cubicBezTo>
                    <a:pt x="0" y="6073"/>
                    <a:pt x="137" y="6255"/>
                    <a:pt x="327" y="6255"/>
                  </a:cubicBezTo>
                  <a:lnTo>
                    <a:pt x="8188" y="6255"/>
                  </a:lnTo>
                  <a:cubicBezTo>
                    <a:pt x="8320" y="6255"/>
                    <a:pt x="8436" y="6164"/>
                    <a:pt x="8466" y="6034"/>
                  </a:cubicBezTo>
                  <a:lnTo>
                    <a:pt x="9821" y="353"/>
                  </a:lnTo>
                  <a:cubicBezTo>
                    <a:pt x="9863" y="173"/>
                    <a:pt x="9727" y="0"/>
                    <a:pt x="95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3695;p64">
              <a:extLst>
                <a:ext uri="{FF2B5EF4-FFF2-40B4-BE49-F238E27FC236}">
                  <a16:creationId xmlns:a16="http://schemas.microsoft.com/office/drawing/2014/main" id="{6ADF1C19-B5C3-3AB7-7D91-2580E97E1E90}"/>
                </a:ext>
              </a:extLst>
            </p:cNvPr>
            <p:cNvSpPr/>
            <p:nvPr/>
          </p:nvSpPr>
          <p:spPr>
            <a:xfrm>
              <a:off x="4648150" y="4366929"/>
              <a:ext cx="223875" cy="142075"/>
            </a:xfrm>
            <a:custGeom>
              <a:avLst/>
              <a:gdLst/>
              <a:ahLst/>
              <a:cxnLst/>
              <a:rect l="l" t="t" r="r" b="b"/>
              <a:pathLst>
                <a:path w="8955" h="5683" extrusionOk="0">
                  <a:moveTo>
                    <a:pt x="1" y="0"/>
                  </a:moveTo>
                  <a:lnTo>
                    <a:pt x="1094" y="5683"/>
                  </a:lnTo>
                  <a:lnTo>
                    <a:pt x="8955" y="5683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3696;p64">
              <a:extLst>
                <a:ext uri="{FF2B5EF4-FFF2-40B4-BE49-F238E27FC236}">
                  <a16:creationId xmlns:a16="http://schemas.microsoft.com/office/drawing/2014/main" id="{D7827DFD-AB5F-A92C-7C6C-ADB407642B21}"/>
                </a:ext>
              </a:extLst>
            </p:cNvPr>
            <p:cNvSpPr/>
            <p:nvPr/>
          </p:nvSpPr>
          <p:spPr>
            <a:xfrm>
              <a:off x="4640275" y="4364650"/>
              <a:ext cx="239800" cy="156375"/>
            </a:xfrm>
            <a:custGeom>
              <a:avLst/>
              <a:gdLst/>
              <a:ahLst/>
              <a:cxnLst/>
              <a:rect l="l" t="t" r="r" b="b"/>
              <a:pathLst>
                <a:path w="9592" h="6255" extrusionOk="0">
                  <a:moveTo>
                    <a:pt x="7678" y="573"/>
                  </a:moveTo>
                  <a:lnTo>
                    <a:pt x="8906" y="5682"/>
                  </a:lnTo>
                  <a:lnTo>
                    <a:pt x="1645" y="5682"/>
                  </a:lnTo>
                  <a:lnTo>
                    <a:pt x="662" y="573"/>
                  </a:lnTo>
                  <a:close/>
                  <a:moveTo>
                    <a:pt x="316" y="0"/>
                  </a:moveTo>
                  <a:cubicBezTo>
                    <a:pt x="136" y="0"/>
                    <a:pt x="0" y="165"/>
                    <a:pt x="35" y="341"/>
                  </a:cubicBezTo>
                  <a:lnTo>
                    <a:pt x="1128" y="6023"/>
                  </a:lnTo>
                  <a:cubicBezTo>
                    <a:pt x="1154" y="6157"/>
                    <a:pt x="1272" y="6255"/>
                    <a:pt x="1409" y="6255"/>
                  </a:cubicBezTo>
                  <a:lnTo>
                    <a:pt x="9270" y="6255"/>
                  </a:lnTo>
                  <a:lnTo>
                    <a:pt x="9270" y="6253"/>
                  </a:lnTo>
                  <a:cubicBezTo>
                    <a:pt x="9456" y="6253"/>
                    <a:pt x="9592" y="6082"/>
                    <a:pt x="9549" y="5901"/>
                  </a:cubicBezTo>
                  <a:lnTo>
                    <a:pt x="8183" y="220"/>
                  </a:lnTo>
                  <a:cubicBezTo>
                    <a:pt x="8152" y="91"/>
                    <a:pt x="8037" y="0"/>
                    <a:pt x="79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3697;p64">
              <a:extLst>
                <a:ext uri="{FF2B5EF4-FFF2-40B4-BE49-F238E27FC236}">
                  <a16:creationId xmlns:a16="http://schemas.microsoft.com/office/drawing/2014/main" id="{6208F67A-D21B-2EF8-1891-28E41C85DB34}"/>
                </a:ext>
              </a:extLst>
            </p:cNvPr>
            <p:cNvSpPr/>
            <p:nvPr/>
          </p:nvSpPr>
          <p:spPr>
            <a:xfrm>
              <a:off x="3889225" y="4371800"/>
              <a:ext cx="196700" cy="142075"/>
            </a:xfrm>
            <a:custGeom>
              <a:avLst/>
              <a:gdLst/>
              <a:ahLst/>
              <a:cxnLst/>
              <a:rect l="l" t="t" r="r" b="b"/>
              <a:pathLst>
                <a:path w="7868" h="5683" extrusionOk="0">
                  <a:moveTo>
                    <a:pt x="1" y="0"/>
                  </a:moveTo>
                  <a:lnTo>
                    <a:pt x="6" y="5683"/>
                  </a:lnTo>
                  <a:lnTo>
                    <a:pt x="7867" y="5683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3698;p64">
              <a:extLst>
                <a:ext uri="{FF2B5EF4-FFF2-40B4-BE49-F238E27FC236}">
                  <a16:creationId xmlns:a16="http://schemas.microsoft.com/office/drawing/2014/main" id="{A8A16BD8-8409-0009-71A4-B01D80BCB953}"/>
                </a:ext>
              </a:extLst>
            </p:cNvPr>
            <p:cNvSpPr/>
            <p:nvPr/>
          </p:nvSpPr>
          <p:spPr>
            <a:xfrm>
              <a:off x="3882100" y="4364650"/>
              <a:ext cx="211150" cy="156375"/>
            </a:xfrm>
            <a:custGeom>
              <a:avLst/>
              <a:gdLst/>
              <a:ahLst/>
              <a:cxnLst/>
              <a:rect l="l" t="t" r="r" b="b"/>
              <a:pathLst>
                <a:path w="8446" h="6255" extrusionOk="0">
                  <a:moveTo>
                    <a:pt x="7602" y="573"/>
                  </a:moveTo>
                  <a:lnTo>
                    <a:pt x="7851" y="5682"/>
                  </a:lnTo>
                  <a:lnTo>
                    <a:pt x="577" y="5682"/>
                  </a:lnTo>
                  <a:lnTo>
                    <a:pt x="572" y="573"/>
                  </a:lnTo>
                  <a:close/>
                  <a:moveTo>
                    <a:pt x="286" y="0"/>
                  </a:moveTo>
                  <a:cubicBezTo>
                    <a:pt x="128" y="0"/>
                    <a:pt x="0" y="129"/>
                    <a:pt x="0" y="286"/>
                  </a:cubicBezTo>
                  <a:lnTo>
                    <a:pt x="5" y="5969"/>
                  </a:lnTo>
                  <a:cubicBezTo>
                    <a:pt x="4" y="6126"/>
                    <a:pt x="132" y="6255"/>
                    <a:pt x="291" y="6255"/>
                  </a:cubicBezTo>
                  <a:lnTo>
                    <a:pt x="8152" y="6255"/>
                  </a:lnTo>
                  <a:cubicBezTo>
                    <a:pt x="8316" y="6255"/>
                    <a:pt x="8446" y="6117"/>
                    <a:pt x="8438" y="5955"/>
                  </a:cubicBezTo>
                  <a:lnTo>
                    <a:pt x="8161" y="272"/>
                  </a:lnTo>
                  <a:cubicBezTo>
                    <a:pt x="8154" y="121"/>
                    <a:pt x="8028" y="0"/>
                    <a:pt x="78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3699;p64">
              <a:extLst>
                <a:ext uri="{FF2B5EF4-FFF2-40B4-BE49-F238E27FC236}">
                  <a16:creationId xmlns:a16="http://schemas.microsoft.com/office/drawing/2014/main" id="{9533ECF4-B2EE-7C0B-788A-C2FE10DF5525}"/>
                </a:ext>
              </a:extLst>
            </p:cNvPr>
            <p:cNvSpPr/>
            <p:nvPr/>
          </p:nvSpPr>
          <p:spPr>
            <a:xfrm>
              <a:off x="4837900" y="4366929"/>
              <a:ext cx="230675" cy="142075"/>
            </a:xfrm>
            <a:custGeom>
              <a:avLst/>
              <a:gdLst/>
              <a:ahLst/>
              <a:cxnLst/>
              <a:rect l="l" t="t" r="r" b="b"/>
              <a:pathLst>
                <a:path w="9227" h="5683" extrusionOk="0">
                  <a:moveTo>
                    <a:pt x="0" y="0"/>
                  </a:moveTo>
                  <a:lnTo>
                    <a:pt x="1365" y="5683"/>
                  </a:lnTo>
                  <a:lnTo>
                    <a:pt x="9226" y="5683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3700;p64">
              <a:extLst>
                <a:ext uri="{FF2B5EF4-FFF2-40B4-BE49-F238E27FC236}">
                  <a16:creationId xmlns:a16="http://schemas.microsoft.com/office/drawing/2014/main" id="{D839A98A-C476-FE4C-CE9E-A689A2D56254}"/>
                </a:ext>
              </a:extLst>
            </p:cNvPr>
            <p:cNvSpPr/>
            <p:nvPr/>
          </p:nvSpPr>
          <p:spPr>
            <a:xfrm>
              <a:off x="4829850" y="4364675"/>
              <a:ext cx="246875" cy="156375"/>
            </a:xfrm>
            <a:custGeom>
              <a:avLst/>
              <a:gdLst/>
              <a:ahLst/>
              <a:cxnLst/>
              <a:rect l="l" t="t" r="r" b="b"/>
              <a:pathLst>
                <a:path w="9875" h="6255" extrusionOk="0">
                  <a:moveTo>
                    <a:pt x="7696" y="572"/>
                  </a:moveTo>
                  <a:lnTo>
                    <a:pt x="9169" y="5681"/>
                  </a:lnTo>
                  <a:lnTo>
                    <a:pt x="1912" y="5681"/>
                  </a:lnTo>
                  <a:lnTo>
                    <a:pt x="685" y="572"/>
                  </a:lnTo>
                  <a:close/>
                  <a:moveTo>
                    <a:pt x="322" y="1"/>
                  </a:moveTo>
                  <a:cubicBezTo>
                    <a:pt x="137" y="1"/>
                    <a:pt x="0" y="172"/>
                    <a:pt x="44" y="353"/>
                  </a:cubicBezTo>
                  <a:lnTo>
                    <a:pt x="1409" y="6034"/>
                  </a:lnTo>
                  <a:cubicBezTo>
                    <a:pt x="1440" y="6163"/>
                    <a:pt x="1555" y="6254"/>
                    <a:pt x="1687" y="6254"/>
                  </a:cubicBezTo>
                  <a:lnTo>
                    <a:pt x="9548" y="6254"/>
                  </a:lnTo>
                  <a:lnTo>
                    <a:pt x="9548" y="6255"/>
                  </a:lnTo>
                  <a:cubicBezTo>
                    <a:pt x="9738" y="6255"/>
                    <a:pt x="9875" y="6072"/>
                    <a:pt x="9822" y="5888"/>
                  </a:cubicBezTo>
                  <a:lnTo>
                    <a:pt x="8186" y="207"/>
                  </a:lnTo>
                  <a:cubicBezTo>
                    <a:pt x="8150" y="84"/>
                    <a:pt x="8038" y="1"/>
                    <a:pt x="7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3701;p64">
              <a:extLst>
                <a:ext uri="{FF2B5EF4-FFF2-40B4-BE49-F238E27FC236}">
                  <a16:creationId xmlns:a16="http://schemas.microsoft.com/office/drawing/2014/main" id="{E5400F6D-4397-A36A-B8B5-FE5A78CB2B0D}"/>
                </a:ext>
              </a:extLst>
            </p:cNvPr>
            <p:cNvSpPr/>
            <p:nvPr/>
          </p:nvSpPr>
          <p:spPr>
            <a:xfrm>
              <a:off x="4078975" y="4371800"/>
              <a:ext cx="203475" cy="142075"/>
            </a:xfrm>
            <a:custGeom>
              <a:avLst/>
              <a:gdLst/>
              <a:ahLst/>
              <a:cxnLst/>
              <a:rect l="l" t="t" r="r" b="b"/>
              <a:pathLst>
                <a:path w="8139" h="5683" extrusionOk="0">
                  <a:moveTo>
                    <a:pt x="0" y="0"/>
                  </a:moveTo>
                  <a:lnTo>
                    <a:pt x="277" y="5683"/>
                  </a:lnTo>
                  <a:lnTo>
                    <a:pt x="8138" y="5683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3702;p64">
              <a:extLst>
                <a:ext uri="{FF2B5EF4-FFF2-40B4-BE49-F238E27FC236}">
                  <a16:creationId xmlns:a16="http://schemas.microsoft.com/office/drawing/2014/main" id="{B29F9FA5-83BD-BED0-620A-E4CDA76B3B04}"/>
                </a:ext>
              </a:extLst>
            </p:cNvPr>
            <p:cNvSpPr/>
            <p:nvPr/>
          </p:nvSpPr>
          <p:spPr>
            <a:xfrm>
              <a:off x="4071625" y="4364650"/>
              <a:ext cx="218325" cy="156375"/>
            </a:xfrm>
            <a:custGeom>
              <a:avLst/>
              <a:gdLst/>
              <a:ahLst/>
              <a:cxnLst/>
              <a:rect l="l" t="t" r="r" b="b"/>
              <a:pathLst>
                <a:path w="8733" h="6255" extrusionOk="0">
                  <a:moveTo>
                    <a:pt x="7622" y="573"/>
                  </a:moveTo>
                  <a:lnTo>
                    <a:pt x="8117" y="5682"/>
                  </a:lnTo>
                  <a:lnTo>
                    <a:pt x="844" y="5682"/>
                  </a:lnTo>
                  <a:lnTo>
                    <a:pt x="594" y="573"/>
                  </a:lnTo>
                  <a:close/>
                  <a:moveTo>
                    <a:pt x="294" y="0"/>
                  </a:moveTo>
                  <a:cubicBezTo>
                    <a:pt x="130" y="0"/>
                    <a:pt x="1" y="138"/>
                    <a:pt x="9" y="300"/>
                  </a:cubicBezTo>
                  <a:lnTo>
                    <a:pt x="285" y="5983"/>
                  </a:lnTo>
                  <a:cubicBezTo>
                    <a:pt x="293" y="6134"/>
                    <a:pt x="419" y="6255"/>
                    <a:pt x="571" y="6255"/>
                  </a:cubicBezTo>
                  <a:lnTo>
                    <a:pt x="8432" y="6255"/>
                  </a:lnTo>
                  <a:cubicBezTo>
                    <a:pt x="8600" y="6255"/>
                    <a:pt x="8732" y="6108"/>
                    <a:pt x="8717" y="5941"/>
                  </a:cubicBezTo>
                  <a:lnTo>
                    <a:pt x="8167" y="259"/>
                  </a:lnTo>
                  <a:cubicBezTo>
                    <a:pt x="8153" y="112"/>
                    <a:pt x="8030" y="0"/>
                    <a:pt x="7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3703;p64">
              <a:extLst>
                <a:ext uri="{FF2B5EF4-FFF2-40B4-BE49-F238E27FC236}">
                  <a16:creationId xmlns:a16="http://schemas.microsoft.com/office/drawing/2014/main" id="{A84A761C-45E0-08C4-3880-2EAAFBD7034E}"/>
                </a:ext>
              </a:extLst>
            </p:cNvPr>
            <p:cNvSpPr/>
            <p:nvPr/>
          </p:nvSpPr>
          <p:spPr>
            <a:xfrm>
              <a:off x="3103250" y="4371800"/>
              <a:ext cx="216825" cy="142075"/>
            </a:xfrm>
            <a:custGeom>
              <a:avLst/>
              <a:gdLst/>
              <a:ahLst/>
              <a:cxnLst/>
              <a:rect l="l" t="t" r="r" b="b"/>
              <a:pathLst>
                <a:path w="8673" h="5683" extrusionOk="0">
                  <a:moveTo>
                    <a:pt x="1083" y="0"/>
                  </a:moveTo>
                  <a:lnTo>
                    <a:pt x="0" y="5683"/>
                  </a:lnTo>
                  <a:lnTo>
                    <a:pt x="7862" y="5683"/>
                  </a:lnTo>
                  <a:lnTo>
                    <a:pt x="86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3704;p64">
              <a:extLst>
                <a:ext uri="{FF2B5EF4-FFF2-40B4-BE49-F238E27FC236}">
                  <a16:creationId xmlns:a16="http://schemas.microsoft.com/office/drawing/2014/main" id="{615B177F-C326-540D-3A0A-EF5A9F159739}"/>
                </a:ext>
              </a:extLst>
            </p:cNvPr>
            <p:cNvSpPr/>
            <p:nvPr/>
          </p:nvSpPr>
          <p:spPr>
            <a:xfrm>
              <a:off x="3095400" y="4364650"/>
              <a:ext cx="232350" cy="156375"/>
            </a:xfrm>
            <a:custGeom>
              <a:avLst/>
              <a:gdLst/>
              <a:ahLst/>
              <a:cxnLst/>
              <a:rect l="l" t="t" r="r" b="b"/>
              <a:pathLst>
                <a:path w="9294" h="6255" extrusionOk="0">
                  <a:moveTo>
                    <a:pt x="8656" y="573"/>
                  </a:moveTo>
                  <a:lnTo>
                    <a:pt x="7927" y="5682"/>
                  </a:lnTo>
                  <a:lnTo>
                    <a:pt x="660" y="5682"/>
                  </a:lnTo>
                  <a:lnTo>
                    <a:pt x="1634" y="573"/>
                  </a:lnTo>
                  <a:close/>
                  <a:moveTo>
                    <a:pt x="1396" y="0"/>
                  </a:moveTo>
                  <a:cubicBezTo>
                    <a:pt x="1259" y="0"/>
                    <a:pt x="1141" y="98"/>
                    <a:pt x="1115" y="234"/>
                  </a:cubicBezTo>
                  <a:lnTo>
                    <a:pt x="34" y="5915"/>
                  </a:lnTo>
                  <a:cubicBezTo>
                    <a:pt x="0" y="6091"/>
                    <a:pt x="135" y="6255"/>
                    <a:pt x="314" y="6255"/>
                  </a:cubicBezTo>
                  <a:lnTo>
                    <a:pt x="8176" y="6255"/>
                  </a:lnTo>
                  <a:cubicBezTo>
                    <a:pt x="8318" y="6255"/>
                    <a:pt x="8438" y="6149"/>
                    <a:pt x="8459" y="6008"/>
                  </a:cubicBezTo>
                  <a:lnTo>
                    <a:pt x="9269" y="327"/>
                  </a:lnTo>
                  <a:cubicBezTo>
                    <a:pt x="9293" y="154"/>
                    <a:pt x="9160" y="0"/>
                    <a:pt x="89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3705;p64">
              <a:extLst>
                <a:ext uri="{FF2B5EF4-FFF2-40B4-BE49-F238E27FC236}">
                  <a16:creationId xmlns:a16="http://schemas.microsoft.com/office/drawing/2014/main" id="{E9FA2A16-5323-45DB-C865-F40624C974AA}"/>
                </a:ext>
              </a:extLst>
            </p:cNvPr>
            <p:cNvSpPr/>
            <p:nvPr/>
          </p:nvSpPr>
          <p:spPr>
            <a:xfrm>
              <a:off x="2906725" y="4371800"/>
              <a:ext cx="223625" cy="142075"/>
            </a:xfrm>
            <a:custGeom>
              <a:avLst/>
              <a:gdLst/>
              <a:ahLst/>
              <a:cxnLst/>
              <a:rect l="l" t="t" r="r" b="b"/>
              <a:pathLst>
                <a:path w="8945" h="5683" extrusionOk="0">
                  <a:moveTo>
                    <a:pt x="1355" y="0"/>
                  </a:moveTo>
                  <a:lnTo>
                    <a:pt x="0" y="5683"/>
                  </a:lnTo>
                  <a:lnTo>
                    <a:pt x="7861" y="5683"/>
                  </a:lnTo>
                  <a:lnTo>
                    <a:pt x="89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3706;p64">
              <a:extLst>
                <a:ext uri="{FF2B5EF4-FFF2-40B4-BE49-F238E27FC236}">
                  <a16:creationId xmlns:a16="http://schemas.microsoft.com/office/drawing/2014/main" id="{FCBAA24F-C3F2-0C4A-7F0F-EDED1C4F8F2C}"/>
                </a:ext>
              </a:extLst>
            </p:cNvPr>
            <p:cNvSpPr/>
            <p:nvPr/>
          </p:nvSpPr>
          <p:spPr>
            <a:xfrm>
              <a:off x="2898700" y="4364650"/>
              <a:ext cx="239500" cy="156375"/>
            </a:xfrm>
            <a:custGeom>
              <a:avLst/>
              <a:gdLst/>
              <a:ahLst/>
              <a:cxnLst/>
              <a:rect l="l" t="t" r="r" b="b"/>
              <a:pathLst>
                <a:path w="9580" h="6255" extrusionOk="0">
                  <a:moveTo>
                    <a:pt x="8919" y="573"/>
                  </a:moveTo>
                  <a:lnTo>
                    <a:pt x="7945" y="5682"/>
                  </a:lnTo>
                  <a:lnTo>
                    <a:pt x="684" y="5682"/>
                  </a:lnTo>
                  <a:lnTo>
                    <a:pt x="1903" y="573"/>
                  </a:lnTo>
                  <a:close/>
                  <a:moveTo>
                    <a:pt x="1676" y="0"/>
                  </a:moveTo>
                  <a:cubicBezTo>
                    <a:pt x="1544" y="0"/>
                    <a:pt x="1429" y="91"/>
                    <a:pt x="1398" y="221"/>
                  </a:cubicBezTo>
                  <a:lnTo>
                    <a:pt x="43" y="5902"/>
                  </a:lnTo>
                  <a:cubicBezTo>
                    <a:pt x="1" y="6082"/>
                    <a:pt x="137" y="6255"/>
                    <a:pt x="321" y="6255"/>
                  </a:cubicBezTo>
                  <a:lnTo>
                    <a:pt x="8182" y="6255"/>
                  </a:lnTo>
                  <a:cubicBezTo>
                    <a:pt x="8320" y="6255"/>
                    <a:pt x="8437" y="6157"/>
                    <a:pt x="8464" y="6023"/>
                  </a:cubicBezTo>
                  <a:lnTo>
                    <a:pt x="9546" y="340"/>
                  </a:lnTo>
                  <a:cubicBezTo>
                    <a:pt x="9579" y="165"/>
                    <a:pt x="9445" y="0"/>
                    <a:pt x="9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3707;p64">
              <a:extLst>
                <a:ext uri="{FF2B5EF4-FFF2-40B4-BE49-F238E27FC236}">
                  <a16:creationId xmlns:a16="http://schemas.microsoft.com/office/drawing/2014/main" id="{70560130-EC26-671E-E0DC-57F531950499}"/>
                </a:ext>
              </a:extLst>
            </p:cNvPr>
            <p:cNvSpPr/>
            <p:nvPr/>
          </p:nvSpPr>
          <p:spPr>
            <a:xfrm>
              <a:off x="3692825" y="4371800"/>
              <a:ext cx="196575" cy="142075"/>
            </a:xfrm>
            <a:custGeom>
              <a:avLst/>
              <a:gdLst/>
              <a:ahLst/>
              <a:cxnLst/>
              <a:rect l="l" t="t" r="r" b="b"/>
              <a:pathLst>
                <a:path w="7863" h="5683" extrusionOk="0">
                  <a:moveTo>
                    <a:pt x="268" y="0"/>
                  </a:moveTo>
                  <a:lnTo>
                    <a:pt x="1" y="5683"/>
                  </a:lnTo>
                  <a:lnTo>
                    <a:pt x="7862" y="5683"/>
                  </a:lnTo>
                  <a:lnTo>
                    <a:pt x="78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3708;p64">
              <a:extLst>
                <a:ext uri="{FF2B5EF4-FFF2-40B4-BE49-F238E27FC236}">
                  <a16:creationId xmlns:a16="http://schemas.microsoft.com/office/drawing/2014/main" id="{5A9A5EF2-BEEF-2ABD-C966-FD889F4DACC4}"/>
                </a:ext>
              </a:extLst>
            </p:cNvPr>
            <p:cNvSpPr/>
            <p:nvPr/>
          </p:nvSpPr>
          <p:spPr>
            <a:xfrm>
              <a:off x="3685500" y="4364650"/>
              <a:ext cx="211025" cy="156375"/>
            </a:xfrm>
            <a:custGeom>
              <a:avLst/>
              <a:gdLst/>
              <a:ahLst/>
              <a:cxnLst/>
              <a:rect l="l" t="t" r="r" b="b"/>
              <a:pathLst>
                <a:path w="8441" h="6255" extrusionOk="0">
                  <a:moveTo>
                    <a:pt x="7864" y="573"/>
                  </a:moveTo>
                  <a:lnTo>
                    <a:pt x="7869" y="5682"/>
                  </a:lnTo>
                  <a:lnTo>
                    <a:pt x="594" y="5682"/>
                  </a:lnTo>
                  <a:lnTo>
                    <a:pt x="833" y="573"/>
                  </a:lnTo>
                  <a:close/>
                  <a:moveTo>
                    <a:pt x="561" y="0"/>
                  </a:moveTo>
                  <a:cubicBezTo>
                    <a:pt x="408" y="0"/>
                    <a:pt x="282" y="121"/>
                    <a:pt x="275" y="273"/>
                  </a:cubicBezTo>
                  <a:lnTo>
                    <a:pt x="8" y="5955"/>
                  </a:lnTo>
                  <a:cubicBezTo>
                    <a:pt x="0" y="6117"/>
                    <a:pt x="131" y="6255"/>
                    <a:pt x="294" y="6255"/>
                  </a:cubicBezTo>
                  <a:lnTo>
                    <a:pt x="8155" y="6255"/>
                  </a:lnTo>
                  <a:cubicBezTo>
                    <a:pt x="8313" y="6255"/>
                    <a:pt x="8441" y="6126"/>
                    <a:pt x="8441" y="5969"/>
                  </a:cubicBezTo>
                  <a:lnTo>
                    <a:pt x="8436" y="288"/>
                  </a:lnTo>
                  <a:cubicBezTo>
                    <a:pt x="8436" y="129"/>
                    <a:pt x="8308" y="0"/>
                    <a:pt x="8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3709;p64">
              <a:extLst>
                <a:ext uri="{FF2B5EF4-FFF2-40B4-BE49-F238E27FC236}">
                  <a16:creationId xmlns:a16="http://schemas.microsoft.com/office/drawing/2014/main" id="{9A89F7A3-999B-1AE5-6FA5-2651DE12CEF0}"/>
                </a:ext>
              </a:extLst>
            </p:cNvPr>
            <p:cNvSpPr/>
            <p:nvPr/>
          </p:nvSpPr>
          <p:spPr>
            <a:xfrm>
              <a:off x="3496300" y="4371800"/>
              <a:ext cx="203225" cy="142075"/>
            </a:xfrm>
            <a:custGeom>
              <a:avLst/>
              <a:gdLst/>
              <a:ahLst/>
              <a:cxnLst/>
              <a:rect l="l" t="t" r="r" b="b"/>
              <a:pathLst>
                <a:path w="8129" h="5683" extrusionOk="0">
                  <a:moveTo>
                    <a:pt x="540" y="0"/>
                  </a:moveTo>
                  <a:lnTo>
                    <a:pt x="1" y="5683"/>
                  </a:lnTo>
                  <a:lnTo>
                    <a:pt x="7862" y="5683"/>
                  </a:lnTo>
                  <a:lnTo>
                    <a:pt x="8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3710;p64">
              <a:extLst>
                <a:ext uri="{FF2B5EF4-FFF2-40B4-BE49-F238E27FC236}">
                  <a16:creationId xmlns:a16="http://schemas.microsoft.com/office/drawing/2014/main" id="{67BC71E3-0F0C-5042-2B1E-444E9DE9D9C9}"/>
                </a:ext>
              </a:extLst>
            </p:cNvPr>
            <p:cNvSpPr/>
            <p:nvPr/>
          </p:nvSpPr>
          <p:spPr>
            <a:xfrm>
              <a:off x="3488775" y="4364650"/>
              <a:ext cx="218075" cy="156375"/>
            </a:xfrm>
            <a:custGeom>
              <a:avLst/>
              <a:gdLst/>
              <a:ahLst/>
              <a:cxnLst/>
              <a:rect l="l" t="t" r="r" b="b"/>
              <a:pathLst>
                <a:path w="8723" h="6255" extrusionOk="0">
                  <a:moveTo>
                    <a:pt x="8130" y="573"/>
                  </a:moveTo>
                  <a:lnTo>
                    <a:pt x="7890" y="5682"/>
                  </a:lnTo>
                  <a:lnTo>
                    <a:pt x="617" y="5682"/>
                  </a:lnTo>
                  <a:lnTo>
                    <a:pt x="1101" y="573"/>
                  </a:lnTo>
                  <a:close/>
                  <a:moveTo>
                    <a:pt x="841" y="0"/>
                  </a:moveTo>
                  <a:cubicBezTo>
                    <a:pt x="693" y="0"/>
                    <a:pt x="570" y="113"/>
                    <a:pt x="556" y="259"/>
                  </a:cubicBezTo>
                  <a:lnTo>
                    <a:pt x="17" y="5942"/>
                  </a:lnTo>
                  <a:cubicBezTo>
                    <a:pt x="1" y="6110"/>
                    <a:pt x="134" y="6255"/>
                    <a:pt x="302" y="6255"/>
                  </a:cubicBezTo>
                  <a:lnTo>
                    <a:pt x="8163" y="6255"/>
                  </a:lnTo>
                  <a:cubicBezTo>
                    <a:pt x="8315" y="6255"/>
                    <a:pt x="8441" y="6134"/>
                    <a:pt x="8449" y="5982"/>
                  </a:cubicBezTo>
                  <a:lnTo>
                    <a:pt x="8715" y="300"/>
                  </a:lnTo>
                  <a:cubicBezTo>
                    <a:pt x="8723" y="138"/>
                    <a:pt x="8594" y="0"/>
                    <a:pt x="84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3711;p64">
              <a:extLst>
                <a:ext uri="{FF2B5EF4-FFF2-40B4-BE49-F238E27FC236}">
                  <a16:creationId xmlns:a16="http://schemas.microsoft.com/office/drawing/2014/main" id="{84325E2E-0419-7519-672C-73ADA5A5B638}"/>
                </a:ext>
              </a:extLst>
            </p:cNvPr>
            <p:cNvSpPr/>
            <p:nvPr/>
          </p:nvSpPr>
          <p:spPr>
            <a:xfrm>
              <a:off x="3299775" y="4371800"/>
              <a:ext cx="210050" cy="142075"/>
            </a:xfrm>
            <a:custGeom>
              <a:avLst/>
              <a:gdLst/>
              <a:ahLst/>
              <a:cxnLst/>
              <a:rect l="l" t="t" r="r" b="b"/>
              <a:pathLst>
                <a:path w="8402" h="5683" extrusionOk="0">
                  <a:moveTo>
                    <a:pt x="812" y="0"/>
                  </a:moveTo>
                  <a:lnTo>
                    <a:pt x="1" y="5683"/>
                  </a:lnTo>
                  <a:lnTo>
                    <a:pt x="7862" y="5683"/>
                  </a:lnTo>
                  <a:lnTo>
                    <a:pt x="8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3712;p64">
              <a:extLst>
                <a:ext uri="{FF2B5EF4-FFF2-40B4-BE49-F238E27FC236}">
                  <a16:creationId xmlns:a16="http://schemas.microsoft.com/office/drawing/2014/main" id="{F176BD73-2159-49D4-B87B-78EE4886640B}"/>
                </a:ext>
              </a:extLst>
            </p:cNvPr>
            <p:cNvSpPr/>
            <p:nvPr/>
          </p:nvSpPr>
          <p:spPr>
            <a:xfrm>
              <a:off x="3292100" y="4364650"/>
              <a:ext cx="225225" cy="156375"/>
            </a:xfrm>
            <a:custGeom>
              <a:avLst/>
              <a:gdLst/>
              <a:ahLst/>
              <a:cxnLst/>
              <a:rect l="l" t="t" r="r" b="b"/>
              <a:pathLst>
                <a:path w="9009" h="6255" extrusionOk="0">
                  <a:moveTo>
                    <a:pt x="8393" y="573"/>
                  </a:moveTo>
                  <a:lnTo>
                    <a:pt x="7909" y="5682"/>
                  </a:lnTo>
                  <a:lnTo>
                    <a:pt x="637" y="5682"/>
                  </a:lnTo>
                  <a:lnTo>
                    <a:pt x="1366" y="573"/>
                  </a:lnTo>
                  <a:close/>
                  <a:moveTo>
                    <a:pt x="1119" y="0"/>
                  </a:moveTo>
                  <a:cubicBezTo>
                    <a:pt x="975" y="0"/>
                    <a:pt x="855" y="106"/>
                    <a:pt x="836" y="247"/>
                  </a:cubicBezTo>
                  <a:lnTo>
                    <a:pt x="24" y="5928"/>
                  </a:lnTo>
                  <a:cubicBezTo>
                    <a:pt x="0" y="6101"/>
                    <a:pt x="133" y="6255"/>
                    <a:pt x="308" y="6255"/>
                  </a:cubicBezTo>
                  <a:lnTo>
                    <a:pt x="8169" y="6255"/>
                  </a:lnTo>
                  <a:cubicBezTo>
                    <a:pt x="8316" y="6255"/>
                    <a:pt x="8440" y="6142"/>
                    <a:pt x="8453" y="5996"/>
                  </a:cubicBezTo>
                  <a:lnTo>
                    <a:pt x="8993" y="313"/>
                  </a:lnTo>
                  <a:cubicBezTo>
                    <a:pt x="9008" y="145"/>
                    <a:pt x="8876" y="0"/>
                    <a:pt x="87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3713;p64">
              <a:extLst>
                <a:ext uri="{FF2B5EF4-FFF2-40B4-BE49-F238E27FC236}">
                  <a16:creationId xmlns:a16="http://schemas.microsoft.com/office/drawing/2014/main" id="{3A8E5BA4-7F67-C6B6-43DA-634BC915185B}"/>
                </a:ext>
              </a:extLst>
            </p:cNvPr>
            <p:cNvSpPr/>
            <p:nvPr/>
          </p:nvSpPr>
          <p:spPr>
            <a:xfrm>
              <a:off x="4622650" y="4234404"/>
              <a:ext cx="215275" cy="132550"/>
            </a:xfrm>
            <a:custGeom>
              <a:avLst/>
              <a:gdLst/>
              <a:ahLst/>
              <a:cxnLst/>
              <a:rect l="l" t="t" r="r" b="b"/>
              <a:pathLst>
                <a:path w="8611" h="5302" extrusionOk="0">
                  <a:moveTo>
                    <a:pt x="0" y="1"/>
                  </a:moveTo>
                  <a:lnTo>
                    <a:pt x="1021" y="5301"/>
                  </a:lnTo>
                  <a:lnTo>
                    <a:pt x="8610" y="5301"/>
                  </a:lnTo>
                  <a:lnTo>
                    <a:pt x="7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3714;p64">
              <a:extLst>
                <a:ext uri="{FF2B5EF4-FFF2-40B4-BE49-F238E27FC236}">
                  <a16:creationId xmlns:a16="http://schemas.microsoft.com/office/drawing/2014/main" id="{A409060E-AE4E-5093-368C-4FCFF6039D3A}"/>
                </a:ext>
              </a:extLst>
            </p:cNvPr>
            <p:cNvSpPr/>
            <p:nvPr/>
          </p:nvSpPr>
          <p:spPr>
            <a:xfrm>
              <a:off x="4614775" y="4232100"/>
              <a:ext cx="231150" cy="146900"/>
            </a:xfrm>
            <a:custGeom>
              <a:avLst/>
              <a:gdLst/>
              <a:ahLst/>
              <a:cxnLst/>
              <a:rect l="l" t="t" r="r" b="b"/>
              <a:pathLst>
                <a:path w="9246" h="5876" extrusionOk="0">
                  <a:moveTo>
                    <a:pt x="7424" y="573"/>
                  </a:moveTo>
                  <a:lnTo>
                    <a:pt x="8561" y="5302"/>
                  </a:lnTo>
                  <a:lnTo>
                    <a:pt x="1571" y="5302"/>
                  </a:lnTo>
                  <a:lnTo>
                    <a:pt x="663" y="573"/>
                  </a:lnTo>
                  <a:close/>
                  <a:moveTo>
                    <a:pt x="315" y="1"/>
                  </a:moveTo>
                  <a:cubicBezTo>
                    <a:pt x="136" y="1"/>
                    <a:pt x="0" y="165"/>
                    <a:pt x="35" y="342"/>
                  </a:cubicBezTo>
                  <a:lnTo>
                    <a:pt x="1055" y="5643"/>
                  </a:lnTo>
                  <a:cubicBezTo>
                    <a:pt x="1081" y="5778"/>
                    <a:pt x="1198" y="5875"/>
                    <a:pt x="1336" y="5875"/>
                  </a:cubicBezTo>
                  <a:lnTo>
                    <a:pt x="8925" y="5875"/>
                  </a:lnTo>
                  <a:lnTo>
                    <a:pt x="8925" y="5874"/>
                  </a:lnTo>
                  <a:cubicBezTo>
                    <a:pt x="9110" y="5874"/>
                    <a:pt x="9245" y="5701"/>
                    <a:pt x="9203" y="5522"/>
                  </a:cubicBezTo>
                  <a:lnTo>
                    <a:pt x="7929" y="220"/>
                  </a:lnTo>
                  <a:cubicBezTo>
                    <a:pt x="7899" y="92"/>
                    <a:pt x="7783" y="1"/>
                    <a:pt x="76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3715;p64">
              <a:extLst>
                <a:ext uri="{FF2B5EF4-FFF2-40B4-BE49-F238E27FC236}">
                  <a16:creationId xmlns:a16="http://schemas.microsoft.com/office/drawing/2014/main" id="{EF887C9C-FBB9-3C50-F0FD-707FAD4AE176}"/>
                </a:ext>
              </a:extLst>
            </p:cNvPr>
            <p:cNvSpPr/>
            <p:nvPr/>
          </p:nvSpPr>
          <p:spPr>
            <a:xfrm>
              <a:off x="2469425" y="3988450"/>
              <a:ext cx="219825" cy="126900"/>
            </a:xfrm>
            <a:custGeom>
              <a:avLst/>
              <a:gdLst/>
              <a:ahLst/>
              <a:cxnLst/>
              <a:rect l="l" t="t" r="r" b="b"/>
              <a:pathLst>
                <a:path w="8793" h="5076" extrusionOk="0">
                  <a:moveTo>
                    <a:pt x="1938" y="0"/>
                  </a:moveTo>
                  <a:lnTo>
                    <a:pt x="0" y="5075"/>
                  </a:lnTo>
                  <a:lnTo>
                    <a:pt x="7097" y="5075"/>
                  </a:lnTo>
                  <a:lnTo>
                    <a:pt x="87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3716;p64">
              <a:extLst>
                <a:ext uri="{FF2B5EF4-FFF2-40B4-BE49-F238E27FC236}">
                  <a16:creationId xmlns:a16="http://schemas.microsoft.com/office/drawing/2014/main" id="{BDF606C0-FCF2-C88E-EE32-28A3C0D7A385}"/>
                </a:ext>
              </a:extLst>
            </p:cNvPr>
            <p:cNvSpPr/>
            <p:nvPr/>
          </p:nvSpPr>
          <p:spPr>
            <a:xfrm>
              <a:off x="2460925" y="3981300"/>
              <a:ext cx="236675" cy="141225"/>
            </a:xfrm>
            <a:custGeom>
              <a:avLst/>
              <a:gdLst/>
              <a:ahLst/>
              <a:cxnLst/>
              <a:rect l="l" t="t" r="r" b="b"/>
              <a:pathLst>
                <a:path w="9467" h="5649" extrusionOk="0">
                  <a:moveTo>
                    <a:pt x="8736" y="572"/>
                  </a:moveTo>
                  <a:lnTo>
                    <a:pt x="7231" y="5075"/>
                  </a:lnTo>
                  <a:lnTo>
                    <a:pt x="755" y="5075"/>
                  </a:lnTo>
                  <a:lnTo>
                    <a:pt x="2475" y="572"/>
                  </a:lnTo>
                  <a:close/>
                  <a:moveTo>
                    <a:pt x="2278" y="0"/>
                  </a:moveTo>
                  <a:cubicBezTo>
                    <a:pt x="2159" y="0"/>
                    <a:pt x="2052" y="74"/>
                    <a:pt x="2010" y="184"/>
                  </a:cubicBezTo>
                  <a:lnTo>
                    <a:pt x="72" y="5259"/>
                  </a:lnTo>
                  <a:cubicBezTo>
                    <a:pt x="0" y="5447"/>
                    <a:pt x="139" y="5647"/>
                    <a:pt x="340" y="5648"/>
                  </a:cubicBezTo>
                  <a:lnTo>
                    <a:pt x="7437" y="5648"/>
                  </a:lnTo>
                  <a:cubicBezTo>
                    <a:pt x="7560" y="5647"/>
                    <a:pt x="7669" y="5569"/>
                    <a:pt x="7708" y="5452"/>
                  </a:cubicBezTo>
                  <a:lnTo>
                    <a:pt x="9403" y="377"/>
                  </a:lnTo>
                  <a:cubicBezTo>
                    <a:pt x="9466" y="191"/>
                    <a:pt x="9328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3717;p64">
              <a:extLst>
                <a:ext uri="{FF2B5EF4-FFF2-40B4-BE49-F238E27FC236}">
                  <a16:creationId xmlns:a16="http://schemas.microsoft.com/office/drawing/2014/main" id="{BD69155B-AFD5-18F6-D417-E55AF29E68CE}"/>
                </a:ext>
              </a:extLst>
            </p:cNvPr>
            <p:cNvSpPr/>
            <p:nvPr/>
          </p:nvSpPr>
          <p:spPr>
            <a:xfrm>
              <a:off x="2252775" y="4115325"/>
              <a:ext cx="216675" cy="123975"/>
            </a:xfrm>
            <a:custGeom>
              <a:avLst/>
              <a:gdLst/>
              <a:ahLst/>
              <a:cxnLst/>
              <a:rect l="l" t="t" r="r" b="b"/>
              <a:pathLst>
                <a:path w="8667" h="4959" extrusionOk="0">
                  <a:moveTo>
                    <a:pt x="2113" y="0"/>
                  </a:moveTo>
                  <a:lnTo>
                    <a:pt x="0" y="4959"/>
                  </a:lnTo>
                  <a:lnTo>
                    <a:pt x="6771" y="4959"/>
                  </a:lnTo>
                  <a:lnTo>
                    <a:pt x="8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3718;p64">
              <a:extLst>
                <a:ext uri="{FF2B5EF4-FFF2-40B4-BE49-F238E27FC236}">
                  <a16:creationId xmlns:a16="http://schemas.microsoft.com/office/drawing/2014/main" id="{20CA2D42-1487-30C2-3ABE-DD09131A6EA9}"/>
                </a:ext>
              </a:extLst>
            </p:cNvPr>
            <p:cNvSpPr/>
            <p:nvPr/>
          </p:nvSpPr>
          <p:spPr>
            <a:xfrm>
              <a:off x="2244175" y="4108175"/>
              <a:ext cx="233700" cy="138275"/>
            </a:xfrm>
            <a:custGeom>
              <a:avLst/>
              <a:gdLst/>
              <a:ahLst/>
              <a:cxnLst/>
              <a:rect l="l" t="t" r="r" b="b"/>
              <a:pathLst>
                <a:path w="9348" h="5531" extrusionOk="0">
                  <a:moveTo>
                    <a:pt x="8594" y="573"/>
                  </a:moveTo>
                  <a:lnTo>
                    <a:pt x="6919" y="4958"/>
                  </a:lnTo>
                  <a:lnTo>
                    <a:pt x="777" y="4958"/>
                  </a:lnTo>
                  <a:lnTo>
                    <a:pt x="2647" y="573"/>
                  </a:lnTo>
                  <a:close/>
                  <a:moveTo>
                    <a:pt x="2457" y="0"/>
                  </a:moveTo>
                  <a:cubicBezTo>
                    <a:pt x="2342" y="0"/>
                    <a:pt x="2240" y="68"/>
                    <a:pt x="2195" y="174"/>
                  </a:cubicBezTo>
                  <a:lnTo>
                    <a:pt x="80" y="5132"/>
                  </a:lnTo>
                  <a:cubicBezTo>
                    <a:pt x="1" y="5320"/>
                    <a:pt x="139" y="5530"/>
                    <a:pt x="344" y="5530"/>
                  </a:cubicBezTo>
                  <a:lnTo>
                    <a:pt x="7115" y="5530"/>
                  </a:lnTo>
                  <a:cubicBezTo>
                    <a:pt x="7234" y="5530"/>
                    <a:pt x="7340" y="5457"/>
                    <a:pt x="7383" y="5347"/>
                  </a:cubicBezTo>
                  <a:lnTo>
                    <a:pt x="9277" y="389"/>
                  </a:lnTo>
                  <a:cubicBezTo>
                    <a:pt x="9347" y="202"/>
                    <a:pt x="9210" y="0"/>
                    <a:pt x="9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3719;p64">
              <a:extLst>
                <a:ext uri="{FF2B5EF4-FFF2-40B4-BE49-F238E27FC236}">
                  <a16:creationId xmlns:a16="http://schemas.microsoft.com/office/drawing/2014/main" id="{E1C023DB-6AB4-0D6B-467E-BC078A59DBC9}"/>
                </a:ext>
              </a:extLst>
            </p:cNvPr>
            <p:cNvSpPr/>
            <p:nvPr/>
          </p:nvSpPr>
          <p:spPr>
            <a:xfrm>
              <a:off x="2305600" y="3988450"/>
              <a:ext cx="212275" cy="126900"/>
            </a:xfrm>
            <a:custGeom>
              <a:avLst/>
              <a:gdLst/>
              <a:ahLst/>
              <a:cxnLst/>
              <a:rect l="l" t="t" r="r" b="b"/>
              <a:pathLst>
                <a:path w="8491" h="5076" extrusionOk="0">
                  <a:moveTo>
                    <a:pt x="2164" y="0"/>
                  </a:moveTo>
                  <a:lnTo>
                    <a:pt x="0" y="5075"/>
                  </a:lnTo>
                  <a:lnTo>
                    <a:pt x="6553" y="5075"/>
                  </a:lnTo>
                  <a:lnTo>
                    <a:pt x="84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3720;p64">
              <a:extLst>
                <a:ext uri="{FF2B5EF4-FFF2-40B4-BE49-F238E27FC236}">
                  <a16:creationId xmlns:a16="http://schemas.microsoft.com/office/drawing/2014/main" id="{55FFE87C-7E90-E784-F576-204ECD3BA55C}"/>
                </a:ext>
              </a:extLst>
            </p:cNvPr>
            <p:cNvSpPr/>
            <p:nvPr/>
          </p:nvSpPr>
          <p:spPr>
            <a:xfrm>
              <a:off x="2297000" y="3981300"/>
              <a:ext cx="229350" cy="141225"/>
            </a:xfrm>
            <a:custGeom>
              <a:avLst/>
              <a:gdLst/>
              <a:ahLst/>
              <a:cxnLst/>
              <a:rect l="l" t="t" r="r" b="b"/>
              <a:pathLst>
                <a:path w="9174" h="5649" extrusionOk="0">
                  <a:moveTo>
                    <a:pt x="8420" y="572"/>
                  </a:moveTo>
                  <a:lnTo>
                    <a:pt x="6700" y="5075"/>
                  </a:lnTo>
                  <a:lnTo>
                    <a:pt x="778" y="5075"/>
                  </a:lnTo>
                  <a:lnTo>
                    <a:pt x="2696" y="572"/>
                  </a:lnTo>
                  <a:close/>
                  <a:moveTo>
                    <a:pt x="2508" y="0"/>
                  </a:moveTo>
                  <a:cubicBezTo>
                    <a:pt x="2392" y="0"/>
                    <a:pt x="2289" y="68"/>
                    <a:pt x="2244" y="173"/>
                  </a:cubicBezTo>
                  <a:lnTo>
                    <a:pt x="82" y="5250"/>
                  </a:lnTo>
                  <a:cubicBezTo>
                    <a:pt x="1" y="5438"/>
                    <a:pt x="139" y="5647"/>
                    <a:pt x="344" y="5648"/>
                  </a:cubicBezTo>
                  <a:lnTo>
                    <a:pt x="6897" y="5648"/>
                  </a:lnTo>
                  <a:cubicBezTo>
                    <a:pt x="7015" y="5647"/>
                    <a:pt x="7121" y="5574"/>
                    <a:pt x="7164" y="5464"/>
                  </a:cubicBezTo>
                  <a:lnTo>
                    <a:pt x="9103" y="389"/>
                  </a:lnTo>
                  <a:cubicBezTo>
                    <a:pt x="9173" y="202"/>
                    <a:pt x="9035" y="0"/>
                    <a:pt x="88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3721;p64">
              <a:extLst>
                <a:ext uri="{FF2B5EF4-FFF2-40B4-BE49-F238E27FC236}">
                  <a16:creationId xmlns:a16="http://schemas.microsoft.com/office/drawing/2014/main" id="{6E2667F7-D808-4198-BAE6-865A6BB74CD4}"/>
                </a:ext>
              </a:extLst>
            </p:cNvPr>
            <p:cNvSpPr/>
            <p:nvPr/>
          </p:nvSpPr>
          <p:spPr>
            <a:xfrm>
              <a:off x="2196275" y="4239275"/>
              <a:ext cx="225775" cy="132550"/>
            </a:xfrm>
            <a:custGeom>
              <a:avLst/>
              <a:gdLst/>
              <a:ahLst/>
              <a:cxnLst/>
              <a:rect l="l" t="t" r="r" b="b"/>
              <a:pathLst>
                <a:path w="9031" h="5302" extrusionOk="0">
                  <a:moveTo>
                    <a:pt x="2260" y="1"/>
                  </a:moveTo>
                  <a:lnTo>
                    <a:pt x="1" y="5301"/>
                  </a:lnTo>
                  <a:lnTo>
                    <a:pt x="7006" y="5301"/>
                  </a:lnTo>
                  <a:lnTo>
                    <a:pt x="90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3722;p64">
              <a:extLst>
                <a:ext uri="{FF2B5EF4-FFF2-40B4-BE49-F238E27FC236}">
                  <a16:creationId xmlns:a16="http://schemas.microsoft.com/office/drawing/2014/main" id="{BFAB8BA8-3867-B3E7-5C88-15C243A929E9}"/>
                </a:ext>
              </a:extLst>
            </p:cNvPr>
            <p:cNvSpPr/>
            <p:nvPr/>
          </p:nvSpPr>
          <p:spPr>
            <a:xfrm>
              <a:off x="2187650" y="4232100"/>
              <a:ext cx="242900" cy="146900"/>
            </a:xfrm>
            <a:custGeom>
              <a:avLst/>
              <a:gdLst/>
              <a:ahLst/>
              <a:cxnLst/>
              <a:rect l="l" t="t" r="r" b="b"/>
              <a:pathLst>
                <a:path w="9716" h="5876" extrusionOk="0">
                  <a:moveTo>
                    <a:pt x="8960" y="573"/>
                  </a:moveTo>
                  <a:lnTo>
                    <a:pt x="7153" y="5302"/>
                  </a:lnTo>
                  <a:lnTo>
                    <a:pt x="778" y="5302"/>
                  </a:lnTo>
                  <a:lnTo>
                    <a:pt x="2794" y="573"/>
                  </a:lnTo>
                  <a:close/>
                  <a:moveTo>
                    <a:pt x="2605" y="1"/>
                  </a:moveTo>
                  <a:cubicBezTo>
                    <a:pt x="2491" y="1"/>
                    <a:pt x="2387" y="70"/>
                    <a:pt x="2342" y="175"/>
                  </a:cubicBezTo>
                  <a:lnTo>
                    <a:pt x="82" y="5477"/>
                  </a:lnTo>
                  <a:cubicBezTo>
                    <a:pt x="1" y="5665"/>
                    <a:pt x="139" y="5874"/>
                    <a:pt x="344" y="5875"/>
                  </a:cubicBezTo>
                  <a:lnTo>
                    <a:pt x="7351" y="5875"/>
                  </a:lnTo>
                  <a:cubicBezTo>
                    <a:pt x="7470" y="5875"/>
                    <a:pt x="7576" y="5802"/>
                    <a:pt x="7619" y="5691"/>
                  </a:cubicBezTo>
                  <a:lnTo>
                    <a:pt x="9645" y="389"/>
                  </a:lnTo>
                  <a:cubicBezTo>
                    <a:pt x="9715" y="202"/>
                    <a:pt x="9577" y="1"/>
                    <a:pt x="9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3723;p64">
              <a:extLst>
                <a:ext uri="{FF2B5EF4-FFF2-40B4-BE49-F238E27FC236}">
                  <a16:creationId xmlns:a16="http://schemas.microsoft.com/office/drawing/2014/main" id="{1C6506FB-5554-8C79-658A-AE37A3E8467F}"/>
                </a:ext>
              </a:extLst>
            </p:cNvPr>
            <p:cNvSpPr/>
            <p:nvPr/>
          </p:nvSpPr>
          <p:spPr>
            <a:xfrm>
              <a:off x="2135725" y="4371800"/>
              <a:ext cx="235700" cy="142075"/>
            </a:xfrm>
            <a:custGeom>
              <a:avLst/>
              <a:gdLst/>
              <a:ahLst/>
              <a:cxnLst/>
              <a:rect l="l" t="t" r="r" b="b"/>
              <a:pathLst>
                <a:path w="9428" h="5683" extrusionOk="0">
                  <a:moveTo>
                    <a:pt x="2423" y="0"/>
                  </a:moveTo>
                  <a:lnTo>
                    <a:pt x="1" y="5683"/>
                  </a:lnTo>
                  <a:lnTo>
                    <a:pt x="7257" y="5683"/>
                  </a:lnTo>
                  <a:lnTo>
                    <a:pt x="94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3724;p64">
              <a:extLst>
                <a:ext uri="{FF2B5EF4-FFF2-40B4-BE49-F238E27FC236}">
                  <a16:creationId xmlns:a16="http://schemas.microsoft.com/office/drawing/2014/main" id="{5B1FA1DB-CB2D-A34F-DAF5-7759DDE8A635}"/>
                </a:ext>
              </a:extLst>
            </p:cNvPr>
            <p:cNvSpPr/>
            <p:nvPr/>
          </p:nvSpPr>
          <p:spPr>
            <a:xfrm>
              <a:off x="2127150" y="4364650"/>
              <a:ext cx="252750" cy="156375"/>
            </a:xfrm>
            <a:custGeom>
              <a:avLst/>
              <a:gdLst/>
              <a:ahLst/>
              <a:cxnLst/>
              <a:rect l="l" t="t" r="r" b="b"/>
              <a:pathLst>
                <a:path w="10110" h="6255" extrusionOk="0">
                  <a:moveTo>
                    <a:pt x="9356" y="573"/>
                  </a:moveTo>
                  <a:lnTo>
                    <a:pt x="7402" y="5682"/>
                  </a:lnTo>
                  <a:lnTo>
                    <a:pt x="777" y="5682"/>
                  </a:lnTo>
                  <a:lnTo>
                    <a:pt x="2954" y="573"/>
                  </a:lnTo>
                  <a:close/>
                  <a:moveTo>
                    <a:pt x="2764" y="0"/>
                  </a:moveTo>
                  <a:cubicBezTo>
                    <a:pt x="2650" y="0"/>
                    <a:pt x="2547" y="68"/>
                    <a:pt x="2502" y="175"/>
                  </a:cubicBezTo>
                  <a:lnTo>
                    <a:pt x="80" y="5856"/>
                  </a:lnTo>
                  <a:cubicBezTo>
                    <a:pt x="0" y="6044"/>
                    <a:pt x="138" y="6255"/>
                    <a:pt x="344" y="6255"/>
                  </a:cubicBezTo>
                  <a:lnTo>
                    <a:pt x="7600" y="6255"/>
                  </a:lnTo>
                  <a:cubicBezTo>
                    <a:pt x="7719" y="6255"/>
                    <a:pt x="7824" y="6182"/>
                    <a:pt x="7866" y="6071"/>
                  </a:cubicBezTo>
                  <a:lnTo>
                    <a:pt x="10037" y="389"/>
                  </a:lnTo>
                  <a:cubicBezTo>
                    <a:pt x="10109" y="202"/>
                    <a:pt x="9971" y="0"/>
                    <a:pt x="97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3725;p64">
              <a:extLst>
                <a:ext uri="{FF2B5EF4-FFF2-40B4-BE49-F238E27FC236}">
                  <a16:creationId xmlns:a16="http://schemas.microsoft.com/office/drawing/2014/main" id="{1C759CEE-5BCA-0933-5388-CA07B57D926C}"/>
                </a:ext>
              </a:extLst>
            </p:cNvPr>
            <p:cNvSpPr/>
            <p:nvPr/>
          </p:nvSpPr>
          <p:spPr>
            <a:xfrm>
              <a:off x="2070675" y="4513850"/>
              <a:ext cx="246475" cy="152600"/>
            </a:xfrm>
            <a:custGeom>
              <a:avLst/>
              <a:gdLst/>
              <a:ahLst/>
              <a:cxnLst/>
              <a:rect l="l" t="t" r="r" b="b"/>
              <a:pathLst>
                <a:path w="9859" h="6104" extrusionOk="0">
                  <a:moveTo>
                    <a:pt x="2603" y="1"/>
                  </a:moveTo>
                  <a:lnTo>
                    <a:pt x="1" y="6104"/>
                  </a:lnTo>
                  <a:lnTo>
                    <a:pt x="7528" y="6104"/>
                  </a:lnTo>
                  <a:lnTo>
                    <a:pt x="98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3726;p64">
              <a:extLst>
                <a:ext uri="{FF2B5EF4-FFF2-40B4-BE49-F238E27FC236}">
                  <a16:creationId xmlns:a16="http://schemas.microsoft.com/office/drawing/2014/main" id="{95658C4D-B049-CAFC-3D8C-79062D06722D}"/>
                </a:ext>
              </a:extLst>
            </p:cNvPr>
            <p:cNvSpPr/>
            <p:nvPr/>
          </p:nvSpPr>
          <p:spPr>
            <a:xfrm>
              <a:off x="2062100" y="4506675"/>
              <a:ext cx="263550" cy="166925"/>
            </a:xfrm>
            <a:custGeom>
              <a:avLst/>
              <a:gdLst/>
              <a:ahLst/>
              <a:cxnLst/>
              <a:rect l="l" t="t" r="r" b="b"/>
              <a:pathLst>
                <a:path w="10542" h="6677" extrusionOk="0">
                  <a:moveTo>
                    <a:pt x="9787" y="574"/>
                  </a:moveTo>
                  <a:lnTo>
                    <a:pt x="7673" y="6105"/>
                  </a:lnTo>
                  <a:lnTo>
                    <a:pt x="777" y="6105"/>
                  </a:lnTo>
                  <a:lnTo>
                    <a:pt x="3135" y="574"/>
                  </a:lnTo>
                  <a:close/>
                  <a:moveTo>
                    <a:pt x="2946" y="1"/>
                  </a:moveTo>
                  <a:cubicBezTo>
                    <a:pt x="2831" y="1"/>
                    <a:pt x="2728" y="69"/>
                    <a:pt x="2683" y="175"/>
                  </a:cubicBezTo>
                  <a:lnTo>
                    <a:pt x="80" y="6278"/>
                  </a:lnTo>
                  <a:cubicBezTo>
                    <a:pt x="0" y="6466"/>
                    <a:pt x="139" y="6676"/>
                    <a:pt x="344" y="6676"/>
                  </a:cubicBezTo>
                  <a:lnTo>
                    <a:pt x="7871" y="6676"/>
                  </a:lnTo>
                  <a:cubicBezTo>
                    <a:pt x="7989" y="6676"/>
                    <a:pt x="8095" y="6603"/>
                    <a:pt x="8137" y="6493"/>
                  </a:cubicBezTo>
                  <a:lnTo>
                    <a:pt x="10470" y="389"/>
                  </a:lnTo>
                  <a:cubicBezTo>
                    <a:pt x="10541" y="202"/>
                    <a:pt x="10403" y="1"/>
                    <a:pt x="102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3727;p64">
              <a:extLst>
                <a:ext uri="{FF2B5EF4-FFF2-40B4-BE49-F238E27FC236}">
                  <a16:creationId xmlns:a16="http://schemas.microsoft.com/office/drawing/2014/main" id="{4BEEE772-A54B-977F-1F29-6036E678232B}"/>
                </a:ext>
              </a:extLst>
            </p:cNvPr>
            <p:cNvSpPr/>
            <p:nvPr/>
          </p:nvSpPr>
          <p:spPr>
            <a:xfrm>
              <a:off x="5356200" y="4239275"/>
              <a:ext cx="218750" cy="132550"/>
            </a:xfrm>
            <a:custGeom>
              <a:avLst/>
              <a:gdLst/>
              <a:ahLst/>
              <a:cxnLst/>
              <a:rect l="l" t="t" r="r" b="b"/>
              <a:pathLst>
                <a:path w="8750" h="5302" extrusionOk="0">
                  <a:moveTo>
                    <a:pt x="0" y="1"/>
                  </a:moveTo>
                  <a:lnTo>
                    <a:pt x="2035" y="5301"/>
                  </a:lnTo>
                  <a:lnTo>
                    <a:pt x="8749" y="5301"/>
                  </a:lnTo>
                  <a:lnTo>
                    <a:pt x="6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3728;p64">
              <a:extLst>
                <a:ext uri="{FF2B5EF4-FFF2-40B4-BE49-F238E27FC236}">
                  <a16:creationId xmlns:a16="http://schemas.microsoft.com/office/drawing/2014/main" id="{02B5BB89-A49B-6E04-1443-A1DA258417BA}"/>
                </a:ext>
              </a:extLst>
            </p:cNvPr>
            <p:cNvSpPr/>
            <p:nvPr/>
          </p:nvSpPr>
          <p:spPr>
            <a:xfrm>
              <a:off x="5347700" y="4232100"/>
              <a:ext cx="235825" cy="146900"/>
            </a:xfrm>
            <a:custGeom>
              <a:avLst/>
              <a:gdLst/>
              <a:ahLst/>
              <a:cxnLst/>
              <a:rect l="l" t="t" r="r" b="b"/>
              <a:pathLst>
                <a:path w="9433" h="5876" extrusionOk="0">
                  <a:moveTo>
                    <a:pt x="6640" y="573"/>
                  </a:moveTo>
                  <a:lnTo>
                    <a:pt x="8656" y="5302"/>
                  </a:lnTo>
                  <a:lnTo>
                    <a:pt x="2573" y="5302"/>
                  </a:lnTo>
                  <a:lnTo>
                    <a:pt x="757" y="573"/>
                  </a:lnTo>
                  <a:close/>
                  <a:moveTo>
                    <a:pt x="340" y="1"/>
                  </a:moveTo>
                  <a:cubicBezTo>
                    <a:pt x="139" y="1"/>
                    <a:pt x="0" y="202"/>
                    <a:pt x="73" y="390"/>
                  </a:cubicBezTo>
                  <a:lnTo>
                    <a:pt x="2109" y="5691"/>
                  </a:lnTo>
                  <a:cubicBezTo>
                    <a:pt x="2151" y="5802"/>
                    <a:pt x="2257" y="5875"/>
                    <a:pt x="2375" y="5875"/>
                  </a:cubicBezTo>
                  <a:lnTo>
                    <a:pt x="9089" y="5875"/>
                  </a:lnTo>
                  <a:lnTo>
                    <a:pt x="9089" y="5874"/>
                  </a:lnTo>
                  <a:cubicBezTo>
                    <a:pt x="9294" y="5874"/>
                    <a:pt x="9433" y="5665"/>
                    <a:pt x="9352" y="5475"/>
                  </a:cubicBezTo>
                  <a:lnTo>
                    <a:pt x="7093" y="175"/>
                  </a:lnTo>
                  <a:cubicBezTo>
                    <a:pt x="7048" y="69"/>
                    <a:pt x="6944" y="1"/>
                    <a:pt x="6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3729;p64">
              <a:extLst>
                <a:ext uri="{FF2B5EF4-FFF2-40B4-BE49-F238E27FC236}">
                  <a16:creationId xmlns:a16="http://schemas.microsoft.com/office/drawing/2014/main" id="{2595291E-9C33-E0F3-7781-39B5A5B7F71F}"/>
                </a:ext>
              </a:extLst>
            </p:cNvPr>
            <p:cNvSpPr/>
            <p:nvPr/>
          </p:nvSpPr>
          <p:spPr>
            <a:xfrm>
              <a:off x="5407075" y="4371800"/>
              <a:ext cx="228400" cy="142075"/>
            </a:xfrm>
            <a:custGeom>
              <a:avLst/>
              <a:gdLst/>
              <a:ahLst/>
              <a:cxnLst/>
              <a:rect l="l" t="t" r="r" b="b"/>
              <a:pathLst>
                <a:path w="9136" h="5683" extrusionOk="0">
                  <a:moveTo>
                    <a:pt x="0" y="0"/>
                  </a:moveTo>
                  <a:lnTo>
                    <a:pt x="2181" y="5683"/>
                  </a:lnTo>
                  <a:lnTo>
                    <a:pt x="9135" y="5683"/>
                  </a:lnTo>
                  <a:lnTo>
                    <a:pt x="67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3730;p64">
              <a:extLst>
                <a:ext uri="{FF2B5EF4-FFF2-40B4-BE49-F238E27FC236}">
                  <a16:creationId xmlns:a16="http://schemas.microsoft.com/office/drawing/2014/main" id="{3521549C-693B-B02E-D01A-5CD2DA74CED4}"/>
                </a:ext>
              </a:extLst>
            </p:cNvPr>
            <p:cNvSpPr/>
            <p:nvPr/>
          </p:nvSpPr>
          <p:spPr>
            <a:xfrm>
              <a:off x="5398600" y="4364650"/>
              <a:ext cx="245450" cy="156375"/>
            </a:xfrm>
            <a:custGeom>
              <a:avLst/>
              <a:gdLst/>
              <a:ahLst/>
              <a:cxnLst/>
              <a:rect l="l" t="t" r="r" b="b"/>
              <a:pathLst>
                <a:path w="9818" h="6255" extrusionOk="0">
                  <a:moveTo>
                    <a:pt x="6864" y="573"/>
                  </a:moveTo>
                  <a:lnTo>
                    <a:pt x="9041" y="5682"/>
                  </a:lnTo>
                  <a:lnTo>
                    <a:pt x="2718" y="5682"/>
                  </a:lnTo>
                  <a:lnTo>
                    <a:pt x="756" y="573"/>
                  </a:lnTo>
                  <a:close/>
                  <a:moveTo>
                    <a:pt x="339" y="0"/>
                  </a:moveTo>
                  <a:cubicBezTo>
                    <a:pt x="139" y="0"/>
                    <a:pt x="1" y="202"/>
                    <a:pt x="73" y="389"/>
                  </a:cubicBezTo>
                  <a:lnTo>
                    <a:pt x="2254" y="6071"/>
                  </a:lnTo>
                  <a:cubicBezTo>
                    <a:pt x="2296" y="6182"/>
                    <a:pt x="2401" y="6255"/>
                    <a:pt x="2520" y="6255"/>
                  </a:cubicBezTo>
                  <a:lnTo>
                    <a:pt x="9474" y="6255"/>
                  </a:lnTo>
                  <a:cubicBezTo>
                    <a:pt x="9679" y="6255"/>
                    <a:pt x="9818" y="6044"/>
                    <a:pt x="9738" y="5856"/>
                  </a:cubicBezTo>
                  <a:lnTo>
                    <a:pt x="7316" y="175"/>
                  </a:lnTo>
                  <a:cubicBezTo>
                    <a:pt x="7271" y="68"/>
                    <a:pt x="7167" y="0"/>
                    <a:pt x="70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3731;p64">
              <a:extLst>
                <a:ext uri="{FF2B5EF4-FFF2-40B4-BE49-F238E27FC236}">
                  <a16:creationId xmlns:a16="http://schemas.microsoft.com/office/drawing/2014/main" id="{12933D1B-0340-C26C-BCFA-56FB00B7730A}"/>
                </a:ext>
              </a:extLst>
            </p:cNvPr>
            <p:cNvSpPr/>
            <p:nvPr/>
          </p:nvSpPr>
          <p:spPr>
            <a:xfrm>
              <a:off x="5461600" y="4513850"/>
              <a:ext cx="238900" cy="152600"/>
            </a:xfrm>
            <a:custGeom>
              <a:avLst/>
              <a:gdLst/>
              <a:ahLst/>
              <a:cxnLst/>
              <a:rect l="l" t="t" r="r" b="b"/>
              <a:pathLst>
                <a:path w="9556" h="6104" extrusionOk="0">
                  <a:moveTo>
                    <a:pt x="0" y="1"/>
                  </a:moveTo>
                  <a:lnTo>
                    <a:pt x="2343" y="6104"/>
                  </a:lnTo>
                  <a:lnTo>
                    <a:pt x="9556" y="6104"/>
                  </a:lnTo>
                  <a:lnTo>
                    <a:pt x="69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3732;p64">
              <a:extLst>
                <a:ext uri="{FF2B5EF4-FFF2-40B4-BE49-F238E27FC236}">
                  <a16:creationId xmlns:a16="http://schemas.microsoft.com/office/drawing/2014/main" id="{75C2A3F1-D0B4-87E5-F28A-49F2E4524CB6}"/>
                </a:ext>
              </a:extLst>
            </p:cNvPr>
            <p:cNvSpPr/>
            <p:nvPr/>
          </p:nvSpPr>
          <p:spPr>
            <a:xfrm>
              <a:off x="5453100" y="4506675"/>
              <a:ext cx="256000" cy="166925"/>
            </a:xfrm>
            <a:custGeom>
              <a:avLst/>
              <a:gdLst/>
              <a:ahLst/>
              <a:cxnLst/>
              <a:rect l="l" t="t" r="r" b="b"/>
              <a:pathLst>
                <a:path w="10240" h="6677" extrusionOk="0">
                  <a:moveTo>
                    <a:pt x="7107" y="574"/>
                  </a:moveTo>
                  <a:lnTo>
                    <a:pt x="9463" y="6105"/>
                  </a:lnTo>
                  <a:lnTo>
                    <a:pt x="2880" y="6105"/>
                  </a:lnTo>
                  <a:lnTo>
                    <a:pt x="758" y="574"/>
                  </a:lnTo>
                  <a:close/>
                  <a:moveTo>
                    <a:pt x="340" y="1"/>
                  </a:moveTo>
                  <a:cubicBezTo>
                    <a:pt x="139" y="1"/>
                    <a:pt x="1" y="202"/>
                    <a:pt x="74" y="390"/>
                  </a:cubicBezTo>
                  <a:lnTo>
                    <a:pt x="2417" y="6493"/>
                  </a:lnTo>
                  <a:cubicBezTo>
                    <a:pt x="2459" y="6603"/>
                    <a:pt x="2565" y="6676"/>
                    <a:pt x="2684" y="6676"/>
                  </a:cubicBezTo>
                  <a:lnTo>
                    <a:pt x="9896" y="6676"/>
                  </a:lnTo>
                  <a:cubicBezTo>
                    <a:pt x="10101" y="6676"/>
                    <a:pt x="10239" y="6468"/>
                    <a:pt x="10160" y="6278"/>
                  </a:cubicBezTo>
                  <a:lnTo>
                    <a:pt x="7558" y="175"/>
                  </a:lnTo>
                  <a:cubicBezTo>
                    <a:pt x="7513" y="69"/>
                    <a:pt x="7410" y="1"/>
                    <a:pt x="7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3733;p64">
              <a:extLst>
                <a:ext uri="{FF2B5EF4-FFF2-40B4-BE49-F238E27FC236}">
                  <a16:creationId xmlns:a16="http://schemas.microsoft.com/office/drawing/2014/main" id="{C86DC5AB-E800-F975-F33A-A269C5E24ECA}"/>
                </a:ext>
              </a:extLst>
            </p:cNvPr>
            <p:cNvSpPr/>
            <p:nvPr/>
          </p:nvSpPr>
          <p:spPr>
            <a:xfrm>
              <a:off x="3888875" y="3988450"/>
              <a:ext cx="177600" cy="126900"/>
            </a:xfrm>
            <a:custGeom>
              <a:avLst/>
              <a:gdLst/>
              <a:ahLst/>
              <a:cxnLst/>
              <a:rect l="l" t="t" r="r" b="b"/>
              <a:pathLst>
                <a:path w="7104" h="5076" extrusionOk="0">
                  <a:moveTo>
                    <a:pt x="1" y="0"/>
                  </a:moveTo>
                  <a:lnTo>
                    <a:pt x="6" y="5075"/>
                  </a:lnTo>
                  <a:lnTo>
                    <a:pt x="7103" y="5075"/>
                  </a:lnTo>
                  <a:lnTo>
                    <a:pt x="6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3734;p64">
              <a:extLst>
                <a:ext uri="{FF2B5EF4-FFF2-40B4-BE49-F238E27FC236}">
                  <a16:creationId xmlns:a16="http://schemas.microsoft.com/office/drawing/2014/main" id="{1CFA0237-B8FF-582C-B052-E3CE7490E187}"/>
                </a:ext>
              </a:extLst>
            </p:cNvPr>
            <p:cNvSpPr/>
            <p:nvPr/>
          </p:nvSpPr>
          <p:spPr>
            <a:xfrm>
              <a:off x="3881750" y="3981300"/>
              <a:ext cx="192100" cy="141225"/>
            </a:xfrm>
            <a:custGeom>
              <a:avLst/>
              <a:gdLst/>
              <a:ahLst/>
              <a:cxnLst/>
              <a:rect l="l" t="t" r="r" b="b"/>
              <a:pathLst>
                <a:path w="7684" h="5649" extrusionOk="0">
                  <a:moveTo>
                    <a:pt x="6868" y="572"/>
                  </a:moveTo>
                  <a:lnTo>
                    <a:pt x="7087" y="5075"/>
                  </a:lnTo>
                  <a:lnTo>
                    <a:pt x="576" y="5075"/>
                  </a:lnTo>
                  <a:lnTo>
                    <a:pt x="572" y="572"/>
                  </a:lnTo>
                  <a:close/>
                  <a:moveTo>
                    <a:pt x="286" y="0"/>
                  </a:moveTo>
                  <a:cubicBezTo>
                    <a:pt x="128" y="0"/>
                    <a:pt x="0" y="129"/>
                    <a:pt x="0" y="286"/>
                  </a:cubicBezTo>
                  <a:lnTo>
                    <a:pt x="5" y="5361"/>
                  </a:lnTo>
                  <a:cubicBezTo>
                    <a:pt x="5" y="5520"/>
                    <a:pt x="133" y="5648"/>
                    <a:pt x="291" y="5648"/>
                  </a:cubicBezTo>
                  <a:lnTo>
                    <a:pt x="7388" y="5648"/>
                  </a:lnTo>
                  <a:cubicBezTo>
                    <a:pt x="7551" y="5648"/>
                    <a:pt x="7683" y="5511"/>
                    <a:pt x="7674" y="5347"/>
                  </a:cubicBezTo>
                  <a:lnTo>
                    <a:pt x="7427" y="272"/>
                  </a:lnTo>
                  <a:cubicBezTo>
                    <a:pt x="7419" y="120"/>
                    <a:pt x="7294" y="0"/>
                    <a:pt x="7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3735;p64">
              <a:extLst>
                <a:ext uri="{FF2B5EF4-FFF2-40B4-BE49-F238E27FC236}">
                  <a16:creationId xmlns:a16="http://schemas.microsoft.com/office/drawing/2014/main" id="{41AF19D1-AFC1-4AEE-54BF-71F48F63332B}"/>
                </a:ext>
              </a:extLst>
            </p:cNvPr>
            <p:cNvSpPr/>
            <p:nvPr/>
          </p:nvSpPr>
          <p:spPr>
            <a:xfrm>
              <a:off x="5308600" y="4115325"/>
              <a:ext cx="209825" cy="123975"/>
            </a:xfrm>
            <a:custGeom>
              <a:avLst/>
              <a:gdLst/>
              <a:ahLst/>
              <a:cxnLst/>
              <a:rect l="l" t="t" r="r" b="b"/>
              <a:pathLst>
                <a:path w="8393" h="4959" extrusionOk="0">
                  <a:moveTo>
                    <a:pt x="1" y="0"/>
                  </a:moveTo>
                  <a:lnTo>
                    <a:pt x="1904" y="4959"/>
                  </a:lnTo>
                  <a:lnTo>
                    <a:pt x="8393" y="4959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3736;p64">
              <a:extLst>
                <a:ext uri="{FF2B5EF4-FFF2-40B4-BE49-F238E27FC236}">
                  <a16:creationId xmlns:a16="http://schemas.microsoft.com/office/drawing/2014/main" id="{551E39C0-3CB5-36DD-99F5-83328C196DEC}"/>
                </a:ext>
              </a:extLst>
            </p:cNvPr>
            <p:cNvSpPr/>
            <p:nvPr/>
          </p:nvSpPr>
          <p:spPr>
            <a:xfrm>
              <a:off x="5300125" y="4108175"/>
              <a:ext cx="226925" cy="138275"/>
            </a:xfrm>
            <a:custGeom>
              <a:avLst/>
              <a:gdLst/>
              <a:ahLst/>
              <a:cxnLst/>
              <a:rect l="l" t="t" r="r" b="b"/>
              <a:pathLst>
                <a:path w="9077" h="5531" extrusionOk="0">
                  <a:moveTo>
                    <a:pt x="6430" y="573"/>
                  </a:moveTo>
                  <a:lnTo>
                    <a:pt x="8300" y="4958"/>
                  </a:lnTo>
                  <a:lnTo>
                    <a:pt x="2440" y="4958"/>
                  </a:lnTo>
                  <a:lnTo>
                    <a:pt x="756" y="573"/>
                  </a:lnTo>
                  <a:close/>
                  <a:moveTo>
                    <a:pt x="340" y="0"/>
                  </a:moveTo>
                  <a:cubicBezTo>
                    <a:pt x="139" y="0"/>
                    <a:pt x="0" y="202"/>
                    <a:pt x="72" y="389"/>
                  </a:cubicBezTo>
                  <a:lnTo>
                    <a:pt x="1976" y="5347"/>
                  </a:lnTo>
                  <a:cubicBezTo>
                    <a:pt x="2019" y="5457"/>
                    <a:pt x="2125" y="5530"/>
                    <a:pt x="2243" y="5530"/>
                  </a:cubicBezTo>
                  <a:lnTo>
                    <a:pt x="8733" y="5530"/>
                  </a:lnTo>
                  <a:cubicBezTo>
                    <a:pt x="8938" y="5530"/>
                    <a:pt x="9076" y="5320"/>
                    <a:pt x="8997" y="5132"/>
                  </a:cubicBezTo>
                  <a:lnTo>
                    <a:pt x="6882" y="174"/>
                  </a:lnTo>
                  <a:cubicBezTo>
                    <a:pt x="6837" y="68"/>
                    <a:pt x="6734" y="0"/>
                    <a:pt x="66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3737;p64">
              <a:extLst>
                <a:ext uri="{FF2B5EF4-FFF2-40B4-BE49-F238E27FC236}">
                  <a16:creationId xmlns:a16="http://schemas.microsoft.com/office/drawing/2014/main" id="{28E9F0D6-D416-2BB2-EADB-C59DBC946245}"/>
                </a:ext>
              </a:extLst>
            </p:cNvPr>
            <p:cNvSpPr/>
            <p:nvPr/>
          </p:nvSpPr>
          <p:spPr>
            <a:xfrm>
              <a:off x="5217325" y="4366929"/>
              <a:ext cx="244300" cy="142075"/>
            </a:xfrm>
            <a:custGeom>
              <a:avLst/>
              <a:gdLst/>
              <a:ahLst/>
              <a:cxnLst/>
              <a:rect l="l" t="t" r="r" b="b"/>
              <a:pathLst>
                <a:path w="9772" h="5683" extrusionOk="0">
                  <a:moveTo>
                    <a:pt x="1" y="0"/>
                  </a:moveTo>
                  <a:lnTo>
                    <a:pt x="1910" y="5683"/>
                  </a:lnTo>
                  <a:lnTo>
                    <a:pt x="9771" y="5683"/>
                  </a:lnTo>
                  <a:lnTo>
                    <a:pt x="75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3738;p64">
              <a:extLst>
                <a:ext uri="{FF2B5EF4-FFF2-40B4-BE49-F238E27FC236}">
                  <a16:creationId xmlns:a16="http://schemas.microsoft.com/office/drawing/2014/main" id="{D5CE0B3D-2F06-378B-D9EE-DD10139431AF}"/>
                </a:ext>
              </a:extLst>
            </p:cNvPr>
            <p:cNvSpPr/>
            <p:nvPr/>
          </p:nvSpPr>
          <p:spPr>
            <a:xfrm>
              <a:off x="5209000" y="4364650"/>
              <a:ext cx="261125" cy="156375"/>
            </a:xfrm>
            <a:custGeom>
              <a:avLst/>
              <a:gdLst/>
              <a:ahLst/>
              <a:cxnLst/>
              <a:rect l="l" t="t" r="r" b="b"/>
              <a:pathLst>
                <a:path w="10445" h="6255" extrusionOk="0">
                  <a:moveTo>
                    <a:pt x="7727" y="573"/>
                  </a:moveTo>
                  <a:lnTo>
                    <a:pt x="9688" y="5682"/>
                  </a:lnTo>
                  <a:lnTo>
                    <a:pt x="2448" y="5682"/>
                  </a:lnTo>
                  <a:lnTo>
                    <a:pt x="732" y="573"/>
                  </a:lnTo>
                  <a:close/>
                  <a:moveTo>
                    <a:pt x="334" y="0"/>
                  </a:moveTo>
                  <a:cubicBezTo>
                    <a:pt x="138" y="0"/>
                    <a:pt x="0" y="193"/>
                    <a:pt x="63" y="377"/>
                  </a:cubicBezTo>
                  <a:lnTo>
                    <a:pt x="1972" y="6060"/>
                  </a:lnTo>
                  <a:cubicBezTo>
                    <a:pt x="2011" y="6176"/>
                    <a:pt x="2120" y="6255"/>
                    <a:pt x="2243" y="6255"/>
                  </a:cubicBezTo>
                  <a:lnTo>
                    <a:pt x="10104" y="6255"/>
                  </a:lnTo>
                  <a:cubicBezTo>
                    <a:pt x="10306" y="6255"/>
                    <a:pt x="10444" y="6053"/>
                    <a:pt x="10371" y="5866"/>
                  </a:cubicBezTo>
                  <a:lnTo>
                    <a:pt x="8191" y="185"/>
                  </a:lnTo>
                  <a:cubicBezTo>
                    <a:pt x="8149" y="74"/>
                    <a:pt x="8042" y="0"/>
                    <a:pt x="7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3739;p64">
              <a:extLst>
                <a:ext uri="{FF2B5EF4-FFF2-40B4-BE49-F238E27FC236}">
                  <a16:creationId xmlns:a16="http://schemas.microsoft.com/office/drawing/2014/main" id="{A083CE50-2B4A-E3C3-4176-74F0F803AF1E}"/>
                </a:ext>
              </a:extLst>
            </p:cNvPr>
            <p:cNvSpPr/>
            <p:nvPr/>
          </p:nvSpPr>
          <p:spPr>
            <a:xfrm>
              <a:off x="2646850" y="3988450"/>
              <a:ext cx="213800" cy="126900"/>
            </a:xfrm>
            <a:custGeom>
              <a:avLst/>
              <a:gdLst/>
              <a:ahLst/>
              <a:cxnLst/>
              <a:rect l="l" t="t" r="r" b="b"/>
              <a:pathLst>
                <a:path w="8552" h="5076" extrusionOk="0">
                  <a:moveTo>
                    <a:pt x="1696" y="0"/>
                  </a:moveTo>
                  <a:lnTo>
                    <a:pt x="0" y="5075"/>
                  </a:lnTo>
                  <a:lnTo>
                    <a:pt x="7099" y="5075"/>
                  </a:lnTo>
                  <a:lnTo>
                    <a:pt x="85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3740;p64">
              <a:extLst>
                <a:ext uri="{FF2B5EF4-FFF2-40B4-BE49-F238E27FC236}">
                  <a16:creationId xmlns:a16="http://schemas.microsoft.com/office/drawing/2014/main" id="{2D8FB444-D4C7-6646-E4D0-EF8A2705C818}"/>
                </a:ext>
              </a:extLst>
            </p:cNvPr>
            <p:cNvSpPr/>
            <p:nvPr/>
          </p:nvSpPr>
          <p:spPr>
            <a:xfrm>
              <a:off x="2638525" y="3981300"/>
              <a:ext cx="230325" cy="141225"/>
            </a:xfrm>
            <a:custGeom>
              <a:avLst/>
              <a:gdLst/>
              <a:ahLst/>
              <a:cxnLst/>
              <a:rect l="l" t="t" r="r" b="b"/>
              <a:pathLst>
                <a:path w="9213" h="5649" extrusionOk="0">
                  <a:moveTo>
                    <a:pt x="8505" y="572"/>
                  </a:moveTo>
                  <a:lnTo>
                    <a:pt x="7215" y="5075"/>
                  </a:lnTo>
                  <a:lnTo>
                    <a:pt x="731" y="5075"/>
                  </a:lnTo>
                  <a:lnTo>
                    <a:pt x="2235" y="572"/>
                  </a:lnTo>
                  <a:close/>
                  <a:moveTo>
                    <a:pt x="2029" y="0"/>
                  </a:moveTo>
                  <a:cubicBezTo>
                    <a:pt x="1906" y="0"/>
                    <a:pt x="1797" y="79"/>
                    <a:pt x="1759" y="195"/>
                  </a:cubicBezTo>
                  <a:lnTo>
                    <a:pt x="62" y="5272"/>
                  </a:lnTo>
                  <a:cubicBezTo>
                    <a:pt x="0" y="5456"/>
                    <a:pt x="137" y="5647"/>
                    <a:pt x="333" y="5648"/>
                  </a:cubicBezTo>
                  <a:lnTo>
                    <a:pt x="7432" y="5648"/>
                  </a:lnTo>
                  <a:cubicBezTo>
                    <a:pt x="7559" y="5648"/>
                    <a:pt x="7672" y="5562"/>
                    <a:pt x="7706" y="5439"/>
                  </a:cubicBezTo>
                  <a:lnTo>
                    <a:pt x="9160" y="366"/>
                  </a:lnTo>
                  <a:cubicBezTo>
                    <a:pt x="9212" y="182"/>
                    <a:pt x="9075" y="0"/>
                    <a:pt x="88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3741;p64">
              <a:extLst>
                <a:ext uri="{FF2B5EF4-FFF2-40B4-BE49-F238E27FC236}">
                  <a16:creationId xmlns:a16="http://schemas.microsoft.com/office/drawing/2014/main" id="{707F7CDF-4A76-A318-6F87-B2B2490F8E54}"/>
                </a:ext>
              </a:extLst>
            </p:cNvPr>
            <p:cNvSpPr/>
            <p:nvPr/>
          </p:nvSpPr>
          <p:spPr>
            <a:xfrm>
              <a:off x="5131150" y="4110454"/>
              <a:ext cx="225075" cy="123975"/>
            </a:xfrm>
            <a:custGeom>
              <a:avLst/>
              <a:gdLst/>
              <a:ahLst/>
              <a:cxnLst/>
              <a:rect l="l" t="t" r="r" b="b"/>
              <a:pathLst>
                <a:path w="9003" h="4959" extrusionOk="0">
                  <a:moveTo>
                    <a:pt x="0" y="0"/>
                  </a:moveTo>
                  <a:lnTo>
                    <a:pt x="1666" y="4959"/>
                  </a:lnTo>
                  <a:lnTo>
                    <a:pt x="9002" y="4959"/>
                  </a:lnTo>
                  <a:lnTo>
                    <a:pt x="70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3742;p64">
              <a:extLst>
                <a:ext uri="{FF2B5EF4-FFF2-40B4-BE49-F238E27FC236}">
                  <a16:creationId xmlns:a16="http://schemas.microsoft.com/office/drawing/2014/main" id="{86F124DF-38EF-4EBC-16C9-877914CFF703}"/>
                </a:ext>
              </a:extLst>
            </p:cNvPr>
            <p:cNvSpPr/>
            <p:nvPr/>
          </p:nvSpPr>
          <p:spPr>
            <a:xfrm>
              <a:off x="5122825" y="4108175"/>
              <a:ext cx="241875" cy="138275"/>
            </a:xfrm>
            <a:custGeom>
              <a:avLst/>
              <a:gdLst/>
              <a:ahLst/>
              <a:cxnLst/>
              <a:rect l="l" t="t" r="r" b="b"/>
              <a:pathLst>
                <a:path w="9675" h="5531" extrusionOk="0">
                  <a:moveTo>
                    <a:pt x="7235" y="573"/>
                  </a:moveTo>
                  <a:lnTo>
                    <a:pt x="8919" y="4958"/>
                  </a:lnTo>
                  <a:lnTo>
                    <a:pt x="2206" y="4958"/>
                  </a:lnTo>
                  <a:lnTo>
                    <a:pt x="731" y="573"/>
                  </a:lnTo>
                  <a:close/>
                  <a:moveTo>
                    <a:pt x="331" y="0"/>
                  </a:moveTo>
                  <a:cubicBezTo>
                    <a:pt x="138" y="0"/>
                    <a:pt x="0" y="192"/>
                    <a:pt x="63" y="377"/>
                  </a:cubicBezTo>
                  <a:lnTo>
                    <a:pt x="1729" y="5336"/>
                  </a:lnTo>
                  <a:cubicBezTo>
                    <a:pt x="1767" y="5452"/>
                    <a:pt x="1876" y="5530"/>
                    <a:pt x="1999" y="5530"/>
                  </a:cubicBezTo>
                  <a:lnTo>
                    <a:pt x="9335" y="5530"/>
                  </a:lnTo>
                  <a:cubicBezTo>
                    <a:pt x="9536" y="5530"/>
                    <a:pt x="9675" y="5329"/>
                    <a:pt x="9603" y="5141"/>
                  </a:cubicBezTo>
                  <a:lnTo>
                    <a:pt x="7698" y="184"/>
                  </a:lnTo>
                  <a:cubicBezTo>
                    <a:pt x="7656" y="74"/>
                    <a:pt x="7550" y="0"/>
                    <a:pt x="7432" y="0"/>
                  </a:cubicBezTo>
                  <a:lnTo>
                    <a:pt x="333" y="0"/>
                  </a:lnTo>
                  <a:cubicBezTo>
                    <a:pt x="333" y="0"/>
                    <a:pt x="332" y="0"/>
                    <a:pt x="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3743;p64">
              <a:extLst>
                <a:ext uri="{FF2B5EF4-FFF2-40B4-BE49-F238E27FC236}">
                  <a16:creationId xmlns:a16="http://schemas.microsoft.com/office/drawing/2014/main" id="{1153BBE5-EC8C-0E32-C661-1E71FBE1C538}"/>
                </a:ext>
              </a:extLst>
            </p:cNvPr>
            <p:cNvSpPr/>
            <p:nvPr/>
          </p:nvSpPr>
          <p:spPr>
            <a:xfrm>
              <a:off x="5259900" y="3988450"/>
              <a:ext cx="205700" cy="126900"/>
            </a:xfrm>
            <a:custGeom>
              <a:avLst/>
              <a:gdLst/>
              <a:ahLst/>
              <a:cxnLst/>
              <a:rect l="l" t="t" r="r" b="b"/>
              <a:pathLst>
                <a:path w="8228" h="5076" extrusionOk="0">
                  <a:moveTo>
                    <a:pt x="1" y="0"/>
                  </a:moveTo>
                  <a:lnTo>
                    <a:pt x="1949" y="5075"/>
                  </a:lnTo>
                  <a:lnTo>
                    <a:pt x="8227" y="5075"/>
                  </a:lnTo>
                  <a:lnTo>
                    <a:pt x="60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3744;p64">
              <a:extLst>
                <a:ext uri="{FF2B5EF4-FFF2-40B4-BE49-F238E27FC236}">
                  <a16:creationId xmlns:a16="http://schemas.microsoft.com/office/drawing/2014/main" id="{0EB20EBE-3AAD-1394-D47D-0AA17CB050D2}"/>
                </a:ext>
              </a:extLst>
            </p:cNvPr>
            <p:cNvSpPr/>
            <p:nvPr/>
          </p:nvSpPr>
          <p:spPr>
            <a:xfrm>
              <a:off x="5251400" y="3981300"/>
              <a:ext cx="222775" cy="141225"/>
            </a:xfrm>
            <a:custGeom>
              <a:avLst/>
              <a:gdLst/>
              <a:ahLst/>
              <a:cxnLst/>
              <a:rect l="l" t="t" r="r" b="b"/>
              <a:pathLst>
                <a:path w="8911" h="5649" extrusionOk="0">
                  <a:moveTo>
                    <a:pt x="6216" y="572"/>
                  </a:moveTo>
                  <a:lnTo>
                    <a:pt x="8134" y="5075"/>
                  </a:lnTo>
                  <a:lnTo>
                    <a:pt x="2485" y="5075"/>
                  </a:lnTo>
                  <a:lnTo>
                    <a:pt x="757" y="572"/>
                  </a:lnTo>
                  <a:close/>
                  <a:moveTo>
                    <a:pt x="340" y="0"/>
                  </a:moveTo>
                  <a:cubicBezTo>
                    <a:pt x="138" y="0"/>
                    <a:pt x="0" y="202"/>
                    <a:pt x="73" y="389"/>
                  </a:cubicBezTo>
                  <a:lnTo>
                    <a:pt x="2021" y="5464"/>
                  </a:lnTo>
                  <a:cubicBezTo>
                    <a:pt x="2063" y="5574"/>
                    <a:pt x="2170" y="5647"/>
                    <a:pt x="2288" y="5648"/>
                  </a:cubicBezTo>
                  <a:lnTo>
                    <a:pt x="8567" y="5648"/>
                  </a:lnTo>
                  <a:lnTo>
                    <a:pt x="8567" y="5647"/>
                  </a:lnTo>
                  <a:cubicBezTo>
                    <a:pt x="8772" y="5647"/>
                    <a:pt x="8911" y="5438"/>
                    <a:pt x="8831" y="5249"/>
                  </a:cubicBezTo>
                  <a:lnTo>
                    <a:pt x="6667" y="173"/>
                  </a:lnTo>
                  <a:cubicBezTo>
                    <a:pt x="6622" y="68"/>
                    <a:pt x="6518" y="0"/>
                    <a:pt x="64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3745;p64">
              <a:extLst>
                <a:ext uri="{FF2B5EF4-FFF2-40B4-BE49-F238E27FC236}">
                  <a16:creationId xmlns:a16="http://schemas.microsoft.com/office/drawing/2014/main" id="{385D3A23-ABF6-8AF7-1D83-FEA66D8BCE6A}"/>
                </a:ext>
              </a:extLst>
            </p:cNvPr>
            <p:cNvSpPr/>
            <p:nvPr/>
          </p:nvSpPr>
          <p:spPr>
            <a:xfrm>
              <a:off x="5088525" y="3983579"/>
              <a:ext cx="220100" cy="126900"/>
            </a:xfrm>
            <a:custGeom>
              <a:avLst/>
              <a:gdLst/>
              <a:ahLst/>
              <a:cxnLst/>
              <a:rect l="l" t="t" r="r" b="b"/>
              <a:pathLst>
                <a:path w="8804" h="5076" extrusionOk="0">
                  <a:moveTo>
                    <a:pt x="1" y="0"/>
                  </a:moveTo>
                  <a:lnTo>
                    <a:pt x="1705" y="5075"/>
                  </a:lnTo>
                  <a:lnTo>
                    <a:pt x="8804" y="5075"/>
                  </a:lnTo>
                  <a:lnTo>
                    <a:pt x="6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3746;p64">
              <a:extLst>
                <a:ext uri="{FF2B5EF4-FFF2-40B4-BE49-F238E27FC236}">
                  <a16:creationId xmlns:a16="http://schemas.microsoft.com/office/drawing/2014/main" id="{786913BD-8560-151F-EDB9-DB2042591749}"/>
                </a:ext>
              </a:extLst>
            </p:cNvPr>
            <p:cNvSpPr/>
            <p:nvPr/>
          </p:nvSpPr>
          <p:spPr>
            <a:xfrm>
              <a:off x="5080175" y="3981300"/>
              <a:ext cx="236925" cy="141225"/>
            </a:xfrm>
            <a:custGeom>
              <a:avLst/>
              <a:gdLst/>
              <a:ahLst/>
              <a:cxnLst/>
              <a:rect l="l" t="t" r="r" b="b"/>
              <a:pathLst>
                <a:path w="9477" h="5649" extrusionOk="0">
                  <a:moveTo>
                    <a:pt x="6993" y="572"/>
                  </a:moveTo>
                  <a:lnTo>
                    <a:pt x="8721" y="5075"/>
                  </a:lnTo>
                  <a:lnTo>
                    <a:pt x="2246" y="5075"/>
                  </a:lnTo>
                  <a:lnTo>
                    <a:pt x="732" y="572"/>
                  </a:lnTo>
                  <a:close/>
                  <a:moveTo>
                    <a:pt x="333" y="0"/>
                  </a:moveTo>
                  <a:cubicBezTo>
                    <a:pt x="138" y="0"/>
                    <a:pt x="1" y="192"/>
                    <a:pt x="63" y="377"/>
                  </a:cubicBezTo>
                  <a:lnTo>
                    <a:pt x="1769" y="5452"/>
                  </a:lnTo>
                  <a:cubicBezTo>
                    <a:pt x="1807" y="5569"/>
                    <a:pt x="1916" y="5648"/>
                    <a:pt x="2039" y="5648"/>
                  </a:cubicBezTo>
                  <a:lnTo>
                    <a:pt x="9138" y="5648"/>
                  </a:lnTo>
                  <a:lnTo>
                    <a:pt x="9138" y="5647"/>
                  </a:lnTo>
                  <a:cubicBezTo>
                    <a:pt x="9338" y="5647"/>
                    <a:pt x="9476" y="5446"/>
                    <a:pt x="9404" y="5259"/>
                  </a:cubicBezTo>
                  <a:lnTo>
                    <a:pt x="7456" y="184"/>
                  </a:lnTo>
                  <a:cubicBezTo>
                    <a:pt x="7414" y="74"/>
                    <a:pt x="7308" y="0"/>
                    <a:pt x="7190" y="0"/>
                  </a:cubicBezTo>
                  <a:lnTo>
                    <a:pt x="335" y="0"/>
                  </a:lnTo>
                  <a:cubicBezTo>
                    <a:pt x="334" y="0"/>
                    <a:pt x="333" y="0"/>
                    <a:pt x="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3747;p64">
              <a:extLst>
                <a:ext uri="{FF2B5EF4-FFF2-40B4-BE49-F238E27FC236}">
                  <a16:creationId xmlns:a16="http://schemas.microsoft.com/office/drawing/2014/main" id="{C7F9166D-6C7D-6DEE-C642-F77ECEA3D8F5}"/>
                </a:ext>
              </a:extLst>
            </p:cNvPr>
            <p:cNvSpPr/>
            <p:nvPr/>
          </p:nvSpPr>
          <p:spPr>
            <a:xfrm>
              <a:off x="4675475" y="4508979"/>
              <a:ext cx="233225" cy="152600"/>
            </a:xfrm>
            <a:custGeom>
              <a:avLst/>
              <a:gdLst/>
              <a:ahLst/>
              <a:cxnLst/>
              <a:rect l="l" t="t" r="r" b="b"/>
              <a:pathLst>
                <a:path w="9329" h="6104" extrusionOk="0">
                  <a:moveTo>
                    <a:pt x="1" y="1"/>
                  </a:moveTo>
                  <a:lnTo>
                    <a:pt x="1176" y="6104"/>
                  </a:lnTo>
                  <a:lnTo>
                    <a:pt x="9328" y="6104"/>
                  </a:lnTo>
                  <a:lnTo>
                    <a:pt x="78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3748;p64">
              <a:extLst>
                <a:ext uri="{FF2B5EF4-FFF2-40B4-BE49-F238E27FC236}">
                  <a16:creationId xmlns:a16="http://schemas.microsoft.com/office/drawing/2014/main" id="{B9901370-6D81-2B5B-84A1-5595421CAECB}"/>
                </a:ext>
              </a:extLst>
            </p:cNvPr>
            <p:cNvSpPr/>
            <p:nvPr/>
          </p:nvSpPr>
          <p:spPr>
            <a:xfrm>
              <a:off x="4667600" y="4506675"/>
              <a:ext cx="249125" cy="166925"/>
            </a:xfrm>
            <a:custGeom>
              <a:avLst/>
              <a:gdLst/>
              <a:ahLst/>
              <a:cxnLst/>
              <a:rect l="l" t="t" r="r" b="b"/>
              <a:pathLst>
                <a:path w="9965" h="6677" extrusionOk="0">
                  <a:moveTo>
                    <a:pt x="7950" y="574"/>
                  </a:moveTo>
                  <a:lnTo>
                    <a:pt x="9280" y="6105"/>
                  </a:lnTo>
                  <a:lnTo>
                    <a:pt x="1727" y="6105"/>
                  </a:lnTo>
                  <a:lnTo>
                    <a:pt x="662" y="574"/>
                  </a:lnTo>
                  <a:close/>
                  <a:moveTo>
                    <a:pt x="316" y="1"/>
                  </a:moveTo>
                  <a:cubicBezTo>
                    <a:pt x="135" y="1"/>
                    <a:pt x="0" y="165"/>
                    <a:pt x="34" y="342"/>
                  </a:cubicBezTo>
                  <a:lnTo>
                    <a:pt x="1209" y="6444"/>
                  </a:lnTo>
                  <a:cubicBezTo>
                    <a:pt x="1235" y="6579"/>
                    <a:pt x="1353" y="6676"/>
                    <a:pt x="1490" y="6676"/>
                  </a:cubicBezTo>
                  <a:lnTo>
                    <a:pt x="9643" y="6676"/>
                  </a:lnTo>
                  <a:cubicBezTo>
                    <a:pt x="9828" y="6675"/>
                    <a:pt x="9965" y="6503"/>
                    <a:pt x="9921" y="6324"/>
                  </a:cubicBezTo>
                  <a:lnTo>
                    <a:pt x="8455" y="220"/>
                  </a:lnTo>
                  <a:cubicBezTo>
                    <a:pt x="8424" y="92"/>
                    <a:pt x="8309" y="1"/>
                    <a:pt x="81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3749;p64">
              <a:extLst>
                <a:ext uri="{FF2B5EF4-FFF2-40B4-BE49-F238E27FC236}">
                  <a16:creationId xmlns:a16="http://schemas.microsoft.com/office/drawing/2014/main" id="{A7BFD7B0-D2EB-EA42-D6A1-887CE5FB2A6B}"/>
                </a:ext>
              </a:extLst>
            </p:cNvPr>
            <p:cNvSpPr/>
            <p:nvPr/>
          </p:nvSpPr>
          <p:spPr>
            <a:xfrm>
              <a:off x="5265075" y="4508979"/>
              <a:ext cx="255125" cy="152600"/>
            </a:xfrm>
            <a:custGeom>
              <a:avLst/>
              <a:gdLst/>
              <a:ahLst/>
              <a:cxnLst/>
              <a:rect l="l" t="t" r="r" b="b"/>
              <a:pathLst>
                <a:path w="10205" h="6104" extrusionOk="0">
                  <a:moveTo>
                    <a:pt x="0" y="1"/>
                  </a:moveTo>
                  <a:lnTo>
                    <a:pt x="2051" y="6104"/>
                  </a:lnTo>
                  <a:lnTo>
                    <a:pt x="10204" y="6104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3750;p64">
              <a:extLst>
                <a:ext uri="{FF2B5EF4-FFF2-40B4-BE49-F238E27FC236}">
                  <a16:creationId xmlns:a16="http://schemas.microsoft.com/office/drawing/2014/main" id="{14336C26-1058-5020-7B5E-504FAB209154}"/>
                </a:ext>
              </a:extLst>
            </p:cNvPr>
            <p:cNvSpPr/>
            <p:nvPr/>
          </p:nvSpPr>
          <p:spPr>
            <a:xfrm>
              <a:off x="5256750" y="4506675"/>
              <a:ext cx="271925" cy="166925"/>
            </a:xfrm>
            <a:custGeom>
              <a:avLst/>
              <a:gdLst/>
              <a:ahLst/>
              <a:cxnLst/>
              <a:rect l="l" t="t" r="r" b="b"/>
              <a:pathLst>
                <a:path w="10877" h="6677" extrusionOk="0">
                  <a:moveTo>
                    <a:pt x="7998" y="574"/>
                  </a:moveTo>
                  <a:lnTo>
                    <a:pt x="10122" y="6105"/>
                  </a:lnTo>
                  <a:lnTo>
                    <a:pt x="2590" y="6105"/>
                  </a:lnTo>
                  <a:lnTo>
                    <a:pt x="731" y="574"/>
                  </a:lnTo>
                  <a:close/>
                  <a:moveTo>
                    <a:pt x="333" y="1"/>
                  </a:moveTo>
                  <a:cubicBezTo>
                    <a:pt x="137" y="1"/>
                    <a:pt x="0" y="193"/>
                    <a:pt x="63" y="377"/>
                  </a:cubicBezTo>
                  <a:lnTo>
                    <a:pt x="2113" y="6482"/>
                  </a:lnTo>
                  <a:cubicBezTo>
                    <a:pt x="2152" y="6598"/>
                    <a:pt x="2261" y="6676"/>
                    <a:pt x="2384" y="6676"/>
                  </a:cubicBezTo>
                  <a:lnTo>
                    <a:pt x="10538" y="6676"/>
                  </a:lnTo>
                  <a:cubicBezTo>
                    <a:pt x="10738" y="6676"/>
                    <a:pt x="10877" y="6475"/>
                    <a:pt x="10805" y="6288"/>
                  </a:cubicBezTo>
                  <a:lnTo>
                    <a:pt x="8462" y="184"/>
                  </a:lnTo>
                  <a:cubicBezTo>
                    <a:pt x="8419" y="74"/>
                    <a:pt x="8312" y="1"/>
                    <a:pt x="8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3751;p64">
              <a:extLst>
                <a:ext uri="{FF2B5EF4-FFF2-40B4-BE49-F238E27FC236}">
                  <a16:creationId xmlns:a16="http://schemas.microsoft.com/office/drawing/2014/main" id="{A612E98C-52FB-12D6-C89F-13F5935B4414}"/>
                </a:ext>
              </a:extLst>
            </p:cNvPr>
            <p:cNvSpPr/>
            <p:nvPr/>
          </p:nvSpPr>
          <p:spPr>
            <a:xfrm>
              <a:off x="4917150" y="3983579"/>
              <a:ext cx="214025" cy="126900"/>
            </a:xfrm>
            <a:custGeom>
              <a:avLst/>
              <a:gdLst/>
              <a:ahLst/>
              <a:cxnLst/>
              <a:rect l="l" t="t" r="r" b="b"/>
              <a:pathLst>
                <a:path w="8561" h="5076" extrusionOk="0">
                  <a:moveTo>
                    <a:pt x="1" y="0"/>
                  </a:moveTo>
                  <a:lnTo>
                    <a:pt x="1463" y="5075"/>
                  </a:lnTo>
                  <a:lnTo>
                    <a:pt x="8560" y="5075"/>
                  </a:lnTo>
                  <a:lnTo>
                    <a:pt x="6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3752;p64">
              <a:extLst>
                <a:ext uri="{FF2B5EF4-FFF2-40B4-BE49-F238E27FC236}">
                  <a16:creationId xmlns:a16="http://schemas.microsoft.com/office/drawing/2014/main" id="{8AA1E04A-0935-11F7-587B-63C199D87780}"/>
                </a:ext>
              </a:extLst>
            </p:cNvPr>
            <p:cNvSpPr/>
            <p:nvPr/>
          </p:nvSpPr>
          <p:spPr>
            <a:xfrm>
              <a:off x="4908950" y="3981300"/>
              <a:ext cx="230575" cy="141225"/>
            </a:xfrm>
            <a:custGeom>
              <a:avLst/>
              <a:gdLst/>
              <a:ahLst/>
              <a:cxnLst/>
              <a:rect l="l" t="t" r="r" b="b"/>
              <a:pathLst>
                <a:path w="9223" h="5649" extrusionOk="0">
                  <a:moveTo>
                    <a:pt x="6977" y="572"/>
                  </a:moveTo>
                  <a:lnTo>
                    <a:pt x="8491" y="5075"/>
                  </a:lnTo>
                  <a:lnTo>
                    <a:pt x="2006" y="5075"/>
                  </a:lnTo>
                  <a:lnTo>
                    <a:pt x="708" y="572"/>
                  </a:lnTo>
                  <a:close/>
                  <a:moveTo>
                    <a:pt x="329" y="0"/>
                  </a:moveTo>
                  <a:cubicBezTo>
                    <a:pt x="138" y="0"/>
                    <a:pt x="1" y="182"/>
                    <a:pt x="53" y="366"/>
                  </a:cubicBezTo>
                  <a:lnTo>
                    <a:pt x="1515" y="5441"/>
                  </a:lnTo>
                  <a:cubicBezTo>
                    <a:pt x="1551" y="5564"/>
                    <a:pt x="1663" y="5647"/>
                    <a:pt x="1791" y="5648"/>
                  </a:cubicBezTo>
                  <a:lnTo>
                    <a:pt x="8888" y="5648"/>
                  </a:lnTo>
                  <a:cubicBezTo>
                    <a:pt x="9084" y="5648"/>
                    <a:pt x="9223" y="5456"/>
                    <a:pt x="9160" y="5270"/>
                  </a:cubicBezTo>
                  <a:lnTo>
                    <a:pt x="7454" y="195"/>
                  </a:lnTo>
                  <a:cubicBezTo>
                    <a:pt x="7416" y="79"/>
                    <a:pt x="7307" y="0"/>
                    <a:pt x="7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3753;p64">
              <a:extLst>
                <a:ext uri="{FF2B5EF4-FFF2-40B4-BE49-F238E27FC236}">
                  <a16:creationId xmlns:a16="http://schemas.microsoft.com/office/drawing/2014/main" id="{7A2F66B0-D777-4135-3169-6652B2E836BF}"/>
                </a:ext>
              </a:extLst>
            </p:cNvPr>
            <p:cNvSpPr/>
            <p:nvPr/>
          </p:nvSpPr>
          <p:spPr>
            <a:xfrm>
              <a:off x="5068550" y="4508979"/>
              <a:ext cx="247800" cy="152600"/>
            </a:xfrm>
            <a:custGeom>
              <a:avLst/>
              <a:gdLst/>
              <a:ahLst/>
              <a:cxnLst/>
              <a:rect l="l" t="t" r="r" b="b"/>
              <a:pathLst>
                <a:path w="9912" h="6104" extrusionOk="0">
                  <a:moveTo>
                    <a:pt x="0" y="1"/>
                  </a:moveTo>
                  <a:lnTo>
                    <a:pt x="1758" y="6104"/>
                  </a:lnTo>
                  <a:lnTo>
                    <a:pt x="9912" y="6104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3754;p64">
              <a:extLst>
                <a:ext uri="{FF2B5EF4-FFF2-40B4-BE49-F238E27FC236}">
                  <a16:creationId xmlns:a16="http://schemas.microsoft.com/office/drawing/2014/main" id="{A9424523-BEE9-4F59-B44F-56790ADB4148}"/>
                </a:ext>
              </a:extLst>
            </p:cNvPr>
            <p:cNvSpPr/>
            <p:nvPr/>
          </p:nvSpPr>
          <p:spPr>
            <a:xfrm>
              <a:off x="5060350" y="4506675"/>
              <a:ext cx="264325" cy="166925"/>
            </a:xfrm>
            <a:custGeom>
              <a:avLst/>
              <a:gdLst/>
              <a:ahLst/>
              <a:cxnLst/>
              <a:rect l="l" t="t" r="r" b="b"/>
              <a:pathLst>
                <a:path w="10573" h="6677" extrusionOk="0">
                  <a:moveTo>
                    <a:pt x="7985" y="574"/>
                  </a:moveTo>
                  <a:lnTo>
                    <a:pt x="9844" y="6105"/>
                  </a:lnTo>
                  <a:lnTo>
                    <a:pt x="2303" y="6105"/>
                  </a:lnTo>
                  <a:lnTo>
                    <a:pt x="710" y="574"/>
                  </a:lnTo>
                  <a:close/>
                  <a:moveTo>
                    <a:pt x="328" y="1"/>
                  </a:moveTo>
                  <a:cubicBezTo>
                    <a:pt x="137" y="1"/>
                    <a:pt x="0" y="184"/>
                    <a:pt x="54" y="366"/>
                  </a:cubicBezTo>
                  <a:lnTo>
                    <a:pt x="1812" y="6470"/>
                  </a:lnTo>
                  <a:cubicBezTo>
                    <a:pt x="1847" y="6592"/>
                    <a:pt x="1960" y="6676"/>
                    <a:pt x="2088" y="6676"/>
                  </a:cubicBezTo>
                  <a:lnTo>
                    <a:pt x="10240" y="6676"/>
                  </a:lnTo>
                  <a:cubicBezTo>
                    <a:pt x="10435" y="6676"/>
                    <a:pt x="10573" y="6484"/>
                    <a:pt x="10510" y="6300"/>
                  </a:cubicBezTo>
                  <a:lnTo>
                    <a:pt x="8460" y="195"/>
                  </a:lnTo>
                  <a:cubicBezTo>
                    <a:pt x="8421" y="79"/>
                    <a:pt x="8312" y="1"/>
                    <a:pt x="81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3755;p64">
              <a:extLst>
                <a:ext uri="{FF2B5EF4-FFF2-40B4-BE49-F238E27FC236}">
                  <a16:creationId xmlns:a16="http://schemas.microsoft.com/office/drawing/2014/main" id="{2C85E76E-5252-621A-87E7-DF77D33D713C}"/>
                </a:ext>
              </a:extLst>
            </p:cNvPr>
            <p:cNvSpPr/>
            <p:nvPr/>
          </p:nvSpPr>
          <p:spPr>
            <a:xfrm>
              <a:off x="4872000" y="4508979"/>
              <a:ext cx="240525" cy="152600"/>
            </a:xfrm>
            <a:custGeom>
              <a:avLst/>
              <a:gdLst/>
              <a:ahLst/>
              <a:cxnLst/>
              <a:rect l="l" t="t" r="r" b="b"/>
              <a:pathLst>
                <a:path w="9621" h="6104" extrusionOk="0">
                  <a:moveTo>
                    <a:pt x="1" y="1"/>
                  </a:moveTo>
                  <a:lnTo>
                    <a:pt x="1467" y="6104"/>
                  </a:lnTo>
                  <a:lnTo>
                    <a:pt x="9620" y="6104"/>
                  </a:lnTo>
                  <a:lnTo>
                    <a:pt x="78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3756;p64">
              <a:extLst>
                <a:ext uri="{FF2B5EF4-FFF2-40B4-BE49-F238E27FC236}">
                  <a16:creationId xmlns:a16="http://schemas.microsoft.com/office/drawing/2014/main" id="{9EEBDC1E-73EF-3233-F473-7154589D97E5}"/>
                </a:ext>
              </a:extLst>
            </p:cNvPr>
            <p:cNvSpPr/>
            <p:nvPr/>
          </p:nvSpPr>
          <p:spPr>
            <a:xfrm>
              <a:off x="4863975" y="4506700"/>
              <a:ext cx="256750" cy="166925"/>
            </a:xfrm>
            <a:custGeom>
              <a:avLst/>
              <a:gdLst/>
              <a:ahLst/>
              <a:cxnLst/>
              <a:rect l="l" t="t" r="r" b="b"/>
              <a:pathLst>
                <a:path w="10270" h="6677" extrusionOk="0">
                  <a:moveTo>
                    <a:pt x="7968" y="573"/>
                  </a:moveTo>
                  <a:lnTo>
                    <a:pt x="9562" y="6104"/>
                  </a:lnTo>
                  <a:lnTo>
                    <a:pt x="2015" y="6104"/>
                  </a:lnTo>
                  <a:lnTo>
                    <a:pt x="685" y="573"/>
                  </a:lnTo>
                  <a:close/>
                  <a:moveTo>
                    <a:pt x="322" y="1"/>
                  </a:moveTo>
                  <a:cubicBezTo>
                    <a:pt x="137" y="1"/>
                    <a:pt x="0" y="173"/>
                    <a:pt x="44" y="353"/>
                  </a:cubicBezTo>
                  <a:lnTo>
                    <a:pt x="1510" y="6456"/>
                  </a:lnTo>
                  <a:cubicBezTo>
                    <a:pt x="1541" y="6586"/>
                    <a:pt x="1656" y="6675"/>
                    <a:pt x="1788" y="6675"/>
                  </a:cubicBezTo>
                  <a:lnTo>
                    <a:pt x="9943" y="6675"/>
                  </a:lnTo>
                  <a:lnTo>
                    <a:pt x="9941" y="6677"/>
                  </a:lnTo>
                  <a:cubicBezTo>
                    <a:pt x="10132" y="6677"/>
                    <a:pt x="10269" y="6493"/>
                    <a:pt x="10217" y="6311"/>
                  </a:cubicBezTo>
                  <a:lnTo>
                    <a:pt x="8457" y="207"/>
                  </a:lnTo>
                  <a:cubicBezTo>
                    <a:pt x="8423" y="84"/>
                    <a:pt x="8310" y="1"/>
                    <a:pt x="8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3757;p64">
              <a:extLst>
                <a:ext uri="{FF2B5EF4-FFF2-40B4-BE49-F238E27FC236}">
                  <a16:creationId xmlns:a16="http://schemas.microsoft.com/office/drawing/2014/main" id="{D6E2619E-E2F2-E187-F624-E3BAF0254162}"/>
                </a:ext>
              </a:extLst>
            </p:cNvPr>
            <p:cNvSpPr/>
            <p:nvPr/>
          </p:nvSpPr>
          <p:spPr>
            <a:xfrm>
              <a:off x="5172800" y="4234404"/>
              <a:ext cx="234300" cy="132550"/>
            </a:xfrm>
            <a:custGeom>
              <a:avLst/>
              <a:gdLst/>
              <a:ahLst/>
              <a:cxnLst/>
              <a:rect l="l" t="t" r="r" b="b"/>
              <a:pathLst>
                <a:path w="9372" h="5302" extrusionOk="0">
                  <a:moveTo>
                    <a:pt x="0" y="1"/>
                  </a:moveTo>
                  <a:lnTo>
                    <a:pt x="1782" y="5301"/>
                  </a:lnTo>
                  <a:lnTo>
                    <a:pt x="9371" y="5301"/>
                  </a:lnTo>
                  <a:lnTo>
                    <a:pt x="73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3758;p64">
              <a:extLst>
                <a:ext uri="{FF2B5EF4-FFF2-40B4-BE49-F238E27FC236}">
                  <a16:creationId xmlns:a16="http://schemas.microsoft.com/office/drawing/2014/main" id="{CF2932E5-E3DF-62A7-0D93-0F11E447619E}"/>
                </a:ext>
              </a:extLst>
            </p:cNvPr>
            <p:cNvSpPr/>
            <p:nvPr/>
          </p:nvSpPr>
          <p:spPr>
            <a:xfrm>
              <a:off x="5164475" y="4232100"/>
              <a:ext cx="251100" cy="146900"/>
            </a:xfrm>
            <a:custGeom>
              <a:avLst/>
              <a:gdLst/>
              <a:ahLst/>
              <a:cxnLst/>
              <a:rect l="l" t="t" r="r" b="b"/>
              <a:pathLst>
                <a:path w="10044" h="5876" extrusionOk="0">
                  <a:moveTo>
                    <a:pt x="7473" y="573"/>
                  </a:moveTo>
                  <a:lnTo>
                    <a:pt x="9289" y="5302"/>
                  </a:lnTo>
                  <a:lnTo>
                    <a:pt x="2321" y="5302"/>
                  </a:lnTo>
                  <a:lnTo>
                    <a:pt x="732" y="573"/>
                  </a:lnTo>
                  <a:close/>
                  <a:moveTo>
                    <a:pt x="333" y="1"/>
                  </a:moveTo>
                  <a:cubicBezTo>
                    <a:pt x="139" y="1"/>
                    <a:pt x="0" y="193"/>
                    <a:pt x="63" y="379"/>
                  </a:cubicBezTo>
                  <a:lnTo>
                    <a:pt x="1844" y="5679"/>
                  </a:lnTo>
                  <a:cubicBezTo>
                    <a:pt x="1883" y="5796"/>
                    <a:pt x="1992" y="5875"/>
                    <a:pt x="2115" y="5875"/>
                  </a:cubicBezTo>
                  <a:lnTo>
                    <a:pt x="9704" y="5875"/>
                  </a:lnTo>
                  <a:cubicBezTo>
                    <a:pt x="9905" y="5875"/>
                    <a:pt x="10044" y="5673"/>
                    <a:pt x="9972" y="5486"/>
                  </a:cubicBezTo>
                  <a:lnTo>
                    <a:pt x="7937" y="184"/>
                  </a:lnTo>
                  <a:cubicBezTo>
                    <a:pt x="7893" y="74"/>
                    <a:pt x="7787" y="1"/>
                    <a:pt x="76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3759;p64">
              <a:extLst>
                <a:ext uri="{FF2B5EF4-FFF2-40B4-BE49-F238E27FC236}">
                  <a16:creationId xmlns:a16="http://schemas.microsoft.com/office/drawing/2014/main" id="{40592FC8-A391-7ABF-E019-70DA764EE80C}"/>
                </a:ext>
              </a:extLst>
            </p:cNvPr>
            <p:cNvSpPr/>
            <p:nvPr/>
          </p:nvSpPr>
          <p:spPr>
            <a:xfrm>
              <a:off x="3356650" y="3988450"/>
              <a:ext cx="189500" cy="126900"/>
            </a:xfrm>
            <a:custGeom>
              <a:avLst/>
              <a:gdLst/>
              <a:ahLst/>
              <a:cxnLst/>
              <a:rect l="l" t="t" r="r" b="b"/>
              <a:pathLst>
                <a:path w="7580" h="5076" extrusionOk="0">
                  <a:moveTo>
                    <a:pt x="724" y="0"/>
                  </a:moveTo>
                  <a:lnTo>
                    <a:pt x="0" y="5075"/>
                  </a:lnTo>
                  <a:lnTo>
                    <a:pt x="7099" y="5075"/>
                  </a:lnTo>
                  <a:lnTo>
                    <a:pt x="75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3760;p64">
              <a:extLst>
                <a:ext uri="{FF2B5EF4-FFF2-40B4-BE49-F238E27FC236}">
                  <a16:creationId xmlns:a16="http://schemas.microsoft.com/office/drawing/2014/main" id="{666FAE9E-A051-8C9F-E5AE-45CB162BBB37}"/>
                </a:ext>
              </a:extLst>
            </p:cNvPr>
            <p:cNvSpPr/>
            <p:nvPr/>
          </p:nvSpPr>
          <p:spPr>
            <a:xfrm>
              <a:off x="3348925" y="3981300"/>
              <a:ext cx="204725" cy="141225"/>
            </a:xfrm>
            <a:custGeom>
              <a:avLst/>
              <a:gdLst/>
              <a:ahLst/>
              <a:cxnLst/>
              <a:rect l="l" t="t" r="r" b="b"/>
              <a:pathLst>
                <a:path w="8189" h="5649" extrusionOk="0">
                  <a:moveTo>
                    <a:pt x="7573" y="572"/>
                  </a:moveTo>
                  <a:lnTo>
                    <a:pt x="7147" y="5075"/>
                  </a:lnTo>
                  <a:lnTo>
                    <a:pt x="640" y="5075"/>
                  </a:lnTo>
                  <a:lnTo>
                    <a:pt x="1282" y="572"/>
                  </a:lnTo>
                  <a:close/>
                  <a:moveTo>
                    <a:pt x="1031" y="0"/>
                  </a:moveTo>
                  <a:cubicBezTo>
                    <a:pt x="890" y="0"/>
                    <a:pt x="769" y="105"/>
                    <a:pt x="750" y="245"/>
                  </a:cubicBezTo>
                  <a:lnTo>
                    <a:pt x="26" y="5322"/>
                  </a:lnTo>
                  <a:cubicBezTo>
                    <a:pt x="1" y="5493"/>
                    <a:pt x="135" y="5648"/>
                    <a:pt x="309" y="5648"/>
                  </a:cubicBezTo>
                  <a:lnTo>
                    <a:pt x="7408" y="5648"/>
                  </a:lnTo>
                  <a:cubicBezTo>
                    <a:pt x="7555" y="5647"/>
                    <a:pt x="7678" y="5536"/>
                    <a:pt x="7693" y="5388"/>
                  </a:cubicBezTo>
                  <a:lnTo>
                    <a:pt x="8173" y="313"/>
                  </a:lnTo>
                  <a:cubicBezTo>
                    <a:pt x="8188" y="146"/>
                    <a:pt x="8058" y="0"/>
                    <a:pt x="7891" y="0"/>
                  </a:cubicBezTo>
                  <a:cubicBezTo>
                    <a:pt x="7890" y="0"/>
                    <a:pt x="7889" y="0"/>
                    <a:pt x="7889" y="0"/>
                  </a:cubicBezTo>
                  <a:lnTo>
                    <a:pt x="1033" y="0"/>
                  </a:lnTo>
                  <a:cubicBezTo>
                    <a:pt x="1033" y="0"/>
                    <a:pt x="1032" y="0"/>
                    <a:pt x="1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3761;p64">
              <a:extLst>
                <a:ext uri="{FF2B5EF4-FFF2-40B4-BE49-F238E27FC236}">
                  <a16:creationId xmlns:a16="http://schemas.microsoft.com/office/drawing/2014/main" id="{C930419B-1369-D353-7710-FC9C58136B9C}"/>
                </a:ext>
              </a:extLst>
            </p:cNvPr>
            <p:cNvSpPr/>
            <p:nvPr/>
          </p:nvSpPr>
          <p:spPr>
            <a:xfrm>
              <a:off x="4745775" y="3983579"/>
              <a:ext cx="207950" cy="126900"/>
            </a:xfrm>
            <a:custGeom>
              <a:avLst/>
              <a:gdLst/>
              <a:ahLst/>
              <a:cxnLst/>
              <a:rect l="l" t="t" r="r" b="b"/>
              <a:pathLst>
                <a:path w="8318" h="5076" extrusionOk="0">
                  <a:moveTo>
                    <a:pt x="1" y="0"/>
                  </a:moveTo>
                  <a:lnTo>
                    <a:pt x="1219" y="5075"/>
                  </a:lnTo>
                  <a:lnTo>
                    <a:pt x="8318" y="5075"/>
                  </a:lnTo>
                  <a:lnTo>
                    <a:pt x="6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3762;p64">
              <a:extLst>
                <a:ext uri="{FF2B5EF4-FFF2-40B4-BE49-F238E27FC236}">
                  <a16:creationId xmlns:a16="http://schemas.microsoft.com/office/drawing/2014/main" id="{04B46DE2-93F5-ACD3-56C0-41559859AD75}"/>
                </a:ext>
              </a:extLst>
            </p:cNvPr>
            <p:cNvSpPr/>
            <p:nvPr/>
          </p:nvSpPr>
          <p:spPr>
            <a:xfrm>
              <a:off x="4737775" y="3981300"/>
              <a:ext cx="224150" cy="141225"/>
            </a:xfrm>
            <a:custGeom>
              <a:avLst/>
              <a:gdLst/>
              <a:ahLst/>
              <a:cxnLst/>
              <a:rect l="l" t="t" r="r" b="b"/>
              <a:pathLst>
                <a:path w="8966" h="5649" extrusionOk="0">
                  <a:moveTo>
                    <a:pt x="6960" y="572"/>
                  </a:moveTo>
                  <a:lnTo>
                    <a:pt x="8259" y="5075"/>
                  </a:lnTo>
                  <a:lnTo>
                    <a:pt x="1765" y="5075"/>
                  </a:lnTo>
                  <a:lnTo>
                    <a:pt x="684" y="572"/>
                  </a:lnTo>
                  <a:close/>
                  <a:moveTo>
                    <a:pt x="321" y="0"/>
                  </a:moveTo>
                  <a:cubicBezTo>
                    <a:pt x="136" y="2"/>
                    <a:pt x="0" y="173"/>
                    <a:pt x="42" y="353"/>
                  </a:cubicBezTo>
                  <a:lnTo>
                    <a:pt x="1261" y="5429"/>
                  </a:lnTo>
                  <a:cubicBezTo>
                    <a:pt x="1292" y="5557"/>
                    <a:pt x="1407" y="5648"/>
                    <a:pt x="1539" y="5648"/>
                  </a:cubicBezTo>
                  <a:lnTo>
                    <a:pt x="8638" y="5648"/>
                  </a:lnTo>
                  <a:cubicBezTo>
                    <a:pt x="8828" y="5648"/>
                    <a:pt x="8966" y="5466"/>
                    <a:pt x="8912" y="5283"/>
                  </a:cubicBezTo>
                  <a:lnTo>
                    <a:pt x="7450" y="208"/>
                  </a:lnTo>
                  <a:cubicBezTo>
                    <a:pt x="7415" y="85"/>
                    <a:pt x="7303" y="0"/>
                    <a:pt x="71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3763;p64">
              <a:extLst>
                <a:ext uri="{FF2B5EF4-FFF2-40B4-BE49-F238E27FC236}">
                  <a16:creationId xmlns:a16="http://schemas.microsoft.com/office/drawing/2014/main" id="{2C06A205-FEC1-2001-E402-DF907E280964}"/>
                </a:ext>
              </a:extLst>
            </p:cNvPr>
            <p:cNvSpPr/>
            <p:nvPr/>
          </p:nvSpPr>
          <p:spPr>
            <a:xfrm>
              <a:off x="3179225" y="3988450"/>
              <a:ext cx="195550" cy="126900"/>
            </a:xfrm>
            <a:custGeom>
              <a:avLst/>
              <a:gdLst/>
              <a:ahLst/>
              <a:cxnLst/>
              <a:rect l="l" t="t" r="r" b="b"/>
              <a:pathLst>
                <a:path w="7822" h="5076" extrusionOk="0">
                  <a:moveTo>
                    <a:pt x="966" y="0"/>
                  </a:moveTo>
                  <a:lnTo>
                    <a:pt x="0" y="5075"/>
                  </a:lnTo>
                  <a:lnTo>
                    <a:pt x="7097" y="5075"/>
                  </a:lnTo>
                  <a:lnTo>
                    <a:pt x="78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3764;p64">
              <a:extLst>
                <a:ext uri="{FF2B5EF4-FFF2-40B4-BE49-F238E27FC236}">
                  <a16:creationId xmlns:a16="http://schemas.microsoft.com/office/drawing/2014/main" id="{A1E44D5E-9E49-DCF2-4802-C35B1AC587CA}"/>
                </a:ext>
              </a:extLst>
            </p:cNvPr>
            <p:cNvSpPr/>
            <p:nvPr/>
          </p:nvSpPr>
          <p:spPr>
            <a:xfrm>
              <a:off x="3171325" y="3981300"/>
              <a:ext cx="211150" cy="141225"/>
            </a:xfrm>
            <a:custGeom>
              <a:avLst/>
              <a:gdLst/>
              <a:ahLst/>
              <a:cxnLst/>
              <a:rect l="l" t="t" r="r" b="b"/>
              <a:pathLst>
                <a:path w="8446" h="5649" extrusionOk="0">
                  <a:moveTo>
                    <a:pt x="7808" y="572"/>
                  </a:moveTo>
                  <a:lnTo>
                    <a:pt x="7166" y="5075"/>
                  </a:lnTo>
                  <a:lnTo>
                    <a:pt x="662" y="5075"/>
                  </a:lnTo>
                  <a:lnTo>
                    <a:pt x="1519" y="572"/>
                  </a:lnTo>
                  <a:close/>
                  <a:moveTo>
                    <a:pt x="1282" y="0"/>
                  </a:moveTo>
                  <a:cubicBezTo>
                    <a:pt x="1145" y="0"/>
                    <a:pt x="1027" y="98"/>
                    <a:pt x="1002" y="234"/>
                  </a:cubicBezTo>
                  <a:lnTo>
                    <a:pt x="34" y="5307"/>
                  </a:lnTo>
                  <a:cubicBezTo>
                    <a:pt x="1" y="5484"/>
                    <a:pt x="135" y="5647"/>
                    <a:pt x="316" y="5648"/>
                  </a:cubicBezTo>
                  <a:lnTo>
                    <a:pt x="7413" y="5648"/>
                  </a:lnTo>
                  <a:cubicBezTo>
                    <a:pt x="7556" y="5648"/>
                    <a:pt x="7676" y="5543"/>
                    <a:pt x="7697" y="5402"/>
                  </a:cubicBezTo>
                  <a:lnTo>
                    <a:pt x="8421" y="327"/>
                  </a:lnTo>
                  <a:cubicBezTo>
                    <a:pt x="8445" y="154"/>
                    <a:pt x="8312" y="0"/>
                    <a:pt x="81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3765;p64">
              <a:extLst>
                <a:ext uri="{FF2B5EF4-FFF2-40B4-BE49-F238E27FC236}">
                  <a16:creationId xmlns:a16="http://schemas.microsoft.com/office/drawing/2014/main" id="{793FFDCE-5641-D69B-9DD0-6FDCAFB9EBDB}"/>
                </a:ext>
              </a:extLst>
            </p:cNvPr>
            <p:cNvSpPr/>
            <p:nvPr/>
          </p:nvSpPr>
          <p:spPr>
            <a:xfrm>
              <a:off x="3711550" y="3988450"/>
              <a:ext cx="177475" cy="126900"/>
            </a:xfrm>
            <a:custGeom>
              <a:avLst/>
              <a:gdLst/>
              <a:ahLst/>
              <a:cxnLst/>
              <a:rect l="l" t="t" r="r" b="b"/>
              <a:pathLst>
                <a:path w="7099" h="5076" extrusionOk="0">
                  <a:moveTo>
                    <a:pt x="239" y="0"/>
                  </a:moveTo>
                  <a:lnTo>
                    <a:pt x="0" y="5075"/>
                  </a:lnTo>
                  <a:lnTo>
                    <a:pt x="7099" y="5075"/>
                  </a:lnTo>
                  <a:lnTo>
                    <a:pt x="70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3766;p64">
              <a:extLst>
                <a:ext uri="{FF2B5EF4-FFF2-40B4-BE49-F238E27FC236}">
                  <a16:creationId xmlns:a16="http://schemas.microsoft.com/office/drawing/2014/main" id="{BCD843CE-707F-37EC-E5EA-B121BA86CA79}"/>
                </a:ext>
              </a:extLst>
            </p:cNvPr>
            <p:cNvSpPr/>
            <p:nvPr/>
          </p:nvSpPr>
          <p:spPr>
            <a:xfrm>
              <a:off x="3704200" y="3981300"/>
              <a:ext cx="191975" cy="141225"/>
            </a:xfrm>
            <a:custGeom>
              <a:avLst/>
              <a:gdLst/>
              <a:ahLst/>
              <a:cxnLst/>
              <a:rect l="l" t="t" r="r" b="b"/>
              <a:pathLst>
                <a:path w="7679" h="5649" extrusionOk="0">
                  <a:moveTo>
                    <a:pt x="7102" y="572"/>
                  </a:moveTo>
                  <a:lnTo>
                    <a:pt x="7106" y="5075"/>
                  </a:lnTo>
                  <a:lnTo>
                    <a:pt x="596" y="5075"/>
                  </a:lnTo>
                  <a:lnTo>
                    <a:pt x="806" y="572"/>
                  </a:lnTo>
                  <a:close/>
                  <a:moveTo>
                    <a:pt x="533" y="0"/>
                  </a:moveTo>
                  <a:cubicBezTo>
                    <a:pt x="380" y="0"/>
                    <a:pt x="255" y="120"/>
                    <a:pt x="247" y="273"/>
                  </a:cubicBezTo>
                  <a:lnTo>
                    <a:pt x="9" y="5348"/>
                  </a:lnTo>
                  <a:cubicBezTo>
                    <a:pt x="1" y="5511"/>
                    <a:pt x="132" y="5647"/>
                    <a:pt x="294" y="5648"/>
                  </a:cubicBezTo>
                  <a:lnTo>
                    <a:pt x="7393" y="5648"/>
                  </a:lnTo>
                  <a:cubicBezTo>
                    <a:pt x="7551" y="5647"/>
                    <a:pt x="7679" y="5519"/>
                    <a:pt x="7679" y="5361"/>
                  </a:cubicBezTo>
                  <a:lnTo>
                    <a:pt x="7674" y="286"/>
                  </a:lnTo>
                  <a:cubicBezTo>
                    <a:pt x="7674" y="129"/>
                    <a:pt x="7546" y="0"/>
                    <a:pt x="7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3767;p64">
              <a:extLst>
                <a:ext uri="{FF2B5EF4-FFF2-40B4-BE49-F238E27FC236}">
                  <a16:creationId xmlns:a16="http://schemas.microsoft.com/office/drawing/2014/main" id="{BCEEA8E9-FB08-0E5C-1926-F39BD11BE8C6}"/>
                </a:ext>
              </a:extLst>
            </p:cNvPr>
            <p:cNvSpPr/>
            <p:nvPr/>
          </p:nvSpPr>
          <p:spPr>
            <a:xfrm>
              <a:off x="3001750" y="3988450"/>
              <a:ext cx="201650" cy="126900"/>
            </a:xfrm>
            <a:custGeom>
              <a:avLst/>
              <a:gdLst/>
              <a:ahLst/>
              <a:cxnLst/>
              <a:rect l="l" t="t" r="r" b="b"/>
              <a:pathLst>
                <a:path w="8066" h="5076" extrusionOk="0">
                  <a:moveTo>
                    <a:pt x="1210" y="0"/>
                  </a:moveTo>
                  <a:lnTo>
                    <a:pt x="0" y="5075"/>
                  </a:lnTo>
                  <a:lnTo>
                    <a:pt x="7099" y="5075"/>
                  </a:lnTo>
                  <a:lnTo>
                    <a:pt x="80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3768;p64">
              <a:extLst>
                <a:ext uri="{FF2B5EF4-FFF2-40B4-BE49-F238E27FC236}">
                  <a16:creationId xmlns:a16="http://schemas.microsoft.com/office/drawing/2014/main" id="{FB0211B4-6A96-D2AB-59DD-C7DBECD95A26}"/>
                </a:ext>
              </a:extLst>
            </p:cNvPr>
            <p:cNvSpPr/>
            <p:nvPr/>
          </p:nvSpPr>
          <p:spPr>
            <a:xfrm>
              <a:off x="2993750" y="3981300"/>
              <a:ext cx="217525" cy="141225"/>
            </a:xfrm>
            <a:custGeom>
              <a:avLst/>
              <a:gdLst/>
              <a:ahLst/>
              <a:cxnLst/>
              <a:rect l="l" t="t" r="r" b="b"/>
              <a:pathLst>
                <a:path w="8701" h="5649" extrusionOk="0">
                  <a:moveTo>
                    <a:pt x="8039" y="572"/>
                  </a:moveTo>
                  <a:lnTo>
                    <a:pt x="7182" y="5075"/>
                  </a:lnTo>
                  <a:lnTo>
                    <a:pt x="683" y="5075"/>
                  </a:lnTo>
                  <a:lnTo>
                    <a:pt x="1757" y="572"/>
                  </a:lnTo>
                  <a:close/>
                  <a:moveTo>
                    <a:pt x="1530" y="0"/>
                  </a:moveTo>
                  <a:cubicBezTo>
                    <a:pt x="1398" y="0"/>
                    <a:pt x="1283" y="91"/>
                    <a:pt x="1252" y="220"/>
                  </a:cubicBezTo>
                  <a:lnTo>
                    <a:pt x="42" y="5296"/>
                  </a:lnTo>
                  <a:cubicBezTo>
                    <a:pt x="0" y="5475"/>
                    <a:pt x="136" y="5647"/>
                    <a:pt x="320" y="5648"/>
                  </a:cubicBezTo>
                  <a:lnTo>
                    <a:pt x="7419" y="5648"/>
                  </a:lnTo>
                  <a:cubicBezTo>
                    <a:pt x="7556" y="5647"/>
                    <a:pt x="7674" y="5550"/>
                    <a:pt x="7700" y="5415"/>
                  </a:cubicBezTo>
                  <a:lnTo>
                    <a:pt x="8666" y="340"/>
                  </a:lnTo>
                  <a:cubicBezTo>
                    <a:pt x="8701" y="165"/>
                    <a:pt x="8565" y="0"/>
                    <a:pt x="83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3769;p64">
              <a:extLst>
                <a:ext uri="{FF2B5EF4-FFF2-40B4-BE49-F238E27FC236}">
                  <a16:creationId xmlns:a16="http://schemas.microsoft.com/office/drawing/2014/main" id="{0A6063F5-1D37-5972-10CF-72396DDAAC8A}"/>
                </a:ext>
              </a:extLst>
            </p:cNvPr>
            <p:cNvSpPr/>
            <p:nvPr/>
          </p:nvSpPr>
          <p:spPr>
            <a:xfrm>
              <a:off x="2824325" y="3988450"/>
              <a:ext cx="207700" cy="126900"/>
            </a:xfrm>
            <a:custGeom>
              <a:avLst/>
              <a:gdLst/>
              <a:ahLst/>
              <a:cxnLst/>
              <a:rect l="l" t="t" r="r" b="b"/>
              <a:pathLst>
                <a:path w="8308" h="5076" extrusionOk="0">
                  <a:moveTo>
                    <a:pt x="1452" y="0"/>
                  </a:moveTo>
                  <a:lnTo>
                    <a:pt x="0" y="5075"/>
                  </a:lnTo>
                  <a:lnTo>
                    <a:pt x="7097" y="5075"/>
                  </a:lnTo>
                  <a:lnTo>
                    <a:pt x="83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3770;p64">
              <a:extLst>
                <a:ext uri="{FF2B5EF4-FFF2-40B4-BE49-F238E27FC236}">
                  <a16:creationId xmlns:a16="http://schemas.microsoft.com/office/drawing/2014/main" id="{48E3545C-45B3-21DF-6C7E-FFB81470AA23}"/>
                </a:ext>
              </a:extLst>
            </p:cNvPr>
            <p:cNvSpPr/>
            <p:nvPr/>
          </p:nvSpPr>
          <p:spPr>
            <a:xfrm>
              <a:off x="2816100" y="3981275"/>
              <a:ext cx="223950" cy="141250"/>
            </a:xfrm>
            <a:custGeom>
              <a:avLst/>
              <a:gdLst/>
              <a:ahLst/>
              <a:cxnLst/>
              <a:rect l="l" t="t" r="r" b="b"/>
              <a:pathLst>
                <a:path w="8958" h="5650" extrusionOk="0">
                  <a:moveTo>
                    <a:pt x="8274" y="573"/>
                  </a:moveTo>
                  <a:lnTo>
                    <a:pt x="7201" y="5076"/>
                  </a:lnTo>
                  <a:lnTo>
                    <a:pt x="708" y="5076"/>
                  </a:lnTo>
                  <a:lnTo>
                    <a:pt x="1998" y="573"/>
                  </a:lnTo>
                  <a:close/>
                  <a:moveTo>
                    <a:pt x="1781" y="0"/>
                  </a:moveTo>
                  <a:cubicBezTo>
                    <a:pt x="1653" y="0"/>
                    <a:pt x="1541" y="85"/>
                    <a:pt x="1507" y="208"/>
                  </a:cubicBezTo>
                  <a:lnTo>
                    <a:pt x="54" y="5284"/>
                  </a:lnTo>
                  <a:cubicBezTo>
                    <a:pt x="1" y="5466"/>
                    <a:pt x="138" y="5649"/>
                    <a:pt x="329" y="5649"/>
                  </a:cubicBezTo>
                  <a:lnTo>
                    <a:pt x="7426" y="5649"/>
                  </a:lnTo>
                  <a:cubicBezTo>
                    <a:pt x="7558" y="5648"/>
                    <a:pt x="7674" y="5557"/>
                    <a:pt x="7705" y="5429"/>
                  </a:cubicBezTo>
                  <a:lnTo>
                    <a:pt x="8914" y="353"/>
                  </a:lnTo>
                  <a:cubicBezTo>
                    <a:pt x="8958" y="173"/>
                    <a:pt x="8821" y="1"/>
                    <a:pt x="86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3771;p64">
              <a:extLst>
                <a:ext uri="{FF2B5EF4-FFF2-40B4-BE49-F238E27FC236}">
                  <a16:creationId xmlns:a16="http://schemas.microsoft.com/office/drawing/2014/main" id="{AAE4F6E7-EA6D-AB37-8701-1DFB05634672}"/>
                </a:ext>
              </a:extLst>
            </p:cNvPr>
            <p:cNvSpPr/>
            <p:nvPr/>
          </p:nvSpPr>
          <p:spPr>
            <a:xfrm>
              <a:off x="3534125" y="3988450"/>
              <a:ext cx="183400" cy="126900"/>
            </a:xfrm>
            <a:custGeom>
              <a:avLst/>
              <a:gdLst/>
              <a:ahLst/>
              <a:cxnLst/>
              <a:rect l="l" t="t" r="r" b="b"/>
              <a:pathLst>
                <a:path w="7336" h="5076" extrusionOk="0">
                  <a:moveTo>
                    <a:pt x="481" y="0"/>
                  </a:moveTo>
                  <a:lnTo>
                    <a:pt x="0" y="5075"/>
                  </a:lnTo>
                  <a:lnTo>
                    <a:pt x="7097" y="5075"/>
                  </a:lnTo>
                  <a:lnTo>
                    <a:pt x="73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3772;p64">
              <a:extLst>
                <a:ext uri="{FF2B5EF4-FFF2-40B4-BE49-F238E27FC236}">
                  <a16:creationId xmlns:a16="http://schemas.microsoft.com/office/drawing/2014/main" id="{DAA8D842-2B45-6AFB-3B1A-469212B3E68C}"/>
                </a:ext>
              </a:extLst>
            </p:cNvPr>
            <p:cNvSpPr/>
            <p:nvPr/>
          </p:nvSpPr>
          <p:spPr>
            <a:xfrm>
              <a:off x="3526575" y="3981300"/>
              <a:ext cx="198250" cy="141225"/>
            </a:xfrm>
            <a:custGeom>
              <a:avLst/>
              <a:gdLst/>
              <a:ahLst/>
              <a:cxnLst/>
              <a:rect l="l" t="t" r="r" b="b"/>
              <a:pathLst>
                <a:path w="7930" h="5649" extrusionOk="0">
                  <a:moveTo>
                    <a:pt x="7338" y="572"/>
                  </a:moveTo>
                  <a:lnTo>
                    <a:pt x="7126" y="5075"/>
                  </a:lnTo>
                  <a:lnTo>
                    <a:pt x="616" y="5075"/>
                  </a:lnTo>
                  <a:lnTo>
                    <a:pt x="1043" y="572"/>
                  </a:lnTo>
                  <a:close/>
                  <a:moveTo>
                    <a:pt x="783" y="0"/>
                  </a:moveTo>
                  <a:cubicBezTo>
                    <a:pt x="634" y="0"/>
                    <a:pt x="511" y="112"/>
                    <a:pt x="497" y="259"/>
                  </a:cubicBezTo>
                  <a:lnTo>
                    <a:pt x="16" y="5334"/>
                  </a:lnTo>
                  <a:cubicBezTo>
                    <a:pt x="1" y="5502"/>
                    <a:pt x="133" y="5648"/>
                    <a:pt x="302" y="5648"/>
                  </a:cubicBezTo>
                  <a:lnTo>
                    <a:pt x="7399" y="5648"/>
                  </a:lnTo>
                  <a:cubicBezTo>
                    <a:pt x="7552" y="5648"/>
                    <a:pt x="7677" y="5528"/>
                    <a:pt x="7685" y="5375"/>
                  </a:cubicBezTo>
                  <a:lnTo>
                    <a:pt x="7924" y="300"/>
                  </a:lnTo>
                  <a:cubicBezTo>
                    <a:pt x="7930" y="136"/>
                    <a:pt x="7801" y="0"/>
                    <a:pt x="76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3773;p64">
              <a:extLst>
                <a:ext uri="{FF2B5EF4-FFF2-40B4-BE49-F238E27FC236}">
                  <a16:creationId xmlns:a16="http://schemas.microsoft.com/office/drawing/2014/main" id="{49D34AA9-4CC2-AEE0-DDCD-047780A4C6F6}"/>
                </a:ext>
              </a:extLst>
            </p:cNvPr>
            <p:cNvSpPr/>
            <p:nvPr/>
          </p:nvSpPr>
          <p:spPr>
            <a:xfrm>
              <a:off x="4574400" y="3983579"/>
              <a:ext cx="201875" cy="126900"/>
            </a:xfrm>
            <a:custGeom>
              <a:avLst/>
              <a:gdLst/>
              <a:ahLst/>
              <a:cxnLst/>
              <a:rect l="l" t="t" r="r" b="b"/>
              <a:pathLst>
                <a:path w="8075" h="5076" extrusionOk="0">
                  <a:moveTo>
                    <a:pt x="0" y="0"/>
                  </a:moveTo>
                  <a:lnTo>
                    <a:pt x="977" y="5075"/>
                  </a:lnTo>
                  <a:lnTo>
                    <a:pt x="8074" y="5075"/>
                  </a:lnTo>
                  <a:lnTo>
                    <a:pt x="6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3774;p64">
              <a:extLst>
                <a:ext uri="{FF2B5EF4-FFF2-40B4-BE49-F238E27FC236}">
                  <a16:creationId xmlns:a16="http://schemas.microsoft.com/office/drawing/2014/main" id="{AA4452B6-F7CC-C3D7-035D-25A605DC0379}"/>
                </a:ext>
              </a:extLst>
            </p:cNvPr>
            <p:cNvSpPr/>
            <p:nvPr/>
          </p:nvSpPr>
          <p:spPr>
            <a:xfrm>
              <a:off x="4566525" y="3981300"/>
              <a:ext cx="217750" cy="141225"/>
            </a:xfrm>
            <a:custGeom>
              <a:avLst/>
              <a:gdLst/>
              <a:ahLst/>
              <a:cxnLst/>
              <a:rect l="l" t="t" r="r" b="b"/>
              <a:pathLst>
                <a:path w="8710" h="5649" extrusionOk="0">
                  <a:moveTo>
                    <a:pt x="6945" y="572"/>
                  </a:moveTo>
                  <a:lnTo>
                    <a:pt x="8027" y="5075"/>
                  </a:lnTo>
                  <a:lnTo>
                    <a:pt x="1528" y="5075"/>
                  </a:lnTo>
                  <a:lnTo>
                    <a:pt x="663" y="572"/>
                  </a:lnTo>
                  <a:close/>
                  <a:moveTo>
                    <a:pt x="315" y="0"/>
                  </a:moveTo>
                  <a:cubicBezTo>
                    <a:pt x="135" y="0"/>
                    <a:pt x="0" y="165"/>
                    <a:pt x="35" y="340"/>
                  </a:cubicBezTo>
                  <a:lnTo>
                    <a:pt x="1010" y="5416"/>
                  </a:lnTo>
                  <a:cubicBezTo>
                    <a:pt x="1037" y="5551"/>
                    <a:pt x="1155" y="5647"/>
                    <a:pt x="1292" y="5648"/>
                  </a:cubicBezTo>
                  <a:lnTo>
                    <a:pt x="8389" y="5648"/>
                  </a:lnTo>
                  <a:lnTo>
                    <a:pt x="8389" y="5647"/>
                  </a:lnTo>
                  <a:cubicBezTo>
                    <a:pt x="8574" y="5647"/>
                    <a:pt x="8710" y="5474"/>
                    <a:pt x="8667" y="5295"/>
                  </a:cubicBezTo>
                  <a:lnTo>
                    <a:pt x="7449" y="220"/>
                  </a:lnTo>
                  <a:cubicBezTo>
                    <a:pt x="7418" y="90"/>
                    <a:pt x="7303" y="0"/>
                    <a:pt x="71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3775;p64">
              <a:extLst>
                <a:ext uri="{FF2B5EF4-FFF2-40B4-BE49-F238E27FC236}">
                  <a16:creationId xmlns:a16="http://schemas.microsoft.com/office/drawing/2014/main" id="{23F049C5-B2BA-FDDF-099E-A420F863AB08}"/>
                </a:ext>
              </a:extLst>
            </p:cNvPr>
            <p:cNvSpPr/>
            <p:nvPr/>
          </p:nvSpPr>
          <p:spPr>
            <a:xfrm>
              <a:off x="4403025" y="3988450"/>
              <a:ext cx="195800" cy="126900"/>
            </a:xfrm>
            <a:custGeom>
              <a:avLst/>
              <a:gdLst/>
              <a:ahLst/>
              <a:cxnLst/>
              <a:rect l="l" t="t" r="r" b="b"/>
              <a:pathLst>
                <a:path w="7832" h="5076" extrusionOk="0">
                  <a:moveTo>
                    <a:pt x="0" y="0"/>
                  </a:moveTo>
                  <a:lnTo>
                    <a:pt x="733" y="5075"/>
                  </a:lnTo>
                  <a:lnTo>
                    <a:pt x="7832" y="5075"/>
                  </a:lnTo>
                  <a:lnTo>
                    <a:pt x="6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3776;p64">
              <a:extLst>
                <a:ext uri="{FF2B5EF4-FFF2-40B4-BE49-F238E27FC236}">
                  <a16:creationId xmlns:a16="http://schemas.microsoft.com/office/drawing/2014/main" id="{6762BDA3-81F5-EA6D-6DFA-91F8DBD2EC47}"/>
                </a:ext>
              </a:extLst>
            </p:cNvPr>
            <p:cNvSpPr/>
            <p:nvPr/>
          </p:nvSpPr>
          <p:spPr>
            <a:xfrm>
              <a:off x="4395300" y="3981300"/>
              <a:ext cx="211425" cy="141225"/>
            </a:xfrm>
            <a:custGeom>
              <a:avLst/>
              <a:gdLst/>
              <a:ahLst/>
              <a:cxnLst/>
              <a:rect l="l" t="t" r="r" b="b"/>
              <a:pathLst>
                <a:path w="8457" h="5649" extrusionOk="0">
                  <a:moveTo>
                    <a:pt x="6929" y="572"/>
                  </a:moveTo>
                  <a:lnTo>
                    <a:pt x="7795" y="5075"/>
                  </a:lnTo>
                  <a:lnTo>
                    <a:pt x="1291" y="5075"/>
                  </a:lnTo>
                  <a:lnTo>
                    <a:pt x="639" y="572"/>
                  </a:lnTo>
                  <a:close/>
                  <a:moveTo>
                    <a:pt x="309" y="0"/>
                  </a:moveTo>
                  <a:cubicBezTo>
                    <a:pt x="135" y="0"/>
                    <a:pt x="0" y="154"/>
                    <a:pt x="25" y="327"/>
                  </a:cubicBezTo>
                  <a:lnTo>
                    <a:pt x="759" y="5402"/>
                  </a:lnTo>
                  <a:cubicBezTo>
                    <a:pt x="780" y="5543"/>
                    <a:pt x="900" y="5647"/>
                    <a:pt x="1042" y="5648"/>
                  </a:cubicBezTo>
                  <a:lnTo>
                    <a:pt x="8141" y="5648"/>
                  </a:lnTo>
                  <a:cubicBezTo>
                    <a:pt x="8322" y="5648"/>
                    <a:pt x="8456" y="5484"/>
                    <a:pt x="8423" y="5307"/>
                  </a:cubicBezTo>
                  <a:lnTo>
                    <a:pt x="7445" y="232"/>
                  </a:lnTo>
                  <a:cubicBezTo>
                    <a:pt x="7419" y="98"/>
                    <a:pt x="7302" y="0"/>
                    <a:pt x="71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3777;p64">
              <a:extLst>
                <a:ext uri="{FF2B5EF4-FFF2-40B4-BE49-F238E27FC236}">
                  <a16:creationId xmlns:a16="http://schemas.microsoft.com/office/drawing/2014/main" id="{0680BB82-B748-AA2D-2627-E9C88A5AC84E}"/>
                </a:ext>
              </a:extLst>
            </p:cNvPr>
            <p:cNvSpPr/>
            <p:nvPr/>
          </p:nvSpPr>
          <p:spPr>
            <a:xfrm>
              <a:off x="4060275" y="3988450"/>
              <a:ext cx="183650" cy="126900"/>
            </a:xfrm>
            <a:custGeom>
              <a:avLst/>
              <a:gdLst/>
              <a:ahLst/>
              <a:cxnLst/>
              <a:rect l="l" t="t" r="r" b="b"/>
              <a:pathLst>
                <a:path w="7346" h="5076" extrusionOk="0">
                  <a:moveTo>
                    <a:pt x="0" y="0"/>
                  </a:moveTo>
                  <a:lnTo>
                    <a:pt x="247" y="5075"/>
                  </a:lnTo>
                  <a:lnTo>
                    <a:pt x="7346" y="5075"/>
                  </a:lnTo>
                  <a:lnTo>
                    <a:pt x="6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3778;p64">
              <a:extLst>
                <a:ext uri="{FF2B5EF4-FFF2-40B4-BE49-F238E27FC236}">
                  <a16:creationId xmlns:a16="http://schemas.microsoft.com/office/drawing/2014/main" id="{D7BA3F42-5955-81E8-F98D-A7CDA6BFFE66}"/>
                </a:ext>
              </a:extLst>
            </p:cNvPr>
            <p:cNvSpPr/>
            <p:nvPr/>
          </p:nvSpPr>
          <p:spPr>
            <a:xfrm>
              <a:off x="4052900" y="3981300"/>
              <a:ext cx="198525" cy="141225"/>
            </a:xfrm>
            <a:custGeom>
              <a:avLst/>
              <a:gdLst/>
              <a:ahLst/>
              <a:cxnLst/>
              <a:rect l="l" t="t" r="r" b="b"/>
              <a:pathLst>
                <a:path w="7941" h="5649" extrusionOk="0">
                  <a:moveTo>
                    <a:pt x="6890" y="572"/>
                  </a:moveTo>
                  <a:lnTo>
                    <a:pt x="7326" y="5075"/>
                  </a:lnTo>
                  <a:lnTo>
                    <a:pt x="815" y="5075"/>
                  </a:lnTo>
                  <a:lnTo>
                    <a:pt x="595" y="572"/>
                  </a:lnTo>
                  <a:close/>
                  <a:moveTo>
                    <a:pt x="291" y="0"/>
                  </a:moveTo>
                  <a:cubicBezTo>
                    <a:pt x="130" y="0"/>
                    <a:pt x="0" y="137"/>
                    <a:pt x="8" y="300"/>
                  </a:cubicBezTo>
                  <a:lnTo>
                    <a:pt x="257" y="5375"/>
                  </a:lnTo>
                  <a:cubicBezTo>
                    <a:pt x="263" y="5528"/>
                    <a:pt x="389" y="5648"/>
                    <a:pt x="542" y="5648"/>
                  </a:cubicBezTo>
                  <a:lnTo>
                    <a:pt x="7640" y="5648"/>
                  </a:lnTo>
                  <a:lnTo>
                    <a:pt x="7640" y="5647"/>
                  </a:lnTo>
                  <a:cubicBezTo>
                    <a:pt x="7809" y="5647"/>
                    <a:pt x="7941" y="5502"/>
                    <a:pt x="7924" y="5334"/>
                  </a:cubicBezTo>
                  <a:lnTo>
                    <a:pt x="7435" y="259"/>
                  </a:lnTo>
                  <a:cubicBezTo>
                    <a:pt x="7421" y="112"/>
                    <a:pt x="7298" y="0"/>
                    <a:pt x="7150" y="0"/>
                  </a:cubicBezTo>
                  <a:lnTo>
                    <a:pt x="294" y="0"/>
                  </a:lnTo>
                  <a:cubicBezTo>
                    <a:pt x="293" y="0"/>
                    <a:pt x="292" y="0"/>
                    <a:pt x="2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3779;p64">
              <a:extLst>
                <a:ext uri="{FF2B5EF4-FFF2-40B4-BE49-F238E27FC236}">
                  <a16:creationId xmlns:a16="http://schemas.microsoft.com/office/drawing/2014/main" id="{582330D9-78D3-E386-F1F1-F82CDC8B9178}"/>
                </a:ext>
              </a:extLst>
            </p:cNvPr>
            <p:cNvSpPr/>
            <p:nvPr/>
          </p:nvSpPr>
          <p:spPr>
            <a:xfrm>
              <a:off x="2666525" y="4508979"/>
              <a:ext cx="2038350" cy="152600"/>
            </a:xfrm>
            <a:custGeom>
              <a:avLst/>
              <a:gdLst/>
              <a:ahLst/>
              <a:cxnLst/>
              <a:rect l="l" t="t" r="r" b="b"/>
              <a:pathLst>
                <a:path w="81534" h="6104" extrusionOk="0">
                  <a:moveTo>
                    <a:pt x="1747" y="1"/>
                  </a:moveTo>
                  <a:lnTo>
                    <a:pt x="0" y="6104"/>
                  </a:lnTo>
                  <a:lnTo>
                    <a:pt x="81534" y="6104"/>
                  </a:lnTo>
                  <a:lnTo>
                    <a:pt x="803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3780;p64">
              <a:extLst>
                <a:ext uri="{FF2B5EF4-FFF2-40B4-BE49-F238E27FC236}">
                  <a16:creationId xmlns:a16="http://schemas.microsoft.com/office/drawing/2014/main" id="{932080F6-65A4-76D1-37A0-4627F0B8700A}"/>
                </a:ext>
              </a:extLst>
            </p:cNvPr>
            <p:cNvSpPr/>
            <p:nvPr/>
          </p:nvSpPr>
          <p:spPr>
            <a:xfrm>
              <a:off x="2658325" y="4506675"/>
              <a:ext cx="2054400" cy="166950"/>
            </a:xfrm>
            <a:custGeom>
              <a:avLst/>
              <a:gdLst/>
              <a:ahLst/>
              <a:cxnLst/>
              <a:rect l="l" t="t" r="r" b="b"/>
              <a:pathLst>
                <a:path w="82176" h="6678" extrusionOk="0">
                  <a:moveTo>
                    <a:pt x="80451" y="574"/>
                  </a:moveTo>
                  <a:lnTo>
                    <a:pt x="81515" y="6105"/>
                  </a:lnTo>
                  <a:lnTo>
                    <a:pt x="708" y="6105"/>
                  </a:lnTo>
                  <a:lnTo>
                    <a:pt x="2290" y="574"/>
                  </a:lnTo>
                  <a:close/>
                  <a:moveTo>
                    <a:pt x="2075" y="1"/>
                  </a:moveTo>
                  <a:cubicBezTo>
                    <a:pt x="1947" y="1"/>
                    <a:pt x="1835" y="85"/>
                    <a:pt x="1800" y="208"/>
                  </a:cubicBezTo>
                  <a:lnTo>
                    <a:pt x="53" y="6312"/>
                  </a:lnTo>
                  <a:cubicBezTo>
                    <a:pt x="0" y="6494"/>
                    <a:pt x="137" y="6678"/>
                    <a:pt x="328" y="6678"/>
                  </a:cubicBezTo>
                  <a:lnTo>
                    <a:pt x="81862" y="6678"/>
                  </a:lnTo>
                  <a:cubicBezTo>
                    <a:pt x="82041" y="6678"/>
                    <a:pt x="82176" y="6514"/>
                    <a:pt x="82143" y="6337"/>
                  </a:cubicBezTo>
                  <a:lnTo>
                    <a:pt x="80967" y="233"/>
                  </a:lnTo>
                  <a:cubicBezTo>
                    <a:pt x="80942" y="98"/>
                    <a:pt x="80824" y="2"/>
                    <a:pt x="806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3781;p64">
              <a:extLst>
                <a:ext uri="{FF2B5EF4-FFF2-40B4-BE49-F238E27FC236}">
                  <a16:creationId xmlns:a16="http://schemas.microsoft.com/office/drawing/2014/main" id="{C6107EA2-F319-1110-BB45-F4938D49503B}"/>
                </a:ext>
              </a:extLst>
            </p:cNvPr>
            <p:cNvSpPr/>
            <p:nvPr/>
          </p:nvSpPr>
          <p:spPr>
            <a:xfrm>
              <a:off x="4231650" y="3988450"/>
              <a:ext cx="189725" cy="126900"/>
            </a:xfrm>
            <a:custGeom>
              <a:avLst/>
              <a:gdLst/>
              <a:ahLst/>
              <a:cxnLst/>
              <a:rect l="l" t="t" r="r" b="b"/>
              <a:pathLst>
                <a:path w="7589" h="5076" extrusionOk="0">
                  <a:moveTo>
                    <a:pt x="0" y="0"/>
                  </a:moveTo>
                  <a:lnTo>
                    <a:pt x="491" y="5075"/>
                  </a:lnTo>
                  <a:lnTo>
                    <a:pt x="7588" y="5075"/>
                  </a:lnTo>
                  <a:lnTo>
                    <a:pt x="6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3782;p64">
              <a:extLst>
                <a:ext uri="{FF2B5EF4-FFF2-40B4-BE49-F238E27FC236}">
                  <a16:creationId xmlns:a16="http://schemas.microsoft.com/office/drawing/2014/main" id="{331A4751-0BF8-9BD0-B672-5A1F0ED8C8FE}"/>
                </a:ext>
              </a:extLst>
            </p:cNvPr>
            <p:cNvSpPr/>
            <p:nvPr/>
          </p:nvSpPr>
          <p:spPr>
            <a:xfrm>
              <a:off x="4224100" y="3981275"/>
              <a:ext cx="204950" cy="141250"/>
            </a:xfrm>
            <a:custGeom>
              <a:avLst/>
              <a:gdLst/>
              <a:ahLst/>
              <a:cxnLst/>
              <a:rect l="l" t="t" r="r" b="b"/>
              <a:pathLst>
                <a:path w="8198" h="5650" extrusionOk="0">
                  <a:moveTo>
                    <a:pt x="6910" y="573"/>
                  </a:moveTo>
                  <a:lnTo>
                    <a:pt x="7561" y="5076"/>
                  </a:lnTo>
                  <a:lnTo>
                    <a:pt x="1052" y="5076"/>
                  </a:lnTo>
                  <a:lnTo>
                    <a:pt x="617" y="573"/>
                  </a:lnTo>
                  <a:close/>
                  <a:moveTo>
                    <a:pt x="302" y="0"/>
                  </a:moveTo>
                  <a:cubicBezTo>
                    <a:pt x="133" y="0"/>
                    <a:pt x="1" y="146"/>
                    <a:pt x="16" y="314"/>
                  </a:cubicBezTo>
                  <a:lnTo>
                    <a:pt x="507" y="5390"/>
                  </a:lnTo>
                  <a:cubicBezTo>
                    <a:pt x="521" y="5537"/>
                    <a:pt x="644" y="5648"/>
                    <a:pt x="792" y="5649"/>
                  </a:cubicBezTo>
                  <a:lnTo>
                    <a:pt x="7890" y="5649"/>
                  </a:lnTo>
                  <a:lnTo>
                    <a:pt x="7890" y="5648"/>
                  </a:lnTo>
                  <a:cubicBezTo>
                    <a:pt x="8065" y="5648"/>
                    <a:pt x="8198" y="5494"/>
                    <a:pt x="8174" y="5321"/>
                  </a:cubicBezTo>
                  <a:lnTo>
                    <a:pt x="7440" y="246"/>
                  </a:lnTo>
                  <a:cubicBezTo>
                    <a:pt x="7420" y="105"/>
                    <a:pt x="7300" y="1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3783;p64">
              <a:extLst>
                <a:ext uri="{FF2B5EF4-FFF2-40B4-BE49-F238E27FC236}">
                  <a16:creationId xmlns:a16="http://schemas.microsoft.com/office/drawing/2014/main" id="{166E9537-CF22-6610-0B2B-076283333916}"/>
                </a:ext>
              </a:extLst>
            </p:cNvPr>
            <p:cNvSpPr/>
            <p:nvPr/>
          </p:nvSpPr>
          <p:spPr>
            <a:xfrm>
              <a:off x="1662850" y="4934500"/>
              <a:ext cx="4367925" cy="62025"/>
            </a:xfrm>
            <a:custGeom>
              <a:avLst/>
              <a:gdLst/>
              <a:ahLst/>
              <a:cxnLst/>
              <a:rect l="l" t="t" r="r" b="b"/>
              <a:pathLst>
                <a:path w="174717" h="2481" extrusionOk="0">
                  <a:moveTo>
                    <a:pt x="1" y="1"/>
                  </a:moveTo>
                  <a:lnTo>
                    <a:pt x="1" y="2480"/>
                  </a:lnTo>
                  <a:lnTo>
                    <a:pt x="174716" y="2480"/>
                  </a:lnTo>
                  <a:lnTo>
                    <a:pt x="174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3784;p64">
              <a:extLst>
                <a:ext uri="{FF2B5EF4-FFF2-40B4-BE49-F238E27FC236}">
                  <a16:creationId xmlns:a16="http://schemas.microsoft.com/office/drawing/2014/main" id="{AD3EEE39-8A7F-394A-1201-7BC6406CED4E}"/>
                </a:ext>
              </a:extLst>
            </p:cNvPr>
            <p:cNvSpPr/>
            <p:nvPr/>
          </p:nvSpPr>
          <p:spPr>
            <a:xfrm>
              <a:off x="1655725" y="4927350"/>
              <a:ext cx="4382225" cy="76325"/>
            </a:xfrm>
            <a:custGeom>
              <a:avLst/>
              <a:gdLst/>
              <a:ahLst/>
              <a:cxnLst/>
              <a:rect l="l" t="t" r="r" b="b"/>
              <a:pathLst>
                <a:path w="175289" h="3053" extrusionOk="0">
                  <a:moveTo>
                    <a:pt x="174715" y="574"/>
                  </a:moveTo>
                  <a:lnTo>
                    <a:pt x="174715" y="2479"/>
                  </a:lnTo>
                  <a:lnTo>
                    <a:pt x="573" y="2479"/>
                  </a:lnTo>
                  <a:lnTo>
                    <a:pt x="573" y="574"/>
                  </a:lnTo>
                  <a:close/>
                  <a:moveTo>
                    <a:pt x="286" y="1"/>
                  </a:moveTo>
                  <a:cubicBezTo>
                    <a:pt x="128" y="1"/>
                    <a:pt x="0" y="129"/>
                    <a:pt x="0" y="288"/>
                  </a:cubicBezTo>
                  <a:lnTo>
                    <a:pt x="0" y="2766"/>
                  </a:lnTo>
                  <a:cubicBezTo>
                    <a:pt x="0" y="2924"/>
                    <a:pt x="128" y="3052"/>
                    <a:pt x="286" y="3052"/>
                  </a:cubicBezTo>
                  <a:lnTo>
                    <a:pt x="175001" y="3052"/>
                  </a:lnTo>
                  <a:cubicBezTo>
                    <a:pt x="175160" y="3052"/>
                    <a:pt x="175288" y="2924"/>
                    <a:pt x="175288" y="2766"/>
                  </a:cubicBezTo>
                  <a:lnTo>
                    <a:pt x="175288" y="288"/>
                  </a:lnTo>
                  <a:cubicBezTo>
                    <a:pt x="175288" y="129"/>
                    <a:pt x="175160" y="1"/>
                    <a:pt x="1750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3785;p64">
              <a:extLst>
                <a:ext uri="{FF2B5EF4-FFF2-40B4-BE49-F238E27FC236}">
                  <a16:creationId xmlns:a16="http://schemas.microsoft.com/office/drawing/2014/main" id="{5A89F499-90A5-8280-E038-02174CFC5D43}"/>
                </a:ext>
              </a:extLst>
            </p:cNvPr>
            <p:cNvSpPr/>
            <p:nvPr/>
          </p:nvSpPr>
          <p:spPr>
            <a:xfrm>
              <a:off x="3073800" y="2103700"/>
              <a:ext cx="1546050" cy="1325725"/>
            </a:xfrm>
            <a:custGeom>
              <a:avLst/>
              <a:gdLst/>
              <a:ahLst/>
              <a:cxnLst/>
              <a:rect l="l" t="t" r="r" b="b"/>
              <a:pathLst>
                <a:path w="61842" h="53029" extrusionOk="0">
                  <a:moveTo>
                    <a:pt x="30921" y="1"/>
                  </a:moveTo>
                  <a:cubicBezTo>
                    <a:pt x="29854" y="1"/>
                    <a:pt x="28786" y="529"/>
                    <a:pt x="28176" y="1586"/>
                  </a:cubicBezTo>
                  <a:lnTo>
                    <a:pt x="1221" y="48272"/>
                  </a:lnTo>
                  <a:cubicBezTo>
                    <a:pt x="1" y="50385"/>
                    <a:pt x="1526" y="53028"/>
                    <a:pt x="3966" y="53028"/>
                  </a:cubicBezTo>
                  <a:lnTo>
                    <a:pt x="57875" y="53028"/>
                  </a:lnTo>
                  <a:cubicBezTo>
                    <a:pt x="60317" y="53028"/>
                    <a:pt x="61842" y="50385"/>
                    <a:pt x="60622" y="48272"/>
                  </a:cubicBezTo>
                  <a:lnTo>
                    <a:pt x="33666" y="1586"/>
                  </a:lnTo>
                  <a:cubicBezTo>
                    <a:pt x="33056" y="529"/>
                    <a:pt x="31989" y="1"/>
                    <a:pt x="30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3786;p64">
              <a:extLst>
                <a:ext uri="{FF2B5EF4-FFF2-40B4-BE49-F238E27FC236}">
                  <a16:creationId xmlns:a16="http://schemas.microsoft.com/office/drawing/2014/main" id="{1F5ED717-7333-1911-D24D-4CB371526684}"/>
                </a:ext>
              </a:extLst>
            </p:cNvPr>
            <p:cNvSpPr/>
            <p:nvPr/>
          </p:nvSpPr>
          <p:spPr>
            <a:xfrm>
              <a:off x="3082475" y="2096550"/>
              <a:ext cx="1528675" cy="1340000"/>
            </a:xfrm>
            <a:custGeom>
              <a:avLst/>
              <a:gdLst/>
              <a:ahLst/>
              <a:cxnLst/>
              <a:rect l="l" t="t" r="r" b="b"/>
              <a:pathLst>
                <a:path w="61147" h="53600" extrusionOk="0">
                  <a:moveTo>
                    <a:pt x="30574" y="574"/>
                  </a:moveTo>
                  <a:cubicBezTo>
                    <a:pt x="31617" y="574"/>
                    <a:pt x="32550" y="1112"/>
                    <a:pt x="33072" y="2015"/>
                  </a:cubicBezTo>
                  <a:lnTo>
                    <a:pt x="60026" y="48702"/>
                  </a:lnTo>
                  <a:cubicBezTo>
                    <a:pt x="60548" y="49604"/>
                    <a:pt x="60546" y="50683"/>
                    <a:pt x="60026" y="51585"/>
                  </a:cubicBezTo>
                  <a:cubicBezTo>
                    <a:pt x="59506" y="52487"/>
                    <a:pt x="58571" y="53027"/>
                    <a:pt x="57529" y="53027"/>
                  </a:cubicBezTo>
                  <a:lnTo>
                    <a:pt x="3619" y="53027"/>
                  </a:lnTo>
                  <a:cubicBezTo>
                    <a:pt x="2577" y="53027"/>
                    <a:pt x="1643" y="52487"/>
                    <a:pt x="1122" y="51585"/>
                  </a:cubicBezTo>
                  <a:cubicBezTo>
                    <a:pt x="601" y="50683"/>
                    <a:pt x="601" y="49604"/>
                    <a:pt x="1122" y="48702"/>
                  </a:cubicBezTo>
                  <a:lnTo>
                    <a:pt x="28075" y="2015"/>
                  </a:lnTo>
                  <a:cubicBezTo>
                    <a:pt x="28598" y="1112"/>
                    <a:pt x="29531" y="574"/>
                    <a:pt x="30574" y="574"/>
                  </a:cubicBezTo>
                  <a:close/>
                  <a:moveTo>
                    <a:pt x="30574" y="1"/>
                  </a:moveTo>
                  <a:cubicBezTo>
                    <a:pt x="29325" y="1"/>
                    <a:pt x="28206" y="647"/>
                    <a:pt x="27580" y="1728"/>
                  </a:cubicBezTo>
                  <a:lnTo>
                    <a:pt x="626" y="48416"/>
                  </a:lnTo>
                  <a:cubicBezTo>
                    <a:pt x="1" y="49498"/>
                    <a:pt x="2" y="50789"/>
                    <a:pt x="626" y="51872"/>
                  </a:cubicBezTo>
                  <a:cubicBezTo>
                    <a:pt x="1251" y="52954"/>
                    <a:pt x="2369" y="53600"/>
                    <a:pt x="3619" y="53600"/>
                  </a:cubicBezTo>
                  <a:lnTo>
                    <a:pt x="57529" y="53600"/>
                  </a:lnTo>
                  <a:cubicBezTo>
                    <a:pt x="58778" y="53600"/>
                    <a:pt x="59897" y="52954"/>
                    <a:pt x="60522" y="51872"/>
                  </a:cubicBezTo>
                  <a:cubicBezTo>
                    <a:pt x="61146" y="50789"/>
                    <a:pt x="61146" y="49498"/>
                    <a:pt x="60522" y="48416"/>
                  </a:cubicBezTo>
                  <a:lnTo>
                    <a:pt x="33567" y="1728"/>
                  </a:lnTo>
                  <a:cubicBezTo>
                    <a:pt x="32943" y="647"/>
                    <a:pt x="31824" y="1"/>
                    <a:pt x="30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3787;p64">
              <a:extLst>
                <a:ext uri="{FF2B5EF4-FFF2-40B4-BE49-F238E27FC236}">
                  <a16:creationId xmlns:a16="http://schemas.microsoft.com/office/drawing/2014/main" id="{BA6D7627-7813-6D7F-4A38-B53D0923AB4F}"/>
                </a:ext>
              </a:extLst>
            </p:cNvPr>
            <p:cNvSpPr/>
            <p:nvPr/>
          </p:nvSpPr>
          <p:spPr>
            <a:xfrm>
              <a:off x="3205650" y="2204625"/>
              <a:ext cx="1282350" cy="1152700"/>
            </a:xfrm>
            <a:custGeom>
              <a:avLst/>
              <a:gdLst/>
              <a:ahLst/>
              <a:cxnLst/>
              <a:rect l="l" t="t" r="r" b="b"/>
              <a:pathLst>
                <a:path w="51294" h="46108" extrusionOk="0">
                  <a:moveTo>
                    <a:pt x="25647" y="573"/>
                  </a:moveTo>
                  <a:cubicBezTo>
                    <a:pt x="26502" y="573"/>
                    <a:pt x="27267" y="1027"/>
                    <a:pt x="27695" y="1788"/>
                  </a:cubicBezTo>
                  <a:lnTo>
                    <a:pt x="50256" y="41878"/>
                  </a:lnTo>
                  <a:cubicBezTo>
                    <a:pt x="50694" y="42658"/>
                    <a:pt x="50687" y="43583"/>
                    <a:pt x="50235" y="44356"/>
                  </a:cubicBezTo>
                  <a:cubicBezTo>
                    <a:pt x="49802" y="45094"/>
                    <a:pt x="49045" y="45535"/>
                    <a:pt x="48207" y="45535"/>
                  </a:cubicBezTo>
                  <a:lnTo>
                    <a:pt x="3088" y="45535"/>
                  </a:lnTo>
                  <a:cubicBezTo>
                    <a:pt x="2250" y="45535"/>
                    <a:pt x="1491" y="45094"/>
                    <a:pt x="1060" y="44356"/>
                  </a:cubicBezTo>
                  <a:cubicBezTo>
                    <a:pt x="608" y="43583"/>
                    <a:pt x="600" y="42656"/>
                    <a:pt x="1038" y="41878"/>
                  </a:cubicBezTo>
                  <a:lnTo>
                    <a:pt x="23598" y="1788"/>
                  </a:lnTo>
                  <a:cubicBezTo>
                    <a:pt x="24027" y="1027"/>
                    <a:pt x="24792" y="573"/>
                    <a:pt x="25647" y="573"/>
                  </a:cubicBezTo>
                  <a:close/>
                  <a:moveTo>
                    <a:pt x="25647" y="0"/>
                  </a:moveTo>
                  <a:cubicBezTo>
                    <a:pt x="24583" y="0"/>
                    <a:pt x="23631" y="564"/>
                    <a:pt x="23099" y="1508"/>
                  </a:cubicBezTo>
                  <a:lnTo>
                    <a:pt x="540" y="41598"/>
                  </a:lnTo>
                  <a:cubicBezTo>
                    <a:pt x="0" y="42555"/>
                    <a:pt x="11" y="43694"/>
                    <a:pt x="566" y="44644"/>
                  </a:cubicBezTo>
                  <a:cubicBezTo>
                    <a:pt x="1101" y="45560"/>
                    <a:pt x="2043" y="46108"/>
                    <a:pt x="3088" y="46108"/>
                  </a:cubicBezTo>
                  <a:lnTo>
                    <a:pt x="48207" y="46108"/>
                  </a:lnTo>
                  <a:cubicBezTo>
                    <a:pt x="49250" y="46108"/>
                    <a:pt x="50193" y="45560"/>
                    <a:pt x="50729" y="44644"/>
                  </a:cubicBezTo>
                  <a:cubicBezTo>
                    <a:pt x="51284" y="43694"/>
                    <a:pt x="51294" y="42556"/>
                    <a:pt x="50754" y="41598"/>
                  </a:cubicBezTo>
                  <a:lnTo>
                    <a:pt x="28194" y="1508"/>
                  </a:lnTo>
                  <a:cubicBezTo>
                    <a:pt x="27663" y="564"/>
                    <a:pt x="26711" y="0"/>
                    <a:pt x="25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3788;p64">
              <a:extLst>
                <a:ext uri="{FF2B5EF4-FFF2-40B4-BE49-F238E27FC236}">
                  <a16:creationId xmlns:a16="http://schemas.microsoft.com/office/drawing/2014/main" id="{8B09F406-3645-C1E1-21AA-549EF6FA6CA0}"/>
                </a:ext>
              </a:extLst>
            </p:cNvPr>
            <p:cNvSpPr/>
            <p:nvPr/>
          </p:nvSpPr>
          <p:spPr>
            <a:xfrm>
              <a:off x="3735600" y="2434425"/>
              <a:ext cx="222450" cy="852900"/>
            </a:xfrm>
            <a:custGeom>
              <a:avLst/>
              <a:gdLst/>
              <a:ahLst/>
              <a:cxnLst/>
              <a:rect l="l" t="t" r="r" b="b"/>
              <a:pathLst>
                <a:path w="8898" h="34116" extrusionOk="0">
                  <a:moveTo>
                    <a:pt x="4450" y="1"/>
                  </a:moveTo>
                  <a:cubicBezTo>
                    <a:pt x="3691" y="1"/>
                    <a:pt x="2932" y="181"/>
                    <a:pt x="2173" y="542"/>
                  </a:cubicBezTo>
                  <a:cubicBezTo>
                    <a:pt x="656" y="1263"/>
                    <a:pt x="1" y="2480"/>
                    <a:pt x="210" y="4191"/>
                  </a:cubicBezTo>
                  <a:lnTo>
                    <a:pt x="2308" y="20725"/>
                  </a:lnTo>
                  <a:cubicBezTo>
                    <a:pt x="2382" y="21410"/>
                    <a:pt x="2636" y="21945"/>
                    <a:pt x="3066" y="22333"/>
                  </a:cubicBezTo>
                  <a:cubicBezTo>
                    <a:pt x="3497" y="22720"/>
                    <a:pt x="3962" y="22913"/>
                    <a:pt x="4461" y="22913"/>
                  </a:cubicBezTo>
                  <a:cubicBezTo>
                    <a:pt x="4959" y="22912"/>
                    <a:pt x="5424" y="22718"/>
                    <a:pt x="5855" y="22333"/>
                  </a:cubicBezTo>
                  <a:cubicBezTo>
                    <a:pt x="6286" y="21945"/>
                    <a:pt x="6539" y="21410"/>
                    <a:pt x="6614" y="20725"/>
                  </a:cubicBezTo>
                  <a:lnTo>
                    <a:pt x="8690" y="4191"/>
                  </a:lnTo>
                  <a:cubicBezTo>
                    <a:pt x="8898" y="2480"/>
                    <a:pt x="8243" y="1263"/>
                    <a:pt x="6727" y="542"/>
                  </a:cubicBezTo>
                  <a:cubicBezTo>
                    <a:pt x="5968" y="181"/>
                    <a:pt x="5209" y="1"/>
                    <a:pt x="4450" y="1"/>
                  </a:cubicBezTo>
                  <a:close/>
                  <a:moveTo>
                    <a:pt x="4510" y="26484"/>
                  </a:moveTo>
                  <a:cubicBezTo>
                    <a:pt x="3427" y="26484"/>
                    <a:pt x="2528" y="26860"/>
                    <a:pt x="1816" y="27610"/>
                  </a:cubicBezTo>
                  <a:cubicBezTo>
                    <a:pt x="1102" y="28362"/>
                    <a:pt x="744" y="29258"/>
                    <a:pt x="744" y="30299"/>
                  </a:cubicBezTo>
                  <a:cubicBezTo>
                    <a:pt x="745" y="31370"/>
                    <a:pt x="1113" y="32274"/>
                    <a:pt x="1850" y="33011"/>
                  </a:cubicBezTo>
                  <a:lnTo>
                    <a:pt x="1849" y="33011"/>
                  </a:lnTo>
                  <a:cubicBezTo>
                    <a:pt x="2586" y="33747"/>
                    <a:pt x="3474" y="34115"/>
                    <a:pt x="4516" y="34115"/>
                  </a:cubicBezTo>
                  <a:cubicBezTo>
                    <a:pt x="5572" y="34115"/>
                    <a:pt x="6461" y="33740"/>
                    <a:pt x="7183" y="32988"/>
                  </a:cubicBezTo>
                  <a:cubicBezTo>
                    <a:pt x="7904" y="32237"/>
                    <a:pt x="8264" y="31341"/>
                    <a:pt x="8264" y="30299"/>
                  </a:cubicBezTo>
                  <a:cubicBezTo>
                    <a:pt x="8264" y="29183"/>
                    <a:pt x="7893" y="28267"/>
                    <a:pt x="7149" y="27554"/>
                  </a:cubicBezTo>
                  <a:cubicBezTo>
                    <a:pt x="6405" y="26840"/>
                    <a:pt x="5527" y="26484"/>
                    <a:pt x="4516" y="26484"/>
                  </a:cubicBezTo>
                  <a:cubicBezTo>
                    <a:pt x="4514" y="26484"/>
                    <a:pt x="4512" y="26484"/>
                    <a:pt x="4510" y="264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3789;p64">
              <a:extLst>
                <a:ext uri="{FF2B5EF4-FFF2-40B4-BE49-F238E27FC236}">
                  <a16:creationId xmlns:a16="http://schemas.microsoft.com/office/drawing/2014/main" id="{8F760758-AC5C-DA43-E740-18E2E004D026}"/>
                </a:ext>
              </a:extLst>
            </p:cNvPr>
            <p:cNvSpPr/>
            <p:nvPr/>
          </p:nvSpPr>
          <p:spPr>
            <a:xfrm>
              <a:off x="1186600" y="3338775"/>
              <a:ext cx="682350" cy="1507575"/>
            </a:xfrm>
            <a:custGeom>
              <a:avLst/>
              <a:gdLst/>
              <a:ahLst/>
              <a:cxnLst/>
              <a:rect l="l" t="t" r="r" b="b"/>
              <a:pathLst>
                <a:path w="27294" h="60303" extrusionOk="0">
                  <a:moveTo>
                    <a:pt x="2610" y="1"/>
                  </a:moveTo>
                  <a:cubicBezTo>
                    <a:pt x="2610" y="1"/>
                    <a:pt x="0" y="6553"/>
                    <a:pt x="672" y="11279"/>
                  </a:cubicBezTo>
                  <a:cubicBezTo>
                    <a:pt x="1345" y="16005"/>
                    <a:pt x="16684" y="30216"/>
                    <a:pt x="16684" y="30216"/>
                  </a:cubicBezTo>
                  <a:lnTo>
                    <a:pt x="1994" y="58491"/>
                  </a:lnTo>
                  <a:lnTo>
                    <a:pt x="6065" y="60303"/>
                  </a:lnTo>
                  <a:cubicBezTo>
                    <a:pt x="6065" y="60303"/>
                    <a:pt x="27294" y="34192"/>
                    <a:pt x="27205" y="32200"/>
                  </a:cubicBezTo>
                  <a:cubicBezTo>
                    <a:pt x="27118" y="30210"/>
                    <a:pt x="21146" y="9919"/>
                    <a:pt x="21146" y="9919"/>
                  </a:cubicBezTo>
                  <a:lnTo>
                    <a:pt x="20762" y="6843"/>
                  </a:lnTo>
                  <a:cubicBezTo>
                    <a:pt x="20759" y="5439"/>
                    <a:pt x="2610" y="1"/>
                    <a:pt x="2610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3790;p64">
              <a:extLst>
                <a:ext uri="{FF2B5EF4-FFF2-40B4-BE49-F238E27FC236}">
                  <a16:creationId xmlns:a16="http://schemas.microsoft.com/office/drawing/2014/main" id="{014681C0-6B51-BF35-A885-073CDC978455}"/>
                </a:ext>
              </a:extLst>
            </p:cNvPr>
            <p:cNvSpPr/>
            <p:nvPr/>
          </p:nvSpPr>
          <p:spPr>
            <a:xfrm>
              <a:off x="1179450" y="3331650"/>
              <a:ext cx="696750" cy="1521850"/>
            </a:xfrm>
            <a:custGeom>
              <a:avLst/>
              <a:gdLst/>
              <a:ahLst/>
              <a:cxnLst/>
              <a:rect l="l" t="t" r="r" b="b"/>
              <a:pathLst>
                <a:path w="27870" h="60874" extrusionOk="0">
                  <a:moveTo>
                    <a:pt x="3069" y="637"/>
                  </a:moveTo>
                  <a:cubicBezTo>
                    <a:pt x="11508" y="3173"/>
                    <a:pt x="20353" y="6276"/>
                    <a:pt x="20762" y="7151"/>
                  </a:cubicBezTo>
                  <a:cubicBezTo>
                    <a:pt x="20763" y="7155"/>
                    <a:pt x="20764" y="7160"/>
                    <a:pt x="20764" y="7164"/>
                  </a:cubicBezTo>
                  <a:lnTo>
                    <a:pt x="21158" y="10286"/>
                  </a:lnTo>
                  <a:cubicBezTo>
                    <a:pt x="21217" y="10487"/>
                    <a:pt x="27120" y="30566"/>
                    <a:pt x="27206" y="32498"/>
                  </a:cubicBezTo>
                  <a:cubicBezTo>
                    <a:pt x="27238" y="33898"/>
                    <a:pt x="14439" y="50179"/>
                    <a:pt x="6266" y="60237"/>
                  </a:cubicBezTo>
                  <a:lnTo>
                    <a:pt x="2674" y="58637"/>
                  </a:lnTo>
                  <a:lnTo>
                    <a:pt x="17225" y="30635"/>
                  </a:lnTo>
                  <a:cubicBezTo>
                    <a:pt x="17285" y="30519"/>
                    <a:pt x="17259" y="30380"/>
                    <a:pt x="17166" y="30293"/>
                  </a:cubicBezTo>
                  <a:cubicBezTo>
                    <a:pt x="17012" y="30150"/>
                    <a:pt x="1892" y="16095"/>
                    <a:pt x="1242" y="11524"/>
                  </a:cubicBezTo>
                  <a:cubicBezTo>
                    <a:pt x="660" y="7436"/>
                    <a:pt x="2612" y="1865"/>
                    <a:pt x="3069" y="637"/>
                  </a:cubicBezTo>
                  <a:close/>
                  <a:moveTo>
                    <a:pt x="2894" y="0"/>
                  </a:moveTo>
                  <a:cubicBezTo>
                    <a:pt x="2780" y="0"/>
                    <a:pt x="2674" y="69"/>
                    <a:pt x="2630" y="181"/>
                  </a:cubicBezTo>
                  <a:cubicBezTo>
                    <a:pt x="2523" y="451"/>
                    <a:pt x="0" y="6858"/>
                    <a:pt x="676" y="11603"/>
                  </a:cubicBezTo>
                  <a:cubicBezTo>
                    <a:pt x="1324" y="16168"/>
                    <a:pt x="14888" y="28951"/>
                    <a:pt x="16616" y="30564"/>
                  </a:cubicBezTo>
                  <a:lnTo>
                    <a:pt x="2025" y="58644"/>
                  </a:lnTo>
                  <a:cubicBezTo>
                    <a:pt x="1989" y="58713"/>
                    <a:pt x="1983" y="58795"/>
                    <a:pt x="2010" y="58869"/>
                  </a:cubicBezTo>
                  <a:cubicBezTo>
                    <a:pt x="2036" y="58943"/>
                    <a:pt x="2092" y="59005"/>
                    <a:pt x="2164" y="59037"/>
                  </a:cubicBezTo>
                  <a:lnTo>
                    <a:pt x="6234" y="60849"/>
                  </a:lnTo>
                  <a:cubicBezTo>
                    <a:pt x="6270" y="60864"/>
                    <a:pt x="6310" y="60873"/>
                    <a:pt x="6351" y="60873"/>
                  </a:cubicBezTo>
                  <a:cubicBezTo>
                    <a:pt x="6437" y="60873"/>
                    <a:pt x="6519" y="60834"/>
                    <a:pt x="6572" y="60767"/>
                  </a:cubicBezTo>
                  <a:cubicBezTo>
                    <a:pt x="8752" y="58086"/>
                    <a:pt x="27870" y="34513"/>
                    <a:pt x="27779" y="32473"/>
                  </a:cubicBezTo>
                  <a:cubicBezTo>
                    <a:pt x="27689" y="30471"/>
                    <a:pt x="21951" y="10954"/>
                    <a:pt x="21717" y="10169"/>
                  </a:cubicBezTo>
                  <a:lnTo>
                    <a:pt x="21332" y="7094"/>
                  </a:lnTo>
                  <a:cubicBezTo>
                    <a:pt x="21130" y="5604"/>
                    <a:pt x="8452" y="1652"/>
                    <a:pt x="2978" y="13"/>
                  </a:cubicBezTo>
                  <a:cubicBezTo>
                    <a:pt x="2950" y="4"/>
                    <a:pt x="2922" y="0"/>
                    <a:pt x="289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3791;p64">
              <a:extLst>
                <a:ext uri="{FF2B5EF4-FFF2-40B4-BE49-F238E27FC236}">
                  <a16:creationId xmlns:a16="http://schemas.microsoft.com/office/drawing/2014/main" id="{008EB3DE-560A-B31F-A950-ED468AE07A71}"/>
                </a:ext>
              </a:extLst>
            </p:cNvPr>
            <p:cNvSpPr/>
            <p:nvPr/>
          </p:nvSpPr>
          <p:spPr>
            <a:xfrm>
              <a:off x="1767650" y="2782175"/>
              <a:ext cx="644450" cy="862025"/>
            </a:xfrm>
            <a:custGeom>
              <a:avLst/>
              <a:gdLst/>
              <a:ahLst/>
              <a:cxnLst/>
              <a:rect l="l" t="t" r="r" b="b"/>
              <a:pathLst>
                <a:path w="25778" h="34481" extrusionOk="0">
                  <a:moveTo>
                    <a:pt x="10021" y="0"/>
                  </a:moveTo>
                  <a:lnTo>
                    <a:pt x="1" y="15034"/>
                  </a:lnTo>
                  <a:lnTo>
                    <a:pt x="862" y="24565"/>
                  </a:lnTo>
                  <a:cubicBezTo>
                    <a:pt x="1071" y="26871"/>
                    <a:pt x="2706" y="28797"/>
                    <a:pt x="4948" y="29376"/>
                  </a:cubicBezTo>
                  <a:lnTo>
                    <a:pt x="24676" y="34481"/>
                  </a:lnTo>
                  <a:lnTo>
                    <a:pt x="25777" y="31787"/>
                  </a:lnTo>
                  <a:lnTo>
                    <a:pt x="7517" y="23854"/>
                  </a:lnTo>
                  <a:lnTo>
                    <a:pt x="10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3792;p64">
              <a:extLst>
                <a:ext uri="{FF2B5EF4-FFF2-40B4-BE49-F238E27FC236}">
                  <a16:creationId xmlns:a16="http://schemas.microsoft.com/office/drawing/2014/main" id="{CA06A363-3E0F-FAF9-4CDF-9A6C759CE10E}"/>
                </a:ext>
              </a:extLst>
            </p:cNvPr>
            <p:cNvSpPr/>
            <p:nvPr/>
          </p:nvSpPr>
          <p:spPr>
            <a:xfrm>
              <a:off x="1760375" y="2775025"/>
              <a:ext cx="659825" cy="876325"/>
            </a:xfrm>
            <a:custGeom>
              <a:avLst/>
              <a:gdLst/>
              <a:ahLst/>
              <a:cxnLst/>
              <a:rect l="l" t="t" r="r" b="b"/>
              <a:pathLst>
                <a:path w="26393" h="35053" extrusionOk="0">
                  <a:moveTo>
                    <a:pt x="9906" y="1411"/>
                  </a:moveTo>
                  <a:lnTo>
                    <a:pt x="7524" y="24110"/>
                  </a:lnTo>
                  <a:cubicBezTo>
                    <a:pt x="7511" y="24235"/>
                    <a:pt x="7580" y="24353"/>
                    <a:pt x="7694" y="24403"/>
                  </a:cubicBezTo>
                  <a:lnTo>
                    <a:pt x="25698" y="32223"/>
                  </a:lnTo>
                  <a:lnTo>
                    <a:pt x="24797" y="34427"/>
                  </a:lnTo>
                  <a:lnTo>
                    <a:pt x="5310" y="29385"/>
                  </a:lnTo>
                  <a:cubicBezTo>
                    <a:pt x="3191" y="28837"/>
                    <a:pt x="1635" y="27004"/>
                    <a:pt x="1439" y="24826"/>
                  </a:cubicBezTo>
                  <a:lnTo>
                    <a:pt x="585" y="15396"/>
                  </a:lnTo>
                  <a:lnTo>
                    <a:pt x="9906" y="1411"/>
                  </a:lnTo>
                  <a:close/>
                  <a:moveTo>
                    <a:pt x="10314" y="1"/>
                  </a:moveTo>
                  <a:cubicBezTo>
                    <a:pt x="10220" y="1"/>
                    <a:pt x="10129" y="47"/>
                    <a:pt x="10074" y="128"/>
                  </a:cubicBezTo>
                  <a:lnTo>
                    <a:pt x="53" y="15163"/>
                  </a:lnTo>
                  <a:cubicBezTo>
                    <a:pt x="18" y="15218"/>
                    <a:pt x="1" y="15282"/>
                    <a:pt x="7" y="15347"/>
                  </a:cubicBezTo>
                  <a:lnTo>
                    <a:pt x="869" y="24877"/>
                  </a:lnTo>
                  <a:cubicBezTo>
                    <a:pt x="1088" y="27296"/>
                    <a:pt x="2814" y="29330"/>
                    <a:pt x="5167" y="29939"/>
                  </a:cubicBezTo>
                  <a:lnTo>
                    <a:pt x="24897" y="35044"/>
                  </a:lnTo>
                  <a:cubicBezTo>
                    <a:pt x="24920" y="35050"/>
                    <a:pt x="24944" y="35053"/>
                    <a:pt x="24967" y="35053"/>
                  </a:cubicBezTo>
                  <a:cubicBezTo>
                    <a:pt x="25084" y="35053"/>
                    <a:pt x="25189" y="34982"/>
                    <a:pt x="25233" y="34874"/>
                  </a:cubicBezTo>
                  <a:lnTo>
                    <a:pt x="26333" y="32181"/>
                  </a:lnTo>
                  <a:cubicBezTo>
                    <a:pt x="26392" y="32037"/>
                    <a:pt x="26324" y="31872"/>
                    <a:pt x="26182" y="31809"/>
                  </a:cubicBezTo>
                  <a:lnTo>
                    <a:pt x="8115" y="23962"/>
                  </a:lnTo>
                  <a:lnTo>
                    <a:pt x="10597" y="317"/>
                  </a:lnTo>
                  <a:cubicBezTo>
                    <a:pt x="10611" y="185"/>
                    <a:pt x="10533" y="62"/>
                    <a:pt x="10409" y="17"/>
                  </a:cubicBezTo>
                  <a:cubicBezTo>
                    <a:pt x="10378" y="6"/>
                    <a:pt x="10345" y="1"/>
                    <a:pt x="103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3793;p64">
              <a:extLst>
                <a:ext uri="{FF2B5EF4-FFF2-40B4-BE49-F238E27FC236}">
                  <a16:creationId xmlns:a16="http://schemas.microsoft.com/office/drawing/2014/main" id="{16463163-DA4E-4A6E-DF12-BC551FADC4AC}"/>
                </a:ext>
              </a:extLst>
            </p:cNvPr>
            <p:cNvSpPr/>
            <p:nvPr/>
          </p:nvSpPr>
          <p:spPr>
            <a:xfrm>
              <a:off x="1770925" y="3042250"/>
              <a:ext cx="629000" cy="601950"/>
            </a:xfrm>
            <a:custGeom>
              <a:avLst/>
              <a:gdLst/>
              <a:ahLst/>
              <a:cxnLst/>
              <a:rect l="l" t="t" r="r" b="b"/>
              <a:pathLst>
                <a:path w="25160" h="24078" extrusionOk="0">
                  <a:moveTo>
                    <a:pt x="2957" y="1"/>
                  </a:moveTo>
                  <a:lnTo>
                    <a:pt x="2038" y="1379"/>
                  </a:lnTo>
                  <a:cubicBezTo>
                    <a:pt x="1421" y="2724"/>
                    <a:pt x="561" y="4595"/>
                    <a:pt x="1" y="6072"/>
                  </a:cubicBezTo>
                  <a:lnTo>
                    <a:pt x="731" y="14162"/>
                  </a:lnTo>
                  <a:cubicBezTo>
                    <a:pt x="940" y="16468"/>
                    <a:pt x="2575" y="18394"/>
                    <a:pt x="4817" y="18973"/>
                  </a:cubicBezTo>
                  <a:lnTo>
                    <a:pt x="24545" y="24078"/>
                  </a:lnTo>
                  <a:lnTo>
                    <a:pt x="25159" y="22574"/>
                  </a:lnTo>
                  <a:lnTo>
                    <a:pt x="5431" y="14922"/>
                  </a:lnTo>
                  <a:cubicBezTo>
                    <a:pt x="5431" y="14922"/>
                    <a:pt x="4779" y="15052"/>
                    <a:pt x="4153" y="15052"/>
                  </a:cubicBezTo>
                  <a:cubicBezTo>
                    <a:pt x="3736" y="15052"/>
                    <a:pt x="3330" y="14994"/>
                    <a:pt x="3137" y="14802"/>
                  </a:cubicBezTo>
                  <a:cubicBezTo>
                    <a:pt x="2655" y="14319"/>
                    <a:pt x="5068" y="12991"/>
                    <a:pt x="5068" y="12991"/>
                  </a:cubicBezTo>
                  <a:lnTo>
                    <a:pt x="2533" y="12267"/>
                  </a:lnTo>
                  <a:lnTo>
                    <a:pt x="4706" y="2732"/>
                  </a:lnTo>
                  <a:lnTo>
                    <a:pt x="2957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3794;p64">
              <a:extLst>
                <a:ext uri="{FF2B5EF4-FFF2-40B4-BE49-F238E27FC236}">
                  <a16:creationId xmlns:a16="http://schemas.microsoft.com/office/drawing/2014/main" id="{C9F45988-6DFC-3578-01F7-AB09F198AB3B}"/>
                </a:ext>
              </a:extLst>
            </p:cNvPr>
            <p:cNvSpPr/>
            <p:nvPr/>
          </p:nvSpPr>
          <p:spPr>
            <a:xfrm>
              <a:off x="1770925" y="3042250"/>
              <a:ext cx="629000" cy="601950"/>
            </a:xfrm>
            <a:custGeom>
              <a:avLst/>
              <a:gdLst/>
              <a:ahLst/>
              <a:cxnLst/>
              <a:rect l="l" t="t" r="r" b="b"/>
              <a:pathLst>
                <a:path w="25160" h="24078" extrusionOk="0">
                  <a:moveTo>
                    <a:pt x="2957" y="1"/>
                  </a:moveTo>
                  <a:lnTo>
                    <a:pt x="2038" y="1379"/>
                  </a:lnTo>
                  <a:cubicBezTo>
                    <a:pt x="1421" y="2724"/>
                    <a:pt x="561" y="4595"/>
                    <a:pt x="1" y="6072"/>
                  </a:cubicBezTo>
                  <a:lnTo>
                    <a:pt x="731" y="14162"/>
                  </a:lnTo>
                  <a:cubicBezTo>
                    <a:pt x="940" y="16468"/>
                    <a:pt x="2575" y="18394"/>
                    <a:pt x="4817" y="18973"/>
                  </a:cubicBezTo>
                  <a:lnTo>
                    <a:pt x="24545" y="24078"/>
                  </a:lnTo>
                  <a:lnTo>
                    <a:pt x="25159" y="22574"/>
                  </a:lnTo>
                  <a:lnTo>
                    <a:pt x="5431" y="14922"/>
                  </a:lnTo>
                  <a:cubicBezTo>
                    <a:pt x="5431" y="14922"/>
                    <a:pt x="4779" y="15052"/>
                    <a:pt x="4153" y="15052"/>
                  </a:cubicBezTo>
                  <a:cubicBezTo>
                    <a:pt x="3736" y="15052"/>
                    <a:pt x="3330" y="14994"/>
                    <a:pt x="3137" y="14802"/>
                  </a:cubicBezTo>
                  <a:cubicBezTo>
                    <a:pt x="2655" y="14319"/>
                    <a:pt x="5068" y="12991"/>
                    <a:pt x="5068" y="12991"/>
                  </a:cubicBezTo>
                  <a:lnTo>
                    <a:pt x="2533" y="12267"/>
                  </a:lnTo>
                  <a:lnTo>
                    <a:pt x="4706" y="2732"/>
                  </a:lnTo>
                  <a:lnTo>
                    <a:pt x="295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3795;p64">
              <a:extLst>
                <a:ext uri="{FF2B5EF4-FFF2-40B4-BE49-F238E27FC236}">
                  <a16:creationId xmlns:a16="http://schemas.microsoft.com/office/drawing/2014/main" id="{29C63412-83D7-2BC8-B403-102DED16B8C0}"/>
                </a:ext>
              </a:extLst>
            </p:cNvPr>
            <p:cNvSpPr/>
            <p:nvPr/>
          </p:nvSpPr>
          <p:spPr>
            <a:xfrm>
              <a:off x="1845100" y="3361100"/>
              <a:ext cx="118150" cy="51300"/>
            </a:xfrm>
            <a:custGeom>
              <a:avLst/>
              <a:gdLst/>
              <a:ahLst/>
              <a:cxnLst/>
              <a:rect l="l" t="t" r="r" b="b"/>
              <a:pathLst>
                <a:path w="4726" h="2052" extrusionOk="0">
                  <a:moveTo>
                    <a:pt x="2174" y="0"/>
                  </a:moveTo>
                  <a:cubicBezTo>
                    <a:pt x="1556" y="0"/>
                    <a:pt x="877" y="95"/>
                    <a:pt x="214" y="374"/>
                  </a:cubicBezTo>
                  <a:cubicBezTo>
                    <a:pt x="68" y="436"/>
                    <a:pt x="0" y="603"/>
                    <a:pt x="62" y="748"/>
                  </a:cubicBezTo>
                  <a:cubicBezTo>
                    <a:pt x="108" y="858"/>
                    <a:pt x="215" y="924"/>
                    <a:pt x="326" y="924"/>
                  </a:cubicBezTo>
                  <a:cubicBezTo>
                    <a:pt x="363" y="924"/>
                    <a:pt x="400" y="917"/>
                    <a:pt x="436" y="902"/>
                  </a:cubicBezTo>
                  <a:cubicBezTo>
                    <a:pt x="1014" y="659"/>
                    <a:pt x="1614" y="576"/>
                    <a:pt x="2165" y="576"/>
                  </a:cubicBezTo>
                  <a:cubicBezTo>
                    <a:pt x="2501" y="576"/>
                    <a:pt x="2818" y="607"/>
                    <a:pt x="3101" y="651"/>
                  </a:cubicBezTo>
                  <a:cubicBezTo>
                    <a:pt x="2561" y="814"/>
                    <a:pt x="1916" y="1083"/>
                    <a:pt x="1287" y="1533"/>
                  </a:cubicBezTo>
                  <a:cubicBezTo>
                    <a:pt x="1060" y="1694"/>
                    <a:pt x="1174" y="2052"/>
                    <a:pt x="1454" y="2052"/>
                  </a:cubicBezTo>
                  <a:cubicBezTo>
                    <a:pt x="1513" y="2052"/>
                    <a:pt x="1570" y="2032"/>
                    <a:pt x="1619" y="1998"/>
                  </a:cubicBezTo>
                  <a:cubicBezTo>
                    <a:pt x="2961" y="1040"/>
                    <a:pt x="4413" y="984"/>
                    <a:pt x="4428" y="984"/>
                  </a:cubicBezTo>
                  <a:cubicBezTo>
                    <a:pt x="4563" y="979"/>
                    <a:pt x="4677" y="881"/>
                    <a:pt x="4701" y="748"/>
                  </a:cubicBezTo>
                  <a:cubicBezTo>
                    <a:pt x="4726" y="615"/>
                    <a:pt x="4652" y="483"/>
                    <a:pt x="4528" y="433"/>
                  </a:cubicBezTo>
                  <a:cubicBezTo>
                    <a:pt x="4466" y="407"/>
                    <a:pt x="3452" y="0"/>
                    <a:pt x="2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3796;p64">
              <a:extLst>
                <a:ext uri="{FF2B5EF4-FFF2-40B4-BE49-F238E27FC236}">
                  <a16:creationId xmlns:a16="http://schemas.microsoft.com/office/drawing/2014/main" id="{CFB5DAA3-CFA0-D948-B9A0-7D821010860A}"/>
                </a:ext>
              </a:extLst>
            </p:cNvPr>
            <p:cNvSpPr/>
            <p:nvPr/>
          </p:nvSpPr>
          <p:spPr>
            <a:xfrm>
              <a:off x="1241725" y="2559525"/>
              <a:ext cx="776475" cy="993250"/>
            </a:xfrm>
            <a:custGeom>
              <a:avLst/>
              <a:gdLst/>
              <a:ahLst/>
              <a:cxnLst/>
              <a:rect l="l" t="t" r="r" b="b"/>
              <a:pathLst>
                <a:path w="31059" h="39730" extrusionOk="0">
                  <a:moveTo>
                    <a:pt x="15185" y="0"/>
                  </a:moveTo>
                  <a:lnTo>
                    <a:pt x="5445" y="587"/>
                  </a:lnTo>
                  <a:lnTo>
                    <a:pt x="1" y="31701"/>
                  </a:lnTo>
                  <a:cubicBezTo>
                    <a:pt x="1" y="31701"/>
                    <a:pt x="2464" y="36400"/>
                    <a:pt x="9769" y="38476"/>
                  </a:cubicBezTo>
                  <a:cubicBezTo>
                    <a:pt x="13267" y="39471"/>
                    <a:pt x="15492" y="39730"/>
                    <a:pt x="16861" y="39730"/>
                  </a:cubicBezTo>
                  <a:cubicBezTo>
                    <a:pt x="18350" y="39730"/>
                    <a:pt x="18826" y="39423"/>
                    <a:pt x="18826" y="39423"/>
                  </a:cubicBezTo>
                  <a:lnTo>
                    <a:pt x="31058" y="8906"/>
                  </a:lnTo>
                  <a:lnTo>
                    <a:pt x="20853" y="2451"/>
                  </a:lnTo>
                  <a:lnTo>
                    <a:pt x="151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3797;p64">
              <a:extLst>
                <a:ext uri="{FF2B5EF4-FFF2-40B4-BE49-F238E27FC236}">
                  <a16:creationId xmlns:a16="http://schemas.microsoft.com/office/drawing/2014/main" id="{DB02AB11-6CF7-E5E2-AF43-028CB8CEFBEC}"/>
                </a:ext>
              </a:extLst>
            </p:cNvPr>
            <p:cNvSpPr/>
            <p:nvPr/>
          </p:nvSpPr>
          <p:spPr>
            <a:xfrm>
              <a:off x="1234425" y="2552400"/>
              <a:ext cx="791675" cy="1007425"/>
            </a:xfrm>
            <a:custGeom>
              <a:avLst/>
              <a:gdLst/>
              <a:ahLst/>
              <a:cxnLst/>
              <a:rect l="l" t="t" r="r" b="b"/>
              <a:pathLst>
                <a:path w="31667" h="40297" extrusionOk="0">
                  <a:moveTo>
                    <a:pt x="15426" y="575"/>
                  </a:moveTo>
                  <a:lnTo>
                    <a:pt x="21011" y="2989"/>
                  </a:lnTo>
                  <a:lnTo>
                    <a:pt x="30995" y="9305"/>
                  </a:lnTo>
                  <a:lnTo>
                    <a:pt x="18895" y="39498"/>
                  </a:lnTo>
                  <a:cubicBezTo>
                    <a:pt x="18717" y="39567"/>
                    <a:pt x="18204" y="39723"/>
                    <a:pt x="17149" y="39723"/>
                  </a:cubicBezTo>
                  <a:cubicBezTo>
                    <a:pt x="15815" y="39723"/>
                    <a:pt x="13617" y="39474"/>
                    <a:pt x="10139" y="38485"/>
                  </a:cubicBezTo>
                  <a:cubicBezTo>
                    <a:pt x="3575" y="36618"/>
                    <a:pt x="961" y="32559"/>
                    <a:pt x="593" y="31934"/>
                  </a:cubicBezTo>
                  <a:lnTo>
                    <a:pt x="5982" y="1144"/>
                  </a:lnTo>
                  <a:lnTo>
                    <a:pt x="15426" y="575"/>
                  </a:lnTo>
                  <a:close/>
                  <a:moveTo>
                    <a:pt x="15477" y="0"/>
                  </a:moveTo>
                  <a:cubicBezTo>
                    <a:pt x="15472" y="0"/>
                    <a:pt x="15466" y="1"/>
                    <a:pt x="15460" y="1"/>
                  </a:cubicBezTo>
                  <a:lnTo>
                    <a:pt x="5720" y="587"/>
                  </a:lnTo>
                  <a:cubicBezTo>
                    <a:pt x="5588" y="594"/>
                    <a:pt x="5478" y="692"/>
                    <a:pt x="5455" y="822"/>
                  </a:cubicBezTo>
                  <a:lnTo>
                    <a:pt x="11" y="31938"/>
                  </a:lnTo>
                  <a:cubicBezTo>
                    <a:pt x="1" y="31999"/>
                    <a:pt x="10" y="32063"/>
                    <a:pt x="39" y="32120"/>
                  </a:cubicBezTo>
                  <a:cubicBezTo>
                    <a:pt x="143" y="32316"/>
                    <a:pt x="2645" y="36950"/>
                    <a:pt x="9983" y="39036"/>
                  </a:cubicBezTo>
                  <a:cubicBezTo>
                    <a:pt x="13479" y="40031"/>
                    <a:pt x="15734" y="40296"/>
                    <a:pt x="17147" y="40296"/>
                  </a:cubicBezTo>
                  <a:cubicBezTo>
                    <a:pt x="18701" y="40296"/>
                    <a:pt x="19233" y="39974"/>
                    <a:pt x="19273" y="39949"/>
                  </a:cubicBezTo>
                  <a:cubicBezTo>
                    <a:pt x="19323" y="39917"/>
                    <a:pt x="19361" y="39871"/>
                    <a:pt x="19383" y="39815"/>
                  </a:cubicBezTo>
                  <a:lnTo>
                    <a:pt x="31616" y="9297"/>
                  </a:lnTo>
                  <a:cubicBezTo>
                    <a:pt x="31667" y="9169"/>
                    <a:pt x="31620" y="9023"/>
                    <a:pt x="31503" y="8950"/>
                  </a:cubicBezTo>
                  <a:lnTo>
                    <a:pt x="21299" y="2495"/>
                  </a:lnTo>
                  <a:cubicBezTo>
                    <a:pt x="21286" y="2487"/>
                    <a:pt x="21273" y="2479"/>
                    <a:pt x="21259" y="2474"/>
                  </a:cubicBezTo>
                  <a:lnTo>
                    <a:pt x="15591" y="23"/>
                  </a:lnTo>
                  <a:cubicBezTo>
                    <a:pt x="15555" y="8"/>
                    <a:pt x="15516" y="0"/>
                    <a:pt x="154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3798;p64">
              <a:extLst>
                <a:ext uri="{FF2B5EF4-FFF2-40B4-BE49-F238E27FC236}">
                  <a16:creationId xmlns:a16="http://schemas.microsoft.com/office/drawing/2014/main" id="{02BA4F53-FD2C-2C2E-D292-DAF3EC4DCDD5}"/>
                </a:ext>
              </a:extLst>
            </p:cNvPr>
            <p:cNvSpPr/>
            <p:nvPr/>
          </p:nvSpPr>
          <p:spPr>
            <a:xfrm>
              <a:off x="1241725" y="2559525"/>
              <a:ext cx="519650" cy="988575"/>
            </a:xfrm>
            <a:custGeom>
              <a:avLst/>
              <a:gdLst/>
              <a:ahLst/>
              <a:cxnLst/>
              <a:rect l="l" t="t" r="r" b="b"/>
              <a:pathLst>
                <a:path w="20786" h="39543" extrusionOk="0">
                  <a:moveTo>
                    <a:pt x="15185" y="0"/>
                  </a:moveTo>
                  <a:lnTo>
                    <a:pt x="5445" y="587"/>
                  </a:lnTo>
                  <a:lnTo>
                    <a:pt x="1" y="31701"/>
                  </a:lnTo>
                  <a:cubicBezTo>
                    <a:pt x="1" y="31701"/>
                    <a:pt x="2465" y="36398"/>
                    <a:pt x="9770" y="38476"/>
                  </a:cubicBezTo>
                  <a:cubicBezTo>
                    <a:pt x="11048" y="38840"/>
                    <a:pt x="12153" y="39102"/>
                    <a:pt x="13111" y="39293"/>
                  </a:cubicBezTo>
                  <a:cubicBezTo>
                    <a:pt x="15136" y="39440"/>
                    <a:pt x="16702" y="39542"/>
                    <a:pt x="16702" y="39542"/>
                  </a:cubicBezTo>
                  <a:cubicBezTo>
                    <a:pt x="16702" y="39542"/>
                    <a:pt x="13684" y="39301"/>
                    <a:pt x="10908" y="37973"/>
                  </a:cubicBezTo>
                  <a:cubicBezTo>
                    <a:pt x="8132" y="36646"/>
                    <a:pt x="2822" y="32783"/>
                    <a:pt x="2822" y="32059"/>
                  </a:cubicBezTo>
                  <a:cubicBezTo>
                    <a:pt x="2822" y="31335"/>
                    <a:pt x="13564" y="27231"/>
                    <a:pt x="15132" y="26870"/>
                  </a:cubicBezTo>
                  <a:cubicBezTo>
                    <a:pt x="15295" y="26832"/>
                    <a:pt x="15311" y="26815"/>
                    <a:pt x="15210" y="26815"/>
                  </a:cubicBezTo>
                  <a:cubicBezTo>
                    <a:pt x="14331" y="26815"/>
                    <a:pt x="4632" y="28077"/>
                    <a:pt x="4632" y="28077"/>
                  </a:cubicBezTo>
                  <a:lnTo>
                    <a:pt x="8373" y="16248"/>
                  </a:lnTo>
                  <a:lnTo>
                    <a:pt x="12597" y="14196"/>
                  </a:lnTo>
                  <a:lnTo>
                    <a:pt x="7407" y="12747"/>
                  </a:lnTo>
                  <a:lnTo>
                    <a:pt x="15084" y="7818"/>
                  </a:lnTo>
                  <a:lnTo>
                    <a:pt x="18270" y="9126"/>
                  </a:lnTo>
                  <a:lnTo>
                    <a:pt x="20785" y="2421"/>
                  </a:lnTo>
                  <a:lnTo>
                    <a:pt x="15185" y="0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3799;p64">
              <a:extLst>
                <a:ext uri="{FF2B5EF4-FFF2-40B4-BE49-F238E27FC236}">
                  <a16:creationId xmlns:a16="http://schemas.microsoft.com/office/drawing/2014/main" id="{0F1EEFED-F5D1-5972-A5A3-5CAB2C2556D8}"/>
                </a:ext>
              </a:extLst>
            </p:cNvPr>
            <p:cNvSpPr/>
            <p:nvPr/>
          </p:nvSpPr>
          <p:spPr>
            <a:xfrm>
              <a:off x="1241725" y="2559525"/>
              <a:ext cx="519650" cy="988575"/>
            </a:xfrm>
            <a:custGeom>
              <a:avLst/>
              <a:gdLst/>
              <a:ahLst/>
              <a:cxnLst/>
              <a:rect l="l" t="t" r="r" b="b"/>
              <a:pathLst>
                <a:path w="20786" h="39543" extrusionOk="0">
                  <a:moveTo>
                    <a:pt x="15185" y="0"/>
                  </a:moveTo>
                  <a:lnTo>
                    <a:pt x="5445" y="587"/>
                  </a:lnTo>
                  <a:lnTo>
                    <a:pt x="1" y="31701"/>
                  </a:lnTo>
                  <a:cubicBezTo>
                    <a:pt x="1" y="31701"/>
                    <a:pt x="2465" y="36398"/>
                    <a:pt x="9770" y="38476"/>
                  </a:cubicBezTo>
                  <a:cubicBezTo>
                    <a:pt x="11048" y="38840"/>
                    <a:pt x="12153" y="39102"/>
                    <a:pt x="13111" y="39293"/>
                  </a:cubicBezTo>
                  <a:cubicBezTo>
                    <a:pt x="15136" y="39440"/>
                    <a:pt x="16702" y="39542"/>
                    <a:pt x="16702" y="39542"/>
                  </a:cubicBezTo>
                  <a:cubicBezTo>
                    <a:pt x="16702" y="39542"/>
                    <a:pt x="13684" y="39301"/>
                    <a:pt x="10908" y="37973"/>
                  </a:cubicBezTo>
                  <a:cubicBezTo>
                    <a:pt x="8132" y="36646"/>
                    <a:pt x="2822" y="32783"/>
                    <a:pt x="2822" y="32059"/>
                  </a:cubicBezTo>
                  <a:cubicBezTo>
                    <a:pt x="2822" y="31335"/>
                    <a:pt x="13564" y="27231"/>
                    <a:pt x="15132" y="26870"/>
                  </a:cubicBezTo>
                  <a:cubicBezTo>
                    <a:pt x="15295" y="26832"/>
                    <a:pt x="15311" y="26815"/>
                    <a:pt x="15210" y="26815"/>
                  </a:cubicBezTo>
                  <a:cubicBezTo>
                    <a:pt x="14331" y="26815"/>
                    <a:pt x="4632" y="28077"/>
                    <a:pt x="4632" y="28077"/>
                  </a:cubicBezTo>
                  <a:lnTo>
                    <a:pt x="8373" y="16248"/>
                  </a:lnTo>
                  <a:lnTo>
                    <a:pt x="12597" y="14196"/>
                  </a:lnTo>
                  <a:lnTo>
                    <a:pt x="7407" y="12747"/>
                  </a:lnTo>
                  <a:lnTo>
                    <a:pt x="15084" y="7818"/>
                  </a:lnTo>
                  <a:lnTo>
                    <a:pt x="18270" y="9126"/>
                  </a:lnTo>
                  <a:lnTo>
                    <a:pt x="20785" y="2421"/>
                  </a:lnTo>
                  <a:lnTo>
                    <a:pt x="1518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3800;p64">
              <a:extLst>
                <a:ext uri="{FF2B5EF4-FFF2-40B4-BE49-F238E27FC236}">
                  <a16:creationId xmlns:a16="http://schemas.microsoft.com/office/drawing/2014/main" id="{7352D035-B89C-BEAA-DAA6-E15D66C7134B}"/>
                </a:ext>
              </a:extLst>
            </p:cNvPr>
            <p:cNvSpPr/>
            <p:nvPr/>
          </p:nvSpPr>
          <p:spPr>
            <a:xfrm>
              <a:off x="1550600" y="3449400"/>
              <a:ext cx="26300" cy="63850"/>
            </a:xfrm>
            <a:custGeom>
              <a:avLst/>
              <a:gdLst/>
              <a:ahLst/>
              <a:cxnLst/>
              <a:rect l="l" t="t" r="r" b="b"/>
              <a:pathLst>
                <a:path w="1052" h="2554" extrusionOk="0">
                  <a:moveTo>
                    <a:pt x="742" y="1"/>
                  </a:moveTo>
                  <a:cubicBezTo>
                    <a:pt x="609" y="1"/>
                    <a:pt x="489" y="92"/>
                    <a:pt x="459" y="225"/>
                  </a:cubicBezTo>
                  <a:lnTo>
                    <a:pt x="33" y="2207"/>
                  </a:lnTo>
                  <a:cubicBezTo>
                    <a:pt x="0" y="2362"/>
                    <a:pt x="98" y="2514"/>
                    <a:pt x="253" y="2548"/>
                  </a:cubicBezTo>
                  <a:cubicBezTo>
                    <a:pt x="272" y="2551"/>
                    <a:pt x="292" y="2554"/>
                    <a:pt x="313" y="2554"/>
                  </a:cubicBezTo>
                  <a:cubicBezTo>
                    <a:pt x="447" y="2554"/>
                    <a:pt x="564" y="2459"/>
                    <a:pt x="592" y="2328"/>
                  </a:cubicBezTo>
                  <a:lnTo>
                    <a:pt x="1018" y="347"/>
                  </a:lnTo>
                  <a:cubicBezTo>
                    <a:pt x="1051" y="192"/>
                    <a:pt x="952" y="40"/>
                    <a:pt x="799" y="6"/>
                  </a:cubicBezTo>
                  <a:cubicBezTo>
                    <a:pt x="779" y="2"/>
                    <a:pt x="760" y="1"/>
                    <a:pt x="7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3801;p64">
              <a:extLst>
                <a:ext uri="{FF2B5EF4-FFF2-40B4-BE49-F238E27FC236}">
                  <a16:creationId xmlns:a16="http://schemas.microsoft.com/office/drawing/2014/main" id="{44D92E9C-5C36-7093-3302-B35943080B03}"/>
                </a:ext>
              </a:extLst>
            </p:cNvPr>
            <p:cNvSpPr/>
            <p:nvPr/>
          </p:nvSpPr>
          <p:spPr>
            <a:xfrm>
              <a:off x="1572100" y="2814100"/>
              <a:ext cx="141250" cy="599050"/>
            </a:xfrm>
            <a:custGeom>
              <a:avLst/>
              <a:gdLst/>
              <a:ahLst/>
              <a:cxnLst/>
              <a:rect l="l" t="t" r="r" b="b"/>
              <a:pathLst>
                <a:path w="5650" h="23962" extrusionOk="0">
                  <a:moveTo>
                    <a:pt x="5335" y="1"/>
                  </a:moveTo>
                  <a:cubicBezTo>
                    <a:pt x="5203" y="1"/>
                    <a:pt x="5085" y="92"/>
                    <a:pt x="5056" y="226"/>
                  </a:cubicBezTo>
                  <a:lnTo>
                    <a:pt x="33" y="23615"/>
                  </a:lnTo>
                  <a:cubicBezTo>
                    <a:pt x="0" y="23769"/>
                    <a:pt x="98" y="23921"/>
                    <a:pt x="253" y="23955"/>
                  </a:cubicBezTo>
                  <a:cubicBezTo>
                    <a:pt x="272" y="23958"/>
                    <a:pt x="292" y="23961"/>
                    <a:pt x="313" y="23961"/>
                  </a:cubicBezTo>
                  <a:cubicBezTo>
                    <a:pt x="447" y="23961"/>
                    <a:pt x="564" y="23867"/>
                    <a:pt x="592" y="23735"/>
                  </a:cubicBezTo>
                  <a:lnTo>
                    <a:pt x="5616" y="347"/>
                  </a:lnTo>
                  <a:cubicBezTo>
                    <a:pt x="5649" y="192"/>
                    <a:pt x="5551" y="40"/>
                    <a:pt x="5396" y="7"/>
                  </a:cubicBezTo>
                  <a:cubicBezTo>
                    <a:pt x="5375" y="3"/>
                    <a:pt x="5355" y="1"/>
                    <a:pt x="53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3802;p64">
              <a:extLst>
                <a:ext uri="{FF2B5EF4-FFF2-40B4-BE49-F238E27FC236}">
                  <a16:creationId xmlns:a16="http://schemas.microsoft.com/office/drawing/2014/main" id="{4F6AD5EA-32A0-ED47-E05E-088B7069A3A3}"/>
                </a:ext>
              </a:extLst>
            </p:cNvPr>
            <p:cNvSpPr/>
            <p:nvPr/>
          </p:nvSpPr>
          <p:spPr>
            <a:xfrm>
              <a:off x="1404600" y="2836875"/>
              <a:ext cx="174275" cy="50200"/>
            </a:xfrm>
            <a:custGeom>
              <a:avLst/>
              <a:gdLst/>
              <a:ahLst/>
              <a:cxnLst/>
              <a:rect l="l" t="t" r="r" b="b"/>
              <a:pathLst>
                <a:path w="6971" h="2008" extrusionOk="0">
                  <a:moveTo>
                    <a:pt x="314" y="0"/>
                  </a:moveTo>
                  <a:cubicBezTo>
                    <a:pt x="183" y="0"/>
                    <a:pt x="66" y="90"/>
                    <a:pt x="35" y="224"/>
                  </a:cubicBezTo>
                  <a:cubicBezTo>
                    <a:pt x="0" y="378"/>
                    <a:pt x="97" y="530"/>
                    <a:pt x="251" y="566"/>
                  </a:cubicBezTo>
                  <a:lnTo>
                    <a:pt x="6607" y="2000"/>
                  </a:lnTo>
                  <a:cubicBezTo>
                    <a:pt x="6627" y="2005"/>
                    <a:pt x="6648" y="2008"/>
                    <a:pt x="6670" y="2008"/>
                  </a:cubicBezTo>
                  <a:lnTo>
                    <a:pt x="6670" y="2008"/>
                  </a:lnTo>
                  <a:cubicBezTo>
                    <a:pt x="6816" y="2008"/>
                    <a:pt x="6939" y="1899"/>
                    <a:pt x="6954" y="1754"/>
                  </a:cubicBezTo>
                  <a:cubicBezTo>
                    <a:pt x="6971" y="1609"/>
                    <a:pt x="6874" y="1475"/>
                    <a:pt x="6732" y="1443"/>
                  </a:cubicBezTo>
                  <a:lnTo>
                    <a:pt x="377" y="7"/>
                  </a:lnTo>
                  <a:cubicBezTo>
                    <a:pt x="356" y="3"/>
                    <a:pt x="335" y="0"/>
                    <a:pt x="314" y="0"/>
                  </a:cubicBezTo>
                  <a:close/>
                  <a:moveTo>
                    <a:pt x="6670" y="2008"/>
                  </a:moveTo>
                  <a:cubicBezTo>
                    <a:pt x="6670" y="2008"/>
                    <a:pt x="6670" y="2008"/>
                    <a:pt x="6669" y="2008"/>
                  </a:cubicBezTo>
                  <a:lnTo>
                    <a:pt x="6671" y="2008"/>
                  </a:lnTo>
                  <a:cubicBezTo>
                    <a:pt x="6670" y="2008"/>
                    <a:pt x="6670" y="2008"/>
                    <a:pt x="6670" y="2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3803;p64">
              <a:extLst>
                <a:ext uri="{FF2B5EF4-FFF2-40B4-BE49-F238E27FC236}">
                  <a16:creationId xmlns:a16="http://schemas.microsoft.com/office/drawing/2014/main" id="{AA5FA680-7161-EF4D-8A68-F83FC9451D70}"/>
                </a:ext>
              </a:extLst>
            </p:cNvPr>
            <p:cNvSpPr/>
            <p:nvPr/>
          </p:nvSpPr>
          <p:spPr>
            <a:xfrm>
              <a:off x="1747675" y="2604275"/>
              <a:ext cx="87000" cy="189875"/>
            </a:xfrm>
            <a:custGeom>
              <a:avLst/>
              <a:gdLst/>
              <a:ahLst/>
              <a:cxnLst/>
              <a:rect l="l" t="t" r="r" b="b"/>
              <a:pathLst>
                <a:path w="3480" h="7595" extrusionOk="0">
                  <a:moveTo>
                    <a:pt x="1938" y="1"/>
                  </a:moveTo>
                  <a:lnTo>
                    <a:pt x="0" y="3694"/>
                  </a:lnTo>
                  <a:lnTo>
                    <a:pt x="3480" y="7594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3804;p64">
              <a:extLst>
                <a:ext uri="{FF2B5EF4-FFF2-40B4-BE49-F238E27FC236}">
                  <a16:creationId xmlns:a16="http://schemas.microsoft.com/office/drawing/2014/main" id="{478C23A0-81FC-9C1A-CF58-708BDA59F64C}"/>
                </a:ext>
              </a:extLst>
            </p:cNvPr>
            <p:cNvSpPr/>
            <p:nvPr/>
          </p:nvSpPr>
          <p:spPr>
            <a:xfrm>
              <a:off x="1739950" y="2597100"/>
              <a:ext cx="102650" cy="204175"/>
            </a:xfrm>
            <a:custGeom>
              <a:avLst/>
              <a:gdLst/>
              <a:ahLst/>
              <a:cxnLst/>
              <a:rect l="l" t="t" r="r" b="b"/>
              <a:pathLst>
                <a:path w="4106" h="8167" extrusionOk="0">
                  <a:moveTo>
                    <a:pt x="2126" y="1134"/>
                  </a:moveTo>
                  <a:lnTo>
                    <a:pt x="3298" y="6901"/>
                  </a:lnTo>
                  <a:lnTo>
                    <a:pt x="3298" y="6901"/>
                  </a:lnTo>
                  <a:lnTo>
                    <a:pt x="654" y="3938"/>
                  </a:lnTo>
                  <a:lnTo>
                    <a:pt x="2126" y="1134"/>
                  </a:lnTo>
                  <a:close/>
                  <a:moveTo>
                    <a:pt x="2246" y="1"/>
                  </a:moveTo>
                  <a:cubicBezTo>
                    <a:pt x="2148" y="1"/>
                    <a:pt x="2049" y="50"/>
                    <a:pt x="1994" y="154"/>
                  </a:cubicBezTo>
                  <a:lnTo>
                    <a:pt x="55" y="3847"/>
                  </a:lnTo>
                  <a:cubicBezTo>
                    <a:pt x="0" y="3952"/>
                    <a:pt x="16" y="4081"/>
                    <a:pt x="95" y="4170"/>
                  </a:cubicBezTo>
                  <a:lnTo>
                    <a:pt x="3576" y="8071"/>
                  </a:lnTo>
                  <a:cubicBezTo>
                    <a:pt x="3630" y="8132"/>
                    <a:pt x="3707" y="8167"/>
                    <a:pt x="3789" y="8167"/>
                  </a:cubicBezTo>
                  <a:cubicBezTo>
                    <a:pt x="3969" y="8167"/>
                    <a:pt x="4105" y="8000"/>
                    <a:pt x="4069" y="7823"/>
                  </a:cubicBezTo>
                  <a:lnTo>
                    <a:pt x="2528" y="230"/>
                  </a:lnTo>
                  <a:cubicBezTo>
                    <a:pt x="2497" y="82"/>
                    <a:pt x="2372" y="1"/>
                    <a:pt x="22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3805;p64">
              <a:extLst>
                <a:ext uri="{FF2B5EF4-FFF2-40B4-BE49-F238E27FC236}">
                  <a16:creationId xmlns:a16="http://schemas.microsoft.com/office/drawing/2014/main" id="{624B67DB-B9CA-8AD8-35CD-AB3AC58190C0}"/>
                </a:ext>
              </a:extLst>
            </p:cNvPr>
            <p:cNvSpPr/>
            <p:nvPr/>
          </p:nvSpPr>
          <p:spPr>
            <a:xfrm>
              <a:off x="1586575" y="2152000"/>
              <a:ext cx="334200" cy="652050"/>
            </a:xfrm>
            <a:custGeom>
              <a:avLst/>
              <a:gdLst/>
              <a:ahLst/>
              <a:cxnLst/>
              <a:rect l="l" t="t" r="r" b="b"/>
              <a:pathLst>
                <a:path w="13368" h="26082" extrusionOk="0">
                  <a:moveTo>
                    <a:pt x="8863" y="1"/>
                  </a:moveTo>
                  <a:cubicBezTo>
                    <a:pt x="7297" y="1"/>
                    <a:pt x="9153" y="1453"/>
                    <a:pt x="9153" y="1453"/>
                  </a:cubicBezTo>
                  <a:cubicBezTo>
                    <a:pt x="9153" y="1453"/>
                    <a:pt x="5570" y="1481"/>
                    <a:pt x="2961" y="2527"/>
                  </a:cubicBezTo>
                  <a:cubicBezTo>
                    <a:pt x="353" y="3573"/>
                    <a:pt x="0" y="7571"/>
                    <a:pt x="204" y="9155"/>
                  </a:cubicBezTo>
                  <a:cubicBezTo>
                    <a:pt x="408" y="10739"/>
                    <a:pt x="2364" y="12909"/>
                    <a:pt x="2364" y="12909"/>
                  </a:cubicBezTo>
                  <a:lnTo>
                    <a:pt x="2270" y="16763"/>
                  </a:lnTo>
                  <a:lnTo>
                    <a:pt x="4551" y="20245"/>
                  </a:lnTo>
                  <a:lnTo>
                    <a:pt x="4679" y="26081"/>
                  </a:lnTo>
                  <a:lnTo>
                    <a:pt x="9834" y="16690"/>
                  </a:lnTo>
                  <a:cubicBezTo>
                    <a:pt x="9834" y="16690"/>
                    <a:pt x="9669" y="12981"/>
                    <a:pt x="9839" y="10848"/>
                  </a:cubicBezTo>
                  <a:cubicBezTo>
                    <a:pt x="10009" y="8717"/>
                    <a:pt x="10523" y="5375"/>
                    <a:pt x="11438" y="5068"/>
                  </a:cubicBezTo>
                  <a:cubicBezTo>
                    <a:pt x="12355" y="4762"/>
                    <a:pt x="13367" y="3655"/>
                    <a:pt x="12760" y="1955"/>
                  </a:cubicBezTo>
                  <a:cubicBezTo>
                    <a:pt x="12580" y="1452"/>
                    <a:pt x="12403" y="1275"/>
                    <a:pt x="12243" y="1275"/>
                  </a:cubicBezTo>
                  <a:cubicBezTo>
                    <a:pt x="11863" y="1275"/>
                    <a:pt x="11579" y="2275"/>
                    <a:pt x="11579" y="2275"/>
                  </a:cubicBezTo>
                  <a:cubicBezTo>
                    <a:pt x="11579" y="2275"/>
                    <a:pt x="10684" y="57"/>
                    <a:pt x="8955" y="2"/>
                  </a:cubicBezTo>
                  <a:cubicBezTo>
                    <a:pt x="8923" y="1"/>
                    <a:pt x="8893" y="1"/>
                    <a:pt x="8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3806;p64">
              <a:extLst>
                <a:ext uri="{FF2B5EF4-FFF2-40B4-BE49-F238E27FC236}">
                  <a16:creationId xmlns:a16="http://schemas.microsoft.com/office/drawing/2014/main" id="{F377C855-3794-D770-6601-0EA56AC8E205}"/>
                </a:ext>
              </a:extLst>
            </p:cNvPr>
            <p:cNvSpPr/>
            <p:nvPr/>
          </p:nvSpPr>
          <p:spPr>
            <a:xfrm>
              <a:off x="1578825" y="2144825"/>
              <a:ext cx="340525" cy="666350"/>
            </a:xfrm>
            <a:custGeom>
              <a:avLst/>
              <a:gdLst/>
              <a:ahLst/>
              <a:cxnLst/>
              <a:rect l="l" t="t" r="r" b="b"/>
              <a:pathLst>
                <a:path w="13621" h="26654" extrusionOk="0">
                  <a:moveTo>
                    <a:pt x="9189" y="574"/>
                  </a:moveTo>
                  <a:cubicBezTo>
                    <a:pt x="9210" y="574"/>
                    <a:pt x="9232" y="575"/>
                    <a:pt x="9256" y="575"/>
                  </a:cubicBezTo>
                  <a:cubicBezTo>
                    <a:pt x="10774" y="624"/>
                    <a:pt x="11615" y="2649"/>
                    <a:pt x="11623" y="2669"/>
                  </a:cubicBezTo>
                  <a:cubicBezTo>
                    <a:pt x="11668" y="2780"/>
                    <a:pt x="11773" y="2847"/>
                    <a:pt x="11898" y="2847"/>
                  </a:cubicBezTo>
                  <a:cubicBezTo>
                    <a:pt x="11900" y="2847"/>
                    <a:pt x="11902" y="2847"/>
                    <a:pt x="11905" y="2847"/>
                  </a:cubicBezTo>
                  <a:cubicBezTo>
                    <a:pt x="12027" y="2841"/>
                    <a:pt x="12130" y="2758"/>
                    <a:pt x="12164" y="2640"/>
                  </a:cubicBezTo>
                  <a:cubicBezTo>
                    <a:pt x="12265" y="2282"/>
                    <a:pt x="12466" y="1889"/>
                    <a:pt x="12530" y="1844"/>
                  </a:cubicBezTo>
                  <a:cubicBezTo>
                    <a:pt x="12531" y="1845"/>
                    <a:pt x="12644" y="1905"/>
                    <a:pt x="12799" y="2339"/>
                  </a:cubicBezTo>
                  <a:cubicBezTo>
                    <a:pt x="13029" y="2982"/>
                    <a:pt x="13021" y="3588"/>
                    <a:pt x="12775" y="4094"/>
                  </a:cubicBezTo>
                  <a:cubicBezTo>
                    <a:pt x="12552" y="4554"/>
                    <a:pt x="12134" y="4923"/>
                    <a:pt x="11657" y="5084"/>
                  </a:cubicBezTo>
                  <a:cubicBezTo>
                    <a:pt x="10405" y="5503"/>
                    <a:pt x="9967" y="9805"/>
                    <a:pt x="9863" y="11112"/>
                  </a:cubicBezTo>
                  <a:cubicBezTo>
                    <a:pt x="9706" y="13090"/>
                    <a:pt x="9831" y="16344"/>
                    <a:pt x="9856" y="16910"/>
                  </a:cubicBezTo>
                  <a:lnTo>
                    <a:pt x="5252" y="25295"/>
                  </a:lnTo>
                  <a:lnTo>
                    <a:pt x="5147" y="20527"/>
                  </a:lnTo>
                  <a:cubicBezTo>
                    <a:pt x="5146" y="20473"/>
                    <a:pt x="5129" y="20420"/>
                    <a:pt x="5100" y="20375"/>
                  </a:cubicBezTo>
                  <a:lnTo>
                    <a:pt x="2868" y="16968"/>
                  </a:lnTo>
                  <a:lnTo>
                    <a:pt x="2959" y="13204"/>
                  </a:lnTo>
                  <a:cubicBezTo>
                    <a:pt x="2961" y="13131"/>
                    <a:pt x="2935" y="13059"/>
                    <a:pt x="2886" y="13005"/>
                  </a:cubicBezTo>
                  <a:cubicBezTo>
                    <a:pt x="2867" y="12983"/>
                    <a:pt x="987" y="10883"/>
                    <a:pt x="797" y="9406"/>
                  </a:cubicBezTo>
                  <a:cubicBezTo>
                    <a:pt x="595" y="7830"/>
                    <a:pt x="963" y="4048"/>
                    <a:pt x="3377" y="3081"/>
                  </a:cubicBezTo>
                  <a:cubicBezTo>
                    <a:pt x="5903" y="2067"/>
                    <a:pt x="9429" y="2027"/>
                    <a:pt x="9465" y="2027"/>
                  </a:cubicBezTo>
                  <a:cubicBezTo>
                    <a:pt x="9735" y="2025"/>
                    <a:pt x="9852" y="1682"/>
                    <a:pt x="9639" y="1516"/>
                  </a:cubicBezTo>
                  <a:cubicBezTo>
                    <a:pt x="9220" y="1188"/>
                    <a:pt x="8826" y="740"/>
                    <a:pt x="8814" y="630"/>
                  </a:cubicBezTo>
                  <a:cubicBezTo>
                    <a:pt x="8815" y="630"/>
                    <a:pt x="8888" y="574"/>
                    <a:pt x="9189" y="574"/>
                  </a:cubicBezTo>
                  <a:close/>
                  <a:moveTo>
                    <a:pt x="9151" y="1"/>
                  </a:moveTo>
                  <a:cubicBezTo>
                    <a:pt x="8887" y="1"/>
                    <a:pt x="8423" y="44"/>
                    <a:pt x="8289" y="412"/>
                  </a:cubicBezTo>
                  <a:cubicBezTo>
                    <a:pt x="8168" y="748"/>
                    <a:pt x="8437" y="1152"/>
                    <a:pt x="8746" y="1480"/>
                  </a:cubicBezTo>
                  <a:cubicBezTo>
                    <a:pt x="7556" y="1543"/>
                    <a:pt x="5115" y="1766"/>
                    <a:pt x="3164" y="2549"/>
                  </a:cubicBezTo>
                  <a:cubicBezTo>
                    <a:pt x="415" y="3651"/>
                    <a:pt x="0" y="7693"/>
                    <a:pt x="230" y="9478"/>
                  </a:cubicBezTo>
                  <a:cubicBezTo>
                    <a:pt x="421" y="10967"/>
                    <a:pt x="2010" y="12871"/>
                    <a:pt x="2384" y="13301"/>
                  </a:cubicBezTo>
                  <a:lnTo>
                    <a:pt x="2294" y="17043"/>
                  </a:lnTo>
                  <a:cubicBezTo>
                    <a:pt x="2293" y="17101"/>
                    <a:pt x="2308" y="17159"/>
                    <a:pt x="2340" y="17207"/>
                  </a:cubicBezTo>
                  <a:lnTo>
                    <a:pt x="4577" y="20620"/>
                  </a:lnTo>
                  <a:lnTo>
                    <a:pt x="4702" y="26374"/>
                  </a:lnTo>
                  <a:cubicBezTo>
                    <a:pt x="4705" y="26504"/>
                    <a:pt x="4795" y="26615"/>
                    <a:pt x="4921" y="26646"/>
                  </a:cubicBezTo>
                  <a:cubicBezTo>
                    <a:pt x="4943" y="26651"/>
                    <a:pt x="4966" y="26654"/>
                    <a:pt x="4989" y="26654"/>
                  </a:cubicBezTo>
                  <a:cubicBezTo>
                    <a:pt x="5093" y="26654"/>
                    <a:pt x="5189" y="26596"/>
                    <a:pt x="5239" y="26505"/>
                  </a:cubicBezTo>
                  <a:lnTo>
                    <a:pt x="10395" y="17114"/>
                  </a:lnTo>
                  <a:cubicBezTo>
                    <a:pt x="10419" y="17068"/>
                    <a:pt x="10432" y="17015"/>
                    <a:pt x="10430" y="16964"/>
                  </a:cubicBezTo>
                  <a:cubicBezTo>
                    <a:pt x="10428" y="16927"/>
                    <a:pt x="10267" y="13247"/>
                    <a:pt x="10434" y="11157"/>
                  </a:cubicBezTo>
                  <a:cubicBezTo>
                    <a:pt x="10669" y="8193"/>
                    <a:pt x="11274" y="5815"/>
                    <a:pt x="11838" y="5626"/>
                  </a:cubicBezTo>
                  <a:cubicBezTo>
                    <a:pt x="12458" y="5419"/>
                    <a:pt x="13001" y="4940"/>
                    <a:pt x="13289" y="4344"/>
                  </a:cubicBezTo>
                  <a:cubicBezTo>
                    <a:pt x="13604" y="3697"/>
                    <a:pt x="13621" y="2937"/>
                    <a:pt x="13339" y="2146"/>
                  </a:cubicBezTo>
                  <a:cubicBezTo>
                    <a:pt x="13206" y="1773"/>
                    <a:pt x="13000" y="1276"/>
                    <a:pt x="12562" y="1276"/>
                  </a:cubicBezTo>
                  <a:cubicBezTo>
                    <a:pt x="12553" y="1276"/>
                    <a:pt x="12544" y="1276"/>
                    <a:pt x="12535" y="1276"/>
                  </a:cubicBezTo>
                  <a:cubicBezTo>
                    <a:pt x="12234" y="1286"/>
                    <a:pt x="12010" y="1561"/>
                    <a:pt x="11854" y="1862"/>
                  </a:cubicBezTo>
                  <a:cubicBezTo>
                    <a:pt x="11436" y="1149"/>
                    <a:pt x="10580" y="45"/>
                    <a:pt x="9274" y="4"/>
                  </a:cubicBezTo>
                  <a:cubicBezTo>
                    <a:pt x="9242" y="2"/>
                    <a:pt x="9200" y="1"/>
                    <a:pt x="91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3807;p64">
              <a:extLst>
                <a:ext uri="{FF2B5EF4-FFF2-40B4-BE49-F238E27FC236}">
                  <a16:creationId xmlns:a16="http://schemas.microsoft.com/office/drawing/2014/main" id="{D295AE83-84FC-BD33-598E-0C7437C8EB54}"/>
                </a:ext>
              </a:extLst>
            </p:cNvPr>
            <p:cNvSpPr/>
            <p:nvPr/>
          </p:nvSpPr>
          <p:spPr>
            <a:xfrm>
              <a:off x="1586575" y="2152000"/>
              <a:ext cx="334150" cy="606550"/>
            </a:xfrm>
            <a:custGeom>
              <a:avLst/>
              <a:gdLst/>
              <a:ahLst/>
              <a:cxnLst/>
              <a:rect l="l" t="t" r="r" b="b"/>
              <a:pathLst>
                <a:path w="13366" h="24262" extrusionOk="0">
                  <a:moveTo>
                    <a:pt x="8865" y="1"/>
                  </a:moveTo>
                  <a:cubicBezTo>
                    <a:pt x="7294" y="1"/>
                    <a:pt x="9152" y="1453"/>
                    <a:pt x="9152" y="1453"/>
                  </a:cubicBezTo>
                  <a:cubicBezTo>
                    <a:pt x="9152" y="1453"/>
                    <a:pt x="5569" y="1481"/>
                    <a:pt x="2961" y="2527"/>
                  </a:cubicBezTo>
                  <a:cubicBezTo>
                    <a:pt x="353" y="3573"/>
                    <a:pt x="0" y="7571"/>
                    <a:pt x="204" y="9155"/>
                  </a:cubicBezTo>
                  <a:cubicBezTo>
                    <a:pt x="408" y="10739"/>
                    <a:pt x="2364" y="12909"/>
                    <a:pt x="2364" y="12909"/>
                  </a:cubicBezTo>
                  <a:lnTo>
                    <a:pt x="2270" y="16763"/>
                  </a:lnTo>
                  <a:lnTo>
                    <a:pt x="4551" y="20245"/>
                  </a:lnTo>
                  <a:lnTo>
                    <a:pt x="4637" y="24261"/>
                  </a:lnTo>
                  <a:lnTo>
                    <a:pt x="6527" y="18428"/>
                  </a:lnTo>
                  <a:lnTo>
                    <a:pt x="9273" y="17711"/>
                  </a:lnTo>
                  <a:lnTo>
                    <a:pt x="9834" y="16690"/>
                  </a:lnTo>
                  <a:cubicBezTo>
                    <a:pt x="9834" y="16690"/>
                    <a:pt x="9667" y="12981"/>
                    <a:pt x="9838" y="10848"/>
                  </a:cubicBezTo>
                  <a:cubicBezTo>
                    <a:pt x="10008" y="8717"/>
                    <a:pt x="10522" y="5375"/>
                    <a:pt x="11438" y="5068"/>
                  </a:cubicBezTo>
                  <a:cubicBezTo>
                    <a:pt x="12353" y="4762"/>
                    <a:pt x="13366" y="3655"/>
                    <a:pt x="12758" y="1957"/>
                  </a:cubicBezTo>
                  <a:cubicBezTo>
                    <a:pt x="12579" y="1453"/>
                    <a:pt x="12402" y="1276"/>
                    <a:pt x="12242" y="1276"/>
                  </a:cubicBezTo>
                  <a:cubicBezTo>
                    <a:pt x="11862" y="1276"/>
                    <a:pt x="11578" y="2275"/>
                    <a:pt x="11578" y="2275"/>
                  </a:cubicBezTo>
                  <a:cubicBezTo>
                    <a:pt x="11578" y="2275"/>
                    <a:pt x="10682" y="57"/>
                    <a:pt x="8955" y="2"/>
                  </a:cubicBezTo>
                  <a:cubicBezTo>
                    <a:pt x="8924" y="1"/>
                    <a:pt x="8894" y="1"/>
                    <a:pt x="8865" y="1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3808;p64">
              <a:extLst>
                <a:ext uri="{FF2B5EF4-FFF2-40B4-BE49-F238E27FC236}">
                  <a16:creationId xmlns:a16="http://schemas.microsoft.com/office/drawing/2014/main" id="{E9E39B93-84AC-76FB-F18A-C24F8F80C5E4}"/>
                </a:ext>
              </a:extLst>
            </p:cNvPr>
            <p:cNvSpPr/>
            <p:nvPr/>
          </p:nvSpPr>
          <p:spPr>
            <a:xfrm>
              <a:off x="1586575" y="2152000"/>
              <a:ext cx="334150" cy="606550"/>
            </a:xfrm>
            <a:custGeom>
              <a:avLst/>
              <a:gdLst/>
              <a:ahLst/>
              <a:cxnLst/>
              <a:rect l="l" t="t" r="r" b="b"/>
              <a:pathLst>
                <a:path w="13366" h="24262" extrusionOk="0">
                  <a:moveTo>
                    <a:pt x="8865" y="1"/>
                  </a:moveTo>
                  <a:cubicBezTo>
                    <a:pt x="7294" y="1"/>
                    <a:pt x="9152" y="1453"/>
                    <a:pt x="9152" y="1453"/>
                  </a:cubicBezTo>
                  <a:cubicBezTo>
                    <a:pt x="9152" y="1453"/>
                    <a:pt x="5569" y="1481"/>
                    <a:pt x="2961" y="2527"/>
                  </a:cubicBezTo>
                  <a:cubicBezTo>
                    <a:pt x="353" y="3573"/>
                    <a:pt x="0" y="7571"/>
                    <a:pt x="204" y="9155"/>
                  </a:cubicBezTo>
                  <a:cubicBezTo>
                    <a:pt x="408" y="10739"/>
                    <a:pt x="2364" y="12909"/>
                    <a:pt x="2364" y="12909"/>
                  </a:cubicBezTo>
                  <a:lnTo>
                    <a:pt x="2270" y="16763"/>
                  </a:lnTo>
                  <a:lnTo>
                    <a:pt x="4551" y="20245"/>
                  </a:lnTo>
                  <a:lnTo>
                    <a:pt x="4637" y="24261"/>
                  </a:lnTo>
                  <a:lnTo>
                    <a:pt x="6527" y="18428"/>
                  </a:lnTo>
                  <a:lnTo>
                    <a:pt x="9273" y="17711"/>
                  </a:lnTo>
                  <a:lnTo>
                    <a:pt x="9834" y="16690"/>
                  </a:lnTo>
                  <a:cubicBezTo>
                    <a:pt x="9834" y="16690"/>
                    <a:pt x="9667" y="12981"/>
                    <a:pt x="9838" y="10848"/>
                  </a:cubicBezTo>
                  <a:cubicBezTo>
                    <a:pt x="10008" y="8717"/>
                    <a:pt x="10522" y="5375"/>
                    <a:pt x="11438" y="5068"/>
                  </a:cubicBezTo>
                  <a:cubicBezTo>
                    <a:pt x="12353" y="4762"/>
                    <a:pt x="13366" y="3655"/>
                    <a:pt x="12758" y="1957"/>
                  </a:cubicBezTo>
                  <a:cubicBezTo>
                    <a:pt x="12579" y="1453"/>
                    <a:pt x="12402" y="1276"/>
                    <a:pt x="12242" y="1276"/>
                  </a:cubicBezTo>
                  <a:cubicBezTo>
                    <a:pt x="11862" y="1276"/>
                    <a:pt x="11578" y="2275"/>
                    <a:pt x="11578" y="2275"/>
                  </a:cubicBezTo>
                  <a:cubicBezTo>
                    <a:pt x="11578" y="2275"/>
                    <a:pt x="10682" y="57"/>
                    <a:pt x="8955" y="2"/>
                  </a:cubicBezTo>
                  <a:cubicBezTo>
                    <a:pt x="8924" y="1"/>
                    <a:pt x="8894" y="1"/>
                    <a:pt x="886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3809;p64">
              <a:extLst>
                <a:ext uri="{FF2B5EF4-FFF2-40B4-BE49-F238E27FC236}">
                  <a16:creationId xmlns:a16="http://schemas.microsoft.com/office/drawing/2014/main" id="{37A27B7D-9B61-3D2C-D1BD-75870557626E}"/>
                </a:ext>
              </a:extLst>
            </p:cNvPr>
            <p:cNvSpPr/>
            <p:nvPr/>
          </p:nvSpPr>
          <p:spPr>
            <a:xfrm>
              <a:off x="1586550" y="2152000"/>
              <a:ext cx="334175" cy="336775"/>
            </a:xfrm>
            <a:custGeom>
              <a:avLst/>
              <a:gdLst/>
              <a:ahLst/>
              <a:cxnLst/>
              <a:rect l="l" t="t" r="r" b="b"/>
              <a:pathLst>
                <a:path w="13367" h="13471" extrusionOk="0">
                  <a:moveTo>
                    <a:pt x="8866" y="1"/>
                  </a:moveTo>
                  <a:cubicBezTo>
                    <a:pt x="7295" y="1"/>
                    <a:pt x="9153" y="1453"/>
                    <a:pt x="9153" y="1453"/>
                  </a:cubicBezTo>
                  <a:cubicBezTo>
                    <a:pt x="9153" y="1453"/>
                    <a:pt x="5570" y="1481"/>
                    <a:pt x="2962" y="2527"/>
                  </a:cubicBezTo>
                  <a:cubicBezTo>
                    <a:pt x="354" y="3573"/>
                    <a:pt x="0" y="7571"/>
                    <a:pt x="204" y="9155"/>
                  </a:cubicBezTo>
                  <a:cubicBezTo>
                    <a:pt x="408" y="10739"/>
                    <a:pt x="2363" y="12909"/>
                    <a:pt x="2363" y="12909"/>
                  </a:cubicBezTo>
                  <a:lnTo>
                    <a:pt x="2356" y="13258"/>
                  </a:lnTo>
                  <a:lnTo>
                    <a:pt x="4646" y="13470"/>
                  </a:lnTo>
                  <a:lnTo>
                    <a:pt x="9873" y="10454"/>
                  </a:lnTo>
                  <a:cubicBezTo>
                    <a:pt x="10072" y="8327"/>
                    <a:pt x="10578" y="5357"/>
                    <a:pt x="11439" y="5068"/>
                  </a:cubicBezTo>
                  <a:cubicBezTo>
                    <a:pt x="12354" y="4762"/>
                    <a:pt x="13367" y="3655"/>
                    <a:pt x="12759" y="1955"/>
                  </a:cubicBezTo>
                  <a:cubicBezTo>
                    <a:pt x="12580" y="1452"/>
                    <a:pt x="12403" y="1275"/>
                    <a:pt x="12243" y="1275"/>
                  </a:cubicBezTo>
                  <a:cubicBezTo>
                    <a:pt x="11863" y="1275"/>
                    <a:pt x="11579" y="2275"/>
                    <a:pt x="11579" y="2275"/>
                  </a:cubicBezTo>
                  <a:cubicBezTo>
                    <a:pt x="11579" y="2275"/>
                    <a:pt x="10683" y="57"/>
                    <a:pt x="8956" y="2"/>
                  </a:cubicBezTo>
                  <a:cubicBezTo>
                    <a:pt x="8925" y="1"/>
                    <a:pt x="8895" y="1"/>
                    <a:pt x="88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3810;p64">
              <a:extLst>
                <a:ext uri="{FF2B5EF4-FFF2-40B4-BE49-F238E27FC236}">
                  <a16:creationId xmlns:a16="http://schemas.microsoft.com/office/drawing/2014/main" id="{68DF48D0-0EDE-E40F-B407-F7DCBBF7D9F8}"/>
                </a:ext>
              </a:extLst>
            </p:cNvPr>
            <p:cNvSpPr/>
            <p:nvPr/>
          </p:nvSpPr>
          <p:spPr>
            <a:xfrm>
              <a:off x="1578825" y="2144850"/>
              <a:ext cx="340525" cy="351075"/>
            </a:xfrm>
            <a:custGeom>
              <a:avLst/>
              <a:gdLst/>
              <a:ahLst/>
              <a:cxnLst/>
              <a:rect l="l" t="t" r="r" b="b"/>
              <a:pathLst>
                <a:path w="13621" h="14043" extrusionOk="0">
                  <a:moveTo>
                    <a:pt x="9189" y="573"/>
                  </a:moveTo>
                  <a:cubicBezTo>
                    <a:pt x="9210" y="573"/>
                    <a:pt x="9232" y="574"/>
                    <a:pt x="9256" y="574"/>
                  </a:cubicBezTo>
                  <a:cubicBezTo>
                    <a:pt x="10774" y="623"/>
                    <a:pt x="11615" y="2648"/>
                    <a:pt x="11624" y="2668"/>
                  </a:cubicBezTo>
                  <a:cubicBezTo>
                    <a:pt x="11669" y="2779"/>
                    <a:pt x="11773" y="2846"/>
                    <a:pt x="11898" y="2846"/>
                  </a:cubicBezTo>
                  <a:cubicBezTo>
                    <a:pt x="11900" y="2846"/>
                    <a:pt x="11902" y="2846"/>
                    <a:pt x="11905" y="2846"/>
                  </a:cubicBezTo>
                  <a:cubicBezTo>
                    <a:pt x="12027" y="2840"/>
                    <a:pt x="12130" y="2757"/>
                    <a:pt x="12164" y="2639"/>
                  </a:cubicBezTo>
                  <a:cubicBezTo>
                    <a:pt x="12265" y="2281"/>
                    <a:pt x="12466" y="1888"/>
                    <a:pt x="12530" y="1843"/>
                  </a:cubicBezTo>
                  <a:cubicBezTo>
                    <a:pt x="12531" y="1844"/>
                    <a:pt x="12646" y="1904"/>
                    <a:pt x="12801" y="2338"/>
                  </a:cubicBezTo>
                  <a:cubicBezTo>
                    <a:pt x="13030" y="2981"/>
                    <a:pt x="13021" y="3587"/>
                    <a:pt x="12775" y="4093"/>
                  </a:cubicBezTo>
                  <a:cubicBezTo>
                    <a:pt x="12552" y="4553"/>
                    <a:pt x="12134" y="4922"/>
                    <a:pt x="11657" y="5083"/>
                  </a:cubicBezTo>
                  <a:cubicBezTo>
                    <a:pt x="10577" y="5444"/>
                    <a:pt x="10103" y="8606"/>
                    <a:pt x="9912" y="10565"/>
                  </a:cubicBezTo>
                  <a:lnTo>
                    <a:pt x="4891" y="13463"/>
                  </a:lnTo>
                  <a:lnTo>
                    <a:pt x="2957" y="13283"/>
                  </a:lnTo>
                  <a:lnTo>
                    <a:pt x="2959" y="13203"/>
                  </a:lnTo>
                  <a:cubicBezTo>
                    <a:pt x="2961" y="13130"/>
                    <a:pt x="2935" y="13058"/>
                    <a:pt x="2886" y="13004"/>
                  </a:cubicBezTo>
                  <a:cubicBezTo>
                    <a:pt x="2867" y="12982"/>
                    <a:pt x="988" y="10883"/>
                    <a:pt x="799" y="9405"/>
                  </a:cubicBezTo>
                  <a:cubicBezTo>
                    <a:pt x="595" y="7829"/>
                    <a:pt x="963" y="4047"/>
                    <a:pt x="3377" y="3080"/>
                  </a:cubicBezTo>
                  <a:cubicBezTo>
                    <a:pt x="5904" y="2066"/>
                    <a:pt x="9430" y="2026"/>
                    <a:pt x="9465" y="2026"/>
                  </a:cubicBezTo>
                  <a:cubicBezTo>
                    <a:pt x="9736" y="2024"/>
                    <a:pt x="9852" y="1681"/>
                    <a:pt x="9639" y="1515"/>
                  </a:cubicBezTo>
                  <a:cubicBezTo>
                    <a:pt x="9220" y="1187"/>
                    <a:pt x="8826" y="739"/>
                    <a:pt x="8815" y="629"/>
                  </a:cubicBezTo>
                  <a:cubicBezTo>
                    <a:pt x="8815" y="629"/>
                    <a:pt x="8889" y="573"/>
                    <a:pt x="9189" y="573"/>
                  </a:cubicBezTo>
                  <a:close/>
                  <a:moveTo>
                    <a:pt x="9155" y="0"/>
                  </a:moveTo>
                  <a:cubicBezTo>
                    <a:pt x="8892" y="0"/>
                    <a:pt x="8423" y="41"/>
                    <a:pt x="8289" y="413"/>
                  </a:cubicBezTo>
                  <a:cubicBezTo>
                    <a:pt x="8166" y="747"/>
                    <a:pt x="8436" y="1151"/>
                    <a:pt x="8746" y="1479"/>
                  </a:cubicBezTo>
                  <a:cubicBezTo>
                    <a:pt x="7555" y="1542"/>
                    <a:pt x="5114" y="1765"/>
                    <a:pt x="3163" y="2548"/>
                  </a:cubicBezTo>
                  <a:cubicBezTo>
                    <a:pt x="415" y="3650"/>
                    <a:pt x="0" y="7693"/>
                    <a:pt x="230" y="9477"/>
                  </a:cubicBezTo>
                  <a:cubicBezTo>
                    <a:pt x="421" y="10966"/>
                    <a:pt x="2008" y="12870"/>
                    <a:pt x="2384" y="13300"/>
                  </a:cubicBezTo>
                  <a:lnTo>
                    <a:pt x="2378" y="13536"/>
                  </a:lnTo>
                  <a:cubicBezTo>
                    <a:pt x="2374" y="13687"/>
                    <a:pt x="2488" y="13814"/>
                    <a:pt x="2638" y="13828"/>
                  </a:cubicBezTo>
                  <a:lnTo>
                    <a:pt x="4928" y="14042"/>
                  </a:lnTo>
                  <a:lnTo>
                    <a:pt x="4955" y="14042"/>
                  </a:lnTo>
                  <a:cubicBezTo>
                    <a:pt x="5005" y="14042"/>
                    <a:pt x="5055" y="14028"/>
                    <a:pt x="5097" y="14004"/>
                  </a:cubicBezTo>
                  <a:lnTo>
                    <a:pt x="10325" y="10987"/>
                  </a:lnTo>
                  <a:cubicBezTo>
                    <a:pt x="10405" y="10939"/>
                    <a:pt x="10458" y="10857"/>
                    <a:pt x="10467" y="10765"/>
                  </a:cubicBezTo>
                  <a:cubicBezTo>
                    <a:pt x="10763" y="7592"/>
                    <a:pt x="11381" y="5777"/>
                    <a:pt x="11838" y="5625"/>
                  </a:cubicBezTo>
                  <a:cubicBezTo>
                    <a:pt x="12457" y="5418"/>
                    <a:pt x="12999" y="4939"/>
                    <a:pt x="13289" y="4343"/>
                  </a:cubicBezTo>
                  <a:cubicBezTo>
                    <a:pt x="13604" y="3696"/>
                    <a:pt x="13621" y="2936"/>
                    <a:pt x="13338" y="2145"/>
                  </a:cubicBezTo>
                  <a:cubicBezTo>
                    <a:pt x="13204" y="1772"/>
                    <a:pt x="12999" y="1275"/>
                    <a:pt x="12562" y="1275"/>
                  </a:cubicBezTo>
                  <a:cubicBezTo>
                    <a:pt x="12553" y="1275"/>
                    <a:pt x="12544" y="1275"/>
                    <a:pt x="12535" y="1275"/>
                  </a:cubicBezTo>
                  <a:cubicBezTo>
                    <a:pt x="12234" y="1285"/>
                    <a:pt x="12010" y="1560"/>
                    <a:pt x="11854" y="1861"/>
                  </a:cubicBezTo>
                  <a:cubicBezTo>
                    <a:pt x="11434" y="1148"/>
                    <a:pt x="10578" y="44"/>
                    <a:pt x="9272" y="3"/>
                  </a:cubicBezTo>
                  <a:cubicBezTo>
                    <a:pt x="9242" y="2"/>
                    <a:pt x="9202" y="0"/>
                    <a:pt x="9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3811;p64">
              <a:extLst>
                <a:ext uri="{FF2B5EF4-FFF2-40B4-BE49-F238E27FC236}">
                  <a16:creationId xmlns:a16="http://schemas.microsoft.com/office/drawing/2014/main" id="{7346E55B-358D-7386-34DC-FE2C6FE9DF9E}"/>
                </a:ext>
              </a:extLst>
            </p:cNvPr>
            <p:cNvSpPr/>
            <p:nvPr/>
          </p:nvSpPr>
          <p:spPr>
            <a:xfrm>
              <a:off x="1588150" y="2265250"/>
              <a:ext cx="228125" cy="98050"/>
            </a:xfrm>
            <a:custGeom>
              <a:avLst/>
              <a:gdLst/>
              <a:ahLst/>
              <a:cxnLst/>
              <a:rect l="l" t="t" r="r" b="b"/>
              <a:pathLst>
                <a:path w="9125" h="3922" extrusionOk="0">
                  <a:moveTo>
                    <a:pt x="4273" y="1"/>
                  </a:moveTo>
                  <a:cubicBezTo>
                    <a:pt x="2981" y="1"/>
                    <a:pt x="2081" y="499"/>
                    <a:pt x="1524" y="955"/>
                  </a:cubicBezTo>
                  <a:cubicBezTo>
                    <a:pt x="651" y="1673"/>
                    <a:pt x="69" y="2752"/>
                    <a:pt x="5" y="3771"/>
                  </a:cubicBezTo>
                  <a:cubicBezTo>
                    <a:pt x="0" y="3849"/>
                    <a:pt x="60" y="3917"/>
                    <a:pt x="139" y="3922"/>
                  </a:cubicBezTo>
                  <a:lnTo>
                    <a:pt x="149" y="3922"/>
                  </a:lnTo>
                  <a:cubicBezTo>
                    <a:pt x="223" y="3922"/>
                    <a:pt x="286" y="3863"/>
                    <a:pt x="291" y="3788"/>
                  </a:cubicBezTo>
                  <a:cubicBezTo>
                    <a:pt x="349" y="2862"/>
                    <a:pt x="904" y="1837"/>
                    <a:pt x="1706" y="1178"/>
                  </a:cubicBezTo>
                  <a:cubicBezTo>
                    <a:pt x="2223" y="752"/>
                    <a:pt x="3063" y="288"/>
                    <a:pt x="4270" y="288"/>
                  </a:cubicBezTo>
                  <a:cubicBezTo>
                    <a:pt x="4484" y="288"/>
                    <a:pt x="4710" y="303"/>
                    <a:pt x="4947" y="335"/>
                  </a:cubicBezTo>
                  <a:cubicBezTo>
                    <a:pt x="6182" y="499"/>
                    <a:pt x="7074" y="549"/>
                    <a:pt x="7702" y="549"/>
                  </a:cubicBezTo>
                  <a:cubicBezTo>
                    <a:pt x="8636" y="549"/>
                    <a:pt x="8985" y="438"/>
                    <a:pt x="9008" y="431"/>
                  </a:cubicBezTo>
                  <a:cubicBezTo>
                    <a:pt x="9084" y="405"/>
                    <a:pt x="9125" y="324"/>
                    <a:pt x="9099" y="249"/>
                  </a:cubicBezTo>
                  <a:cubicBezTo>
                    <a:pt x="9080" y="189"/>
                    <a:pt x="9024" y="151"/>
                    <a:pt x="8963" y="151"/>
                  </a:cubicBezTo>
                  <a:cubicBezTo>
                    <a:pt x="8948" y="151"/>
                    <a:pt x="8933" y="153"/>
                    <a:pt x="8919" y="158"/>
                  </a:cubicBezTo>
                  <a:cubicBezTo>
                    <a:pt x="8913" y="160"/>
                    <a:pt x="8583" y="261"/>
                    <a:pt x="7699" y="261"/>
                  </a:cubicBezTo>
                  <a:cubicBezTo>
                    <a:pt x="7086" y="261"/>
                    <a:pt x="6206" y="212"/>
                    <a:pt x="4984" y="49"/>
                  </a:cubicBezTo>
                  <a:cubicBezTo>
                    <a:pt x="4735" y="16"/>
                    <a:pt x="4498" y="1"/>
                    <a:pt x="42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3812;p64">
              <a:extLst>
                <a:ext uri="{FF2B5EF4-FFF2-40B4-BE49-F238E27FC236}">
                  <a16:creationId xmlns:a16="http://schemas.microsoft.com/office/drawing/2014/main" id="{139A6062-06C0-61B1-4CB1-E85626AABEA5}"/>
                </a:ext>
              </a:extLst>
            </p:cNvPr>
            <p:cNvSpPr/>
            <p:nvPr/>
          </p:nvSpPr>
          <p:spPr>
            <a:xfrm>
              <a:off x="1603850" y="2350400"/>
              <a:ext cx="199200" cy="66725"/>
            </a:xfrm>
            <a:custGeom>
              <a:avLst/>
              <a:gdLst/>
              <a:ahLst/>
              <a:cxnLst/>
              <a:rect l="l" t="t" r="r" b="b"/>
              <a:pathLst>
                <a:path w="7968" h="2669" extrusionOk="0">
                  <a:moveTo>
                    <a:pt x="2150" y="0"/>
                  </a:moveTo>
                  <a:cubicBezTo>
                    <a:pt x="1435" y="0"/>
                    <a:pt x="771" y="305"/>
                    <a:pt x="396" y="825"/>
                  </a:cubicBezTo>
                  <a:cubicBezTo>
                    <a:pt x="30" y="1333"/>
                    <a:pt x="0" y="1960"/>
                    <a:pt x="314" y="2589"/>
                  </a:cubicBezTo>
                  <a:cubicBezTo>
                    <a:pt x="338" y="2638"/>
                    <a:pt x="388" y="2668"/>
                    <a:pt x="442" y="2669"/>
                  </a:cubicBezTo>
                  <a:lnTo>
                    <a:pt x="444" y="2669"/>
                  </a:lnTo>
                  <a:cubicBezTo>
                    <a:pt x="550" y="2669"/>
                    <a:pt x="619" y="2556"/>
                    <a:pt x="572" y="2461"/>
                  </a:cubicBezTo>
                  <a:cubicBezTo>
                    <a:pt x="306" y="1932"/>
                    <a:pt x="327" y="1410"/>
                    <a:pt x="629" y="991"/>
                  </a:cubicBezTo>
                  <a:cubicBezTo>
                    <a:pt x="946" y="552"/>
                    <a:pt x="1536" y="287"/>
                    <a:pt x="2161" y="287"/>
                  </a:cubicBezTo>
                  <a:cubicBezTo>
                    <a:pt x="2265" y="287"/>
                    <a:pt x="2369" y="294"/>
                    <a:pt x="2474" y="309"/>
                  </a:cubicBezTo>
                  <a:cubicBezTo>
                    <a:pt x="2963" y="380"/>
                    <a:pt x="3726" y="403"/>
                    <a:pt x="4525" y="403"/>
                  </a:cubicBezTo>
                  <a:cubicBezTo>
                    <a:pt x="6060" y="403"/>
                    <a:pt x="7725" y="317"/>
                    <a:pt x="7831" y="311"/>
                  </a:cubicBezTo>
                  <a:cubicBezTo>
                    <a:pt x="7909" y="304"/>
                    <a:pt x="7968" y="238"/>
                    <a:pt x="7964" y="159"/>
                  </a:cubicBezTo>
                  <a:cubicBezTo>
                    <a:pt x="7959" y="84"/>
                    <a:pt x="7897" y="25"/>
                    <a:pt x="7822" y="25"/>
                  </a:cubicBezTo>
                  <a:cubicBezTo>
                    <a:pt x="7820" y="25"/>
                    <a:pt x="7818" y="25"/>
                    <a:pt x="7815" y="25"/>
                  </a:cubicBezTo>
                  <a:cubicBezTo>
                    <a:pt x="7790" y="27"/>
                    <a:pt x="6070" y="116"/>
                    <a:pt x="4508" y="116"/>
                  </a:cubicBezTo>
                  <a:cubicBezTo>
                    <a:pt x="3725" y="116"/>
                    <a:pt x="2982" y="93"/>
                    <a:pt x="2512" y="26"/>
                  </a:cubicBezTo>
                  <a:cubicBezTo>
                    <a:pt x="2391" y="9"/>
                    <a:pt x="2270" y="0"/>
                    <a:pt x="2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3813;p64">
              <a:extLst>
                <a:ext uri="{FF2B5EF4-FFF2-40B4-BE49-F238E27FC236}">
                  <a16:creationId xmlns:a16="http://schemas.microsoft.com/office/drawing/2014/main" id="{7B2E8309-6C0B-A31C-775B-3297A7CC1C42}"/>
                </a:ext>
              </a:extLst>
            </p:cNvPr>
            <p:cNvSpPr/>
            <p:nvPr/>
          </p:nvSpPr>
          <p:spPr>
            <a:xfrm>
              <a:off x="1651675" y="2252325"/>
              <a:ext cx="291475" cy="354275"/>
            </a:xfrm>
            <a:custGeom>
              <a:avLst/>
              <a:gdLst/>
              <a:ahLst/>
              <a:cxnLst/>
              <a:rect l="l" t="t" r="r" b="b"/>
              <a:pathLst>
                <a:path w="11659" h="14171" extrusionOk="0">
                  <a:moveTo>
                    <a:pt x="8654" y="1"/>
                  </a:moveTo>
                  <a:lnTo>
                    <a:pt x="5666" y="1463"/>
                  </a:lnTo>
                  <a:cubicBezTo>
                    <a:pt x="5666" y="1463"/>
                    <a:pt x="6447" y="4082"/>
                    <a:pt x="6471" y="4613"/>
                  </a:cubicBezTo>
                  <a:cubicBezTo>
                    <a:pt x="6494" y="5142"/>
                    <a:pt x="4386" y="5502"/>
                    <a:pt x="4386" y="5502"/>
                  </a:cubicBezTo>
                  <a:lnTo>
                    <a:pt x="4072" y="7375"/>
                  </a:lnTo>
                  <a:lnTo>
                    <a:pt x="3278" y="7411"/>
                  </a:lnTo>
                  <a:cubicBezTo>
                    <a:pt x="3278" y="7411"/>
                    <a:pt x="2832" y="6369"/>
                    <a:pt x="2261" y="5465"/>
                  </a:cubicBezTo>
                  <a:cubicBezTo>
                    <a:pt x="2024" y="5092"/>
                    <a:pt x="1597" y="4976"/>
                    <a:pt x="1176" y="4969"/>
                  </a:cubicBezTo>
                  <a:cubicBezTo>
                    <a:pt x="1168" y="4969"/>
                    <a:pt x="1160" y="4969"/>
                    <a:pt x="1152" y="4969"/>
                  </a:cubicBezTo>
                  <a:cubicBezTo>
                    <a:pt x="506" y="4969"/>
                    <a:pt x="0" y="5532"/>
                    <a:pt x="72" y="6178"/>
                  </a:cubicBezTo>
                  <a:cubicBezTo>
                    <a:pt x="130" y="6694"/>
                    <a:pt x="222" y="7294"/>
                    <a:pt x="368" y="7673"/>
                  </a:cubicBezTo>
                  <a:cubicBezTo>
                    <a:pt x="668" y="8456"/>
                    <a:pt x="2041" y="9457"/>
                    <a:pt x="2041" y="9457"/>
                  </a:cubicBezTo>
                  <a:lnTo>
                    <a:pt x="3231" y="12324"/>
                  </a:lnTo>
                  <a:lnTo>
                    <a:pt x="9421" y="14171"/>
                  </a:lnTo>
                  <a:lnTo>
                    <a:pt x="9944" y="14015"/>
                  </a:lnTo>
                  <a:lnTo>
                    <a:pt x="10220" y="8294"/>
                  </a:lnTo>
                  <a:lnTo>
                    <a:pt x="11659" y="7831"/>
                  </a:lnTo>
                  <a:lnTo>
                    <a:pt x="9669" y="4868"/>
                  </a:lnTo>
                  <a:cubicBezTo>
                    <a:pt x="9669" y="4868"/>
                    <a:pt x="10163" y="4049"/>
                    <a:pt x="10115" y="2989"/>
                  </a:cubicBezTo>
                  <a:cubicBezTo>
                    <a:pt x="10067" y="1929"/>
                    <a:pt x="8654" y="1"/>
                    <a:pt x="8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3814;p64">
              <a:extLst>
                <a:ext uri="{FF2B5EF4-FFF2-40B4-BE49-F238E27FC236}">
                  <a16:creationId xmlns:a16="http://schemas.microsoft.com/office/drawing/2014/main" id="{5BE42546-7D2C-4D5E-7727-5A68883D62F8}"/>
                </a:ext>
              </a:extLst>
            </p:cNvPr>
            <p:cNvSpPr/>
            <p:nvPr/>
          </p:nvSpPr>
          <p:spPr>
            <a:xfrm>
              <a:off x="1645275" y="2245200"/>
              <a:ext cx="306475" cy="368600"/>
            </a:xfrm>
            <a:custGeom>
              <a:avLst/>
              <a:gdLst/>
              <a:ahLst/>
              <a:cxnLst/>
              <a:rect l="l" t="t" r="r" b="b"/>
              <a:pathLst>
                <a:path w="12259" h="14744" extrusionOk="0">
                  <a:moveTo>
                    <a:pt x="8819" y="650"/>
                  </a:moveTo>
                  <a:cubicBezTo>
                    <a:pt x="9257" y="1284"/>
                    <a:pt x="10054" y="2573"/>
                    <a:pt x="10086" y="3287"/>
                  </a:cubicBezTo>
                  <a:cubicBezTo>
                    <a:pt x="10128" y="4242"/>
                    <a:pt x="9685" y="4998"/>
                    <a:pt x="9680" y="5006"/>
                  </a:cubicBezTo>
                  <a:cubicBezTo>
                    <a:pt x="9624" y="5101"/>
                    <a:pt x="9626" y="5220"/>
                    <a:pt x="9688" y="5312"/>
                  </a:cubicBezTo>
                  <a:lnTo>
                    <a:pt x="11466" y="7961"/>
                  </a:lnTo>
                  <a:lnTo>
                    <a:pt x="10389" y="8307"/>
                  </a:lnTo>
                  <a:cubicBezTo>
                    <a:pt x="10275" y="8344"/>
                    <a:pt x="10196" y="8447"/>
                    <a:pt x="10190" y="8566"/>
                  </a:cubicBezTo>
                  <a:lnTo>
                    <a:pt x="9925" y="14084"/>
                  </a:lnTo>
                  <a:lnTo>
                    <a:pt x="9677" y="14159"/>
                  </a:lnTo>
                  <a:lnTo>
                    <a:pt x="3700" y="12375"/>
                  </a:lnTo>
                  <a:lnTo>
                    <a:pt x="2561" y="9632"/>
                  </a:lnTo>
                  <a:cubicBezTo>
                    <a:pt x="2540" y="9583"/>
                    <a:pt x="2507" y="9542"/>
                    <a:pt x="2465" y="9510"/>
                  </a:cubicBezTo>
                  <a:cubicBezTo>
                    <a:pt x="2102" y="9246"/>
                    <a:pt x="1113" y="8434"/>
                    <a:pt x="891" y="7856"/>
                  </a:cubicBezTo>
                  <a:cubicBezTo>
                    <a:pt x="779" y="7565"/>
                    <a:pt x="683" y="7073"/>
                    <a:pt x="612" y="6430"/>
                  </a:cubicBezTo>
                  <a:cubicBezTo>
                    <a:pt x="585" y="6201"/>
                    <a:pt x="659" y="5972"/>
                    <a:pt x="815" y="5803"/>
                  </a:cubicBezTo>
                  <a:cubicBezTo>
                    <a:pt x="968" y="5635"/>
                    <a:pt x="1182" y="5540"/>
                    <a:pt x="1408" y="5540"/>
                  </a:cubicBezTo>
                  <a:cubicBezTo>
                    <a:pt x="1414" y="5540"/>
                    <a:pt x="1419" y="5540"/>
                    <a:pt x="1425" y="5540"/>
                  </a:cubicBezTo>
                  <a:cubicBezTo>
                    <a:pt x="1842" y="5547"/>
                    <a:pt x="2128" y="5668"/>
                    <a:pt x="2275" y="5902"/>
                  </a:cubicBezTo>
                  <a:cubicBezTo>
                    <a:pt x="2826" y="6774"/>
                    <a:pt x="3266" y="7797"/>
                    <a:pt x="3270" y="7807"/>
                  </a:cubicBezTo>
                  <a:cubicBezTo>
                    <a:pt x="3313" y="7909"/>
                    <a:pt x="3410" y="7983"/>
                    <a:pt x="3518" y="7983"/>
                  </a:cubicBezTo>
                  <a:cubicBezTo>
                    <a:pt x="3528" y="7983"/>
                    <a:pt x="3537" y="7983"/>
                    <a:pt x="3546" y="7981"/>
                  </a:cubicBezTo>
                  <a:lnTo>
                    <a:pt x="4341" y="7946"/>
                  </a:lnTo>
                  <a:cubicBezTo>
                    <a:pt x="4475" y="7939"/>
                    <a:pt x="4588" y="7841"/>
                    <a:pt x="4610" y="7707"/>
                  </a:cubicBezTo>
                  <a:lnTo>
                    <a:pt x="4891" y="6034"/>
                  </a:lnTo>
                  <a:cubicBezTo>
                    <a:pt x="5919" y="5841"/>
                    <a:pt x="7040" y="5491"/>
                    <a:pt x="7013" y="4884"/>
                  </a:cubicBezTo>
                  <a:cubicBezTo>
                    <a:pt x="6991" y="4414"/>
                    <a:pt x="6464" y="2580"/>
                    <a:pt x="6265" y="1898"/>
                  </a:cubicBezTo>
                  <a:lnTo>
                    <a:pt x="8819" y="650"/>
                  </a:lnTo>
                  <a:close/>
                  <a:moveTo>
                    <a:pt x="8909" y="1"/>
                  </a:moveTo>
                  <a:cubicBezTo>
                    <a:pt x="8867" y="1"/>
                    <a:pt x="8824" y="10"/>
                    <a:pt x="8784" y="29"/>
                  </a:cubicBezTo>
                  <a:lnTo>
                    <a:pt x="5795" y="1492"/>
                  </a:lnTo>
                  <a:cubicBezTo>
                    <a:pt x="5670" y="1553"/>
                    <a:pt x="5607" y="1697"/>
                    <a:pt x="5648" y="1830"/>
                  </a:cubicBezTo>
                  <a:cubicBezTo>
                    <a:pt x="5958" y="2869"/>
                    <a:pt x="6425" y="4548"/>
                    <a:pt x="6447" y="4879"/>
                  </a:cubicBezTo>
                  <a:cubicBezTo>
                    <a:pt x="6352" y="5058"/>
                    <a:pt x="5470" y="5357"/>
                    <a:pt x="4593" y="5507"/>
                  </a:cubicBezTo>
                  <a:cubicBezTo>
                    <a:pt x="4474" y="5527"/>
                    <a:pt x="4381" y="5621"/>
                    <a:pt x="4360" y="5741"/>
                  </a:cubicBezTo>
                  <a:lnTo>
                    <a:pt x="4085" y="7386"/>
                  </a:lnTo>
                  <a:lnTo>
                    <a:pt x="3716" y="7401"/>
                  </a:lnTo>
                  <a:cubicBezTo>
                    <a:pt x="3560" y="7059"/>
                    <a:pt x="3199" y="6294"/>
                    <a:pt x="2758" y="5596"/>
                  </a:cubicBezTo>
                  <a:cubicBezTo>
                    <a:pt x="2581" y="5317"/>
                    <a:pt x="2210" y="4981"/>
                    <a:pt x="1437" y="4969"/>
                  </a:cubicBezTo>
                  <a:cubicBezTo>
                    <a:pt x="1045" y="4975"/>
                    <a:pt x="659" y="5125"/>
                    <a:pt x="392" y="5417"/>
                  </a:cubicBezTo>
                  <a:cubicBezTo>
                    <a:pt x="127" y="5709"/>
                    <a:pt x="0" y="6101"/>
                    <a:pt x="44" y="6494"/>
                  </a:cubicBezTo>
                  <a:cubicBezTo>
                    <a:pt x="121" y="7193"/>
                    <a:pt x="226" y="7721"/>
                    <a:pt x="357" y="8061"/>
                  </a:cubicBezTo>
                  <a:cubicBezTo>
                    <a:pt x="650" y="8825"/>
                    <a:pt x="1757" y="9695"/>
                    <a:pt x="2064" y="9926"/>
                  </a:cubicBezTo>
                  <a:lnTo>
                    <a:pt x="3223" y="12719"/>
                  </a:lnTo>
                  <a:cubicBezTo>
                    <a:pt x="3257" y="12799"/>
                    <a:pt x="3323" y="12859"/>
                    <a:pt x="3405" y="12884"/>
                  </a:cubicBezTo>
                  <a:lnTo>
                    <a:pt x="9595" y="14732"/>
                  </a:lnTo>
                  <a:cubicBezTo>
                    <a:pt x="9621" y="14739"/>
                    <a:pt x="9649" y="14743"/>
                    <a:pt x="9677" y="14743"/>
                  </a:cubicBezTo>
                  <a:cubicBezTo>
                    <a:pt x="9704" y="14743"/>
                    <a:pt x="9731" y="14741"/>
                    <a:pt x="9758" y="14733"/>
                  </a:cubicBezTo>
                  <a:lnTo>
                    <a:pt x="10282" y="14576"/>
                  </a:lnTo>
                  <a:cubicBezTo>
                    <a:pt x="10398" y="14542"/>
                    <a:pt x="10480" y="14437"/>
                    <a:pt x="10486" y="14316"/>
                  </a:cubicBezTo>
                  <a:lnTo>
                    <a:pt x="10751" y="8793"/>
                  </a:lnTo>
                  <a:lnTo>
                    <a:pt x="12002" y="8392"/>
                  </a:lnTo>
                  <a:cubicBezTo>
                    <a:pt x="12184" y="8333"/>
                    <a:pt x="12258" y="8116"/>
                    <a:pt x="12152" y="7958"/>
                  </a:cubicBezTo>
                  <a:lnTo>
                    <a:pt x="10257" y="5136"/>
                  </a:lnTo>
                  <a:cubicBezTo>
                    <a:pt x="10408" y="4828"/>
                    <a:pt x="10696" y="4121"/>
                    <a:pt x="10656" y="3261"/>
                  </a:cubicBezTo>
                  <a:cubicBezTo>
                    <a:pt x="10607" y="2129"/>
                    <a:pt x="9201" y="199"/>
                    <a:pt x="9140" y="118"/>
                  </a:cubicBezTo>
                  <a:cubicBezTo>
                    <a:pt x="9085" y="42"/>
                    <a:pt x="8998" y="1"/>
                    <a:pt x="8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3815;p64">
              <a:extLst>
                <a:ext uri="{FF2B5EF4-FFF2-40B4-BE49-F238E27FC236}">
                  <a16:creationId xmlns:a16="http://schemas.microsoft.com/office/drawing/2014/main" id="{FBB11F07-3F1C-6F91-6C31-8B4260D64F94}"/>
                </a:ext>
              </a:extLst>
            </p:cNvPr>
            <p:cNvSpPr/>
            <p:nvPr/>
          </p:nvSpPr>
          <p:spPr>
            <a:xfrm>
              <a:off x="1651675" y="2276200"/>
              <a:ext cx="207225" cy="315875"/>
            </a:xfrm>
            <a:custGeom>
              <a:avLst/>
              <a:gdLst/>
              <a:ahLst/>
              <a:cxnLst/>
              <a:rect l="l" t="t" r="r" b="b"/>
              <a:pathLst>
                <a:path w="8289" h="12635" extrusionOk="0">
                  <a:moveTo>
                    <a:pt x="6704" y="0"/>
                  </a:moveTo>
                  <a:lnTo>
                    <a:pt x="5666" y="508"/>
                  </a:lnTo>
                  <a:cubicBezTo>
                    <a:pt x="5666" y="508"/>
                    <a:pt x="6447" y="3127"/>
                    <a:pt x="6471" y="3658"/>
                  </a:cubicBezTo>
                  <a:cubicBezTo>
                    <a:pt x="6494" y="4187"/>
                    <a:pt x="4386" y="4547"/>
                    <a:pt x="4386" y="4547"/>
                  </a:cubicBezTo>
                  <a:lnTo>
                    <a:pt x="4072" y="6420"/>
                  </a:lnTo>
                  <a:lnTo>
                    <a:pt x="3278" y="6456"/>
                  </a:lnTo>
                  <a:cubicBezTo>
                    <a:pt x="3278" y="6456"/>
                    <a:pt x="2832" y="5414"/>
                    <a:pt x="2261" y="4510"/>
                  </a:cubicBezTo>
                  <a:cubicBezTo>
                    <a:pt x="2024" y="4137"/>
                    <a:pt x="1597" y="4021"/>
                    <a:pt x="1176" y="4014"/>
                  </a:cubicBezTo>
                  <a:cubicBezTo>
                    <a:pt x="1168" y="4014"/>
                    <a:pt x="1160" y="4014"/>
                    <a:pt x="1152" y="4014"/>
                  </a:cubicBezTo>
                  <a:cubicBezTo>
                    <a:pt x="506" y="4014"/>
                    <a:pt x="0" y="4577"/>
                    <a:pt x="72" y="5223"/>
                  </a:cubicBezTo>
                  <a:cubicBezTo>
                    <a:pt x="130" y="5739"/>
                    <a:pt x="222" y="6339"/>
                    <a:pt x="368" y="6718"/>
                  </a:cubicBezTo>
                  <a:cubicBezTo>
                    <a:pt x="668" y="7501"/>
                    <a:pt x="2041" y="8502"/>
                    <a:pt x="2041" y="8502"/>
                  </a:cubicBezTo>
                  <a:lnTo>
                    <a:pt x="3231" y="11369"/>
                  </a:lnTo>
                  <a:lnTo>
                    <a:pt x="7468" y="12634"/>
                  </a:lnTo>
                  <a:cubicBezTo>
                    <a:pt x="7218" y="11190"/>
                    <a:pt x="6784" y="8842"/>
                    <a:pt x="6458" y="8028"/>
                  </a:cubicBezTo>
                  <a:cubicBezTo>
                    <a:pt x="5975" y="6821"/>
                    <a:pt x="7545" y="4649"/>
                    <a:pt x="8028" y="3201"/>
                  </a:cubicBezTo>
                  <a:cubicBezTo>
                    <a:pt x="8288" y="2417"/>
                    <a:pt x="7491" y="1073"/>
                    <a:pt x="6704" y="0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3816;p64">
              <a:extLst>
                <a:ext uri="{FF2B5EF4-FFF2-40B4-BE49-F238E27FC236}">
                  <a16:creationId xmlns:a16="http://schemas.microsoft.com/office/drawing/2014/main" id="{5F8193BB-2543-9926-0AFC-81383D7BBD09}"/>
                </a:ext>
              </a:extLst>
            </p:cNvPr>
            <p:cNvSpPr/>
            <p:nvPr/>
          </p:nvSpPr>
          <p:spPr>
            <a:xfrm>
              <a:off x="1651675" y="2276200"/>
              <a:ext cx="207225" cy="315875"/>
            </a:xfrm>
            <a:custGeom>
              <a:avLst/>
              <a:gdLst/>
              <a:ahLst/>
              <a:cxnLst/>
              <a:rect l="l" t="t" r="r" b="b"/>
              <a:pathLst>
                <a:path w="8289" h="12635" extrusionOk="0">
                  <a:moveTo>
                    <a:pt x="6704" y="0"/>
                  </a:moveTo>
                  <a:lnTo>
                    <a:pt x="5666" y="508"/>
                  </a:lnTo>
                  <a:cubicBezTo>
                    <a:pt x="5666" y="508"/>
                    <a:pt x="6447" y="3127"/>
                    <a:pt x="6471" y="3658"/>
                  </a:cubicBezTo>
                  <a:cubicBezTo>
                    <a:pt x="6494" y="4187"/>
                    <a:pt x="4386" y="4547"/>
                    <a:pt x="4386" y="4547"/>
                  </a:cubicBezTo>
                  <a:lnTo>
                    <a:pt x="4072" y="6420"/>
                  </a:lnTo>
                  <a:lnTo>
                    <a:pt x="3278" y="6456"/>
                  </a:lnTo>
                  <a:cubicBezTo>
                    <a:pt x="3278" y="6456"/>
                    <a:pt x="2832" y="5414"/>
                    <a:pt x="2261" y="4510"/>
                  </a:cubicBezTo>
                  <a:cubicBezTo>
                    <a:pt x="2024" y="4137"/>
                    <a:pt x="1597" y="4021"/>
                    <a:pt x="1176" y="4014"/>
                  </a:cubicBezTo>
                  <a:cubicBezTo>
                    <a:pt x="1168" y="4014"/>
                    <a:pt x="1160" y="4014"/>
                    <a:pt x="1152" y="4014"/>
                  </a:cubicBezTo>
                  <a:cubicBezTo>
                    <a:pt x="506" y="4014"/>
                    <a:pt x="0" y="4577"/>
                    <a:pt x="72" y="5223"/>
                  </a:cubicBezTo>
                  <a:cubicBezTo>
                    <a:pt x="130" y="5739"/>
                    <a:pt x="222" y="6339"/>
                    <a:pt x="368" y="6718"/>
                  </a:cubicBezTo>
                  <a:cubicBezTo>
                    <a:pt x="668" y="7501"/>
                    <a:pt x="2041" y="8502"/>
                    <a:pt x="2041" y="8502"/>
                  </a:cubicBezTo>
                  <a:lnTo>
                    <a:pt x="3231" y="11369"/>
                  </a:lnTo>
                  <a:lnTo>
                    <a:pt x="7468" y="12634"/>
                  </a:lnTo>
                  <a:cubicBezTo>
                    <a:pt x="7218" y="11190"/>
                    <a:pt x="6784" y="8842"/>
                    <a:pt x="6458" y="8028"/>
                  </a:cubicBezTo>
                  <a:cubicBezTo>
                    <a:pt x="5975" y="6821"/>
                    <a:pt x="7545" y="4649"/>
                    <a:pt x="8028" y="3201"/>
                  </a:cubicBezTo>
                  <a:cubicBezTo>
                    <a:pt x="8288" y="2417"/>
                    <a:pt x="7491" y="1073"/>
                    <a:pt x="670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3817;p64">
              <a:extLst>
                <a:ext uri="{FF2B5EF4-FFF2-40B4-BE49-F238E27FC236}">
                  <a16:creationId xmlns:a16="http://schemas.microsoft.com/office/drawing/2014/main" id="{6A438364-F061-908B-486F-A6B8DB632C1E}"/>
                </a:ext>
              </a:extLst>
            </p:cNvPr>
            <p:cNvSpPr/>
            <p:nvPr/>
          </p:nvSpPr>
          <p:spPr>
            <a:xfrm>
              <a:off x="1856600" y="2365175"/>
              <a:ext cx="15250" cy="41925"/>
            </a:xfrm>
            <a:custGeom>
              <a:avLst/>
              <a:gdLst/>
              <a:ahLst/>
              <a:cxnLst/>
              <a:rect l="l" t="t" r="r" b="b"/>
              <a:pathLst>
                <a:path w="610" h="1677" extrusionOk="0">
                  <a:moveTo>
                    <a:pt x="304" y="0"/>
                  </a:moveTo>
                  <a:cubicBezTo>
                    <a:pt x="136" y="0"/>
                    <a:pt x="0" y="376"/>
                    <a:pt x="0" y="839"/>
                  </a:cubicBezTo>
                  <a:cubicBezTo>
                    <a:pt x="0" y="1301"/>
                    <a:pt x="136" y="1677"/>
                    <a:pt x="304" y="1677"/>
                  </a:cubicBezTo>
                  <a:cubicBezTo>
                    <a:pt x="472" y="1677"/>
                    <a:pt x="609" y="1301"/>
                    <a:pt x="609" y="839"/>
                  </a:cubicBezTo>
                  <a:cubicBezTo>
                    <a:pt x="609" y="375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3818;p64">
              <a:extLst>
                <a:ext uri="{FF2B5EF4-FFF2-40B4-BE49-F238E27FC236}">
                  <a16:creationId xmlns:a16="http://schemas.microsoft.com/office/drawing/2014/main" id="{ECE6D9D3-03A5-2B2E-CECF-AC833E47C088}"/>
                </a:ext>
              </a:extLst>
            </p:cNvPr>
            <p:cNvSpPr/>
            <p:nvPr/>
          </p:nvSpPr>
          <p:spPr>
            <a:xfrm>
              <a:off x="1832850" y="2314700"/>
              <a:ext cx="55550" cy="39000"/>
            </a:xfrm>
            <a:custGeom>
              <a:avLst/>
              <a:gdLst/>
              <a:ahLst/>
              <a:cxnLst/>
              <a:rect l="l" t="t" r="r" b="b"/>
              <a:pathLst>
                <a:path w="2222" h="1560" extrusionOk="0">
                  <a:moveTo>
                    <a:pt x="1441" y="0"/>
                  </a:moveTo>
                  <a:cubicBezTo>
                    <a:pt x="1001" y="0"/>
                    <a:pt x="569" y="366"/>
                    <a:pt x="114" y="1126"/>
                  </a:cubicBezTo>
                  <a:cubicBezTo>
                    <a:pt x="1" y="1317"/>
                    <a:pt x="137" y="1558"/>
                    <a:pt x="358" y="1559"/>
                  </a:cubicBezTo>
                  <a:cubicBezTo>
                    <a:pt x="458" y="1559"/>
                    <a:pt x="552" y="1507"/>
                    <a:pt x="604" y="1421"/>
                  </a:cubicBezTo>
                  <a:cubicBezTo>
                    <a:pt x="1067" y="649"/>
                    <a:pt x="1334" y="572"/>
                    <a:pt x="1434" y="572"/>
                  </a:cubicBezTo>
                  <a:cubicBezTo>
                    <a:pt x="1436" y="572"/>
                    <a:pt x="1439" y="572"/>
                    <a:pt x="1441" y="572"/>
                  </a:cubicBezTo>
                  <a:cubicBezTo>
                    <a:pt x="1555" y="576"/>
                    <a:pt x="1635" y="715"/>
                    <a:pt x="1640" y="722"/>
                  </a:cubicBezTo>
                  <a:cubicBezTo>
                    <a:pt x="1690" y="822"/>
                    <a:pt x="1790" y="879"/>
                    <a:pt x="1895" y="879"/>
                  </a:cubicBezTo>
                  <a:cubicBezTo>
                    <a:pt x="1939" y="879"/>
                    <a:pt x="1983" y="869"/>
                    <a:pt x="2024" y="848"/>
                  </a:cubicBezTo>
                  <a:cubicBezTo>
                    <a:pt x="2165" y="776"/>
                    <a:pt x="2222" y="604"/>
                    <a:pt x="2150" y="464"/>
                  </a:cubicBezTo>
                  <a:cubicBezTo>
                    <a:pt x="2068" y="298"/>
                    <a:pt x="1831" y="15"/>
                    <a:pt x="1466" y="1"/>
                  </a:cubicBezTo>
                  <a:cubicBezTo>
                    <a:pt x="1457" y="1"/>
                    <a:pt x="1449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3819;p64">
              <a:extLst>
                <a:ext uri="{FF2B5EF4-FFF2-40B4-BE49-F238E27FC236}">
                  <a16:creationId xmlns:a16="http://schemas.microsoft.com/office/drawing/2014/main" id="{1C6C68A2-A501-CBA0-05F4-A97EE36733A5}"/>
                </a:ext>
              </a:extLst>
            </p:cNvPr>
            <p:cNvSpPr/>
            <p:nvPr/>
          </p:nvSpPr>
          <p:spPr>
            <a:xfrm>
              <a:off x="1858875" y="2491475"/>
              <a:ext cx="19225" cy="27725"/>
            </a:xfrm>
            <a:custGeom>
              <a:avLst/>
              <a:gdLst/>
              <a:ahLst/>
              <a:cxnLst/>
              <a:rect l="l" t="t" r="r" b="b"/>
              <a:pathLst>
                <a:path w="769" h="1109" extrusionOk="0">
                  <a:moveTo>
                    <a:pt x="384" y="0"/>
                  </a:moveTo>
                  <a:cubicBezTo>
                    <a:pt x="171" y="0"/>
                    <a:pt x="0" y="249"/>
                    <a:pt x="0" y="554"/>
                  </a:cubicBezTo>
                  <a:cubicBezTo>
                    <a:pt x="0" y="860"/>
                    <a:pt x="172" y="1109"/>
                    <a:pt x="384" y="1109"/>
                  </a:cubicBezTo>
                  <a:cubicBezTo>
                    <a:pt x="596" y="1109"/>
                    <a:pt x="768" y="860"/>
                    <a:pt x="768" y="554"/>
                  </a:cubicBezTo>
                  <a:cubicBezTo>
                    <a:pt x="768" y="248"/>
                    <a:pt x="596" y="0"/>
                    <a:pt x="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3820;p64">
              <a:extLst>
                <a:ext uri="{FF2B5EF4-FFF2-40B4-BE49-F238E27FC236}">
                  <a16:creationId xmlns:a16="http://schemas.microsoft.com/office/drawing/2014/main" id="{976DA9DE-B07F-8613-301D-ADAAC0F76146}"/>
                </a:ext>
              </a:extLst>
            </p:cNvPr>
            <p:cNvSpPr/>
            <p:nvPr/>
          </p:nvSpPr>
          <p:spPr>
            <a:xfrm>
              <a:off x="1599200" y="2539775"/>
              <a:ext cx="112925" cy="215200"/>
            </a:xfrm>
            <a:custGeom>
              <a:avLst/>
              <a:gdLst/>
              <a:ahLst/>
              <a:cxnLst/>
              <a:rect l="l" t="t" r="r" b="b"/>
              <a:pathLst>
                <a:path w="4517" h="8608" extrusionOk="0">
                  <a:moveTo>
                    <a:pt x="1752" y="1"/>
                  </a:moveTo>
                  <a:lnTo>
                    <a:pt x="0" y="1131"/>
                  </a:lnTo>
                  <a:lnTo>
                    <a:pt x="785" y="8608"/>
                  </a:lnTo>
                  <a:lnTo>
                    <a:pt x="4517" y="4685"/>
                  </a:lnTo>
                  <a:lnTo>
                    <a:pt x="1752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3821;p64">
              <a:extLst>
                <a:ext uri="{FF2B5EF4-FFF2-40B4-BE49-F238E27FC236}">
                  <a16:creationId xmlns:a16="http://schemas.microsoft.com/office/drawing/2014/main" id="{0AEB4DEC-CFB1-A3E0-B5D0-962CE54D0B9B}"/>
                </a:ext>
              </a:extLst>
            </p:cNvPr>
            <p:cNvSpPr/>
            <p:nvPr/>
          </p:nvSpPr>
          <p:spPr>
            <a:xfrm>
              <a:off x="1591800" y="2532625"/>
              <a:ext cx="128100" cy="229500"/>
            </a:xfrm>
            <a:custGeom>
              <a:avLst/>
              <a:gdLst/>
              <a:ahLst/>
              <a:cxnLst/>
              <a:rect l="l" t="t" r="r" b="b"/>
              <a:pathLst>
                <a:path w="5124" h="9180" extrusionOk="0">
                  <a:moveTo>
                    <a:pt x="1953" y="688"/>
                  </a:moveTo>
                  <a:lnTo>
                    <a:pt x="4455" y="4931"/>
                  </a:lnTo>
                  <a:lnTo>
                    <a:pt x="1301" y="8247"/>
                  </a:lnTo>
                  <a:lnTo>
                    <a:pt x="599" y="1562"/>
                  </a:lnTo>
                  <a:lnTo>
                    <a:pt x="1953" y="688"/>
                  </a:lnTo>
                  <a:close/>
                  <a:moveTo>
                    <a:pt x="2047" y="0"/>
                  </a:moveTo>
                  <a:cubicBezTo>
                    <a:pt x="1993" y="0"/>
                    <a:pt x="1939" y="16"/>
                    <a:pt x="1893" y="46"/>
                  </a:cubicBezTo>
                  <a:lnTo>
                    <a:pt x="141" y="1176"/>
                  </a:lnTo>
                  <a:cubicBezTo>
                    <a:pt x="50" y="1234"/>
                    <a:pt x="0" y="1339"/>
                    <a:pt x="12" y="1447"/>
                  </a:cubicBezTo>
                  <a:lnTo>
                    <a:pt x="796" y="8923"/>
                  </a:lnTo>
                  <a:cubicBezTo>
                    <a:pt x="809" y="9035"/>
                    <a:pt x="883" y="9128"/>
                    <a:pt x="988" y="9164"/>
                  </a:cubicBezTo>
                  <a:cubicBezTo>
                    <a:pt x="1019" y="9175"/>
                    <a:pt x="1050" y="9180"/>
                    <a:pt x="1082" y="9180"/>
                  </a:cubicBezTo>
                  <a:cubicBezTo>
                    <a:pt x="1160" y="9180"/>
                    <a:pt x="1234" y="9148"/>
                    <a:pt x="1288" y="9091"/>
                  </a:cubicBezTo>
                  <a:lnTo>
                    <a:pt x="5019" y="5168"/>
                  </a:lnTo>
                  <a:cubicBezTo>
                    <a:pt x="5107" y="5075"/>
                    <a:pt x="5124" y="4935"/>
                    <a:pt x="5059" y="4825"/>
                  </a:cubicBezTo>
                  <a:lnTo>
                    <a:pt x="2294" y="141"/>
                  </a:lnTo>
                  <a:cubicBezTo>
                    <a:pt x="2256" y="74"/>
                    <a:pt x="2190" y="27"/>
                    <a:pt x="2115" y="9"/>
                  </a:cubicBezTo>
                  <a:cubicBezTo>
                    <a:pt x="2093" y="3"/>
                    <a:pt x="2070" y="0"/>
                    <a:pt x="2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3822;p64">
              <a:extLst>
                <a:ext uri="{FF2B5EF4-FFF2-40B4-BE49-F238E27FC236}">
                  <a16:creationId xmlns:a16="http://schemas.microsoft.com/office/drawing/2014/main" id="{30678E76-09BC-0FED-F61D-42193C2E0A01}"/>
                </a:ext>
              </a:extLst>
            </p:cNvPr>
            <p:cNvSpPr/>
            <p:nvPr/>
          </p:nvSpPr>
          <p:spPr>
            <a:xfrm>
              <a:off x="1599200" y="2539775"/>
              <a:ext cx="112925" cy="215200"/>
            </a:xfrm>
            <a:custGeom>
              <a:avLst/>
              <a:gdLst/>
              <a:ahLst/>
              <a:cxnLst/>
              <a:rect l="l" t="t" r="r" b="b"/>
              <a:pathLst>
                <a:path w="4517" h="8608" extrusionOk="0">
                  <a:moveTo>
                    <a:pt x="1752" y="1"/>
                  </a:moveTo>
                  <a:lnTo>
                    <a:pt x="0" y="1131"/>
                  </a:lnTo>
                  <a:lnTo>
                    <a:pt x="785" y="8608"/>
                  </a:lnTo>
                  <a:lnTo>
                    <a:pt x="4517" y="4685"/>
                  </a:lnTo>
                  <a:lnTo>
                    <a:pt x="1752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3823;p64">
              <a:extLst>
                <a:ext uri="{FF2B5EF4-FFF2-40B4-BE49-F238E27FC236}">
                  <a16:creationId xmlns:a16="http://schemas.microsoft.com/office/drawing/2014/main" id="{4693DB91-400F-68F0-1547-93C1DE91689D}"/>
                </a:ext>
              </a:extLst>
            </p:cNvPr>
            <p:cNvSpPr/>
            <p:nvPr/>
          </p:nvSpPr>
          <p:spPr>
            <a:xfrm>
              <a:off x="1181700" y="3457400"/>
              <a:ext cx="881575" cy="1568625"/>
            </a:xfrm>
            <a:custGeom>
              <a:avLst/>
              <a:gdLst/>
              <a:ahLst/>
              <a:cxnLst/>
              <a:rect l="l" t="t" r="r" b="b"/>
              <a:pathLst>
                <a:path w="35263" h="62745" extrusionOk="0">
                  <a:moveTo>
                    <a:pt x="1389" y="0"/>
                  </a:moveTo>
                  <a:cubicBezTo>
                    <a:pt x="0" y="5352"/>
                    <a:pt x="283" y="7142"/>
                    <a:pt x="3346" y="11918"/>
                  </a:cubicBezTo>
                  <a:cubicBezTo>
                    <a:pt x="9690" y="21806"/>
                    <a:pt x="26222" y="32054"/>
                    <a:pt x="26222" y="32054"/>
                  </a:cubicBezTo>
                  <a:cubicBezTo>
                    <a:pt x="26222" y="32054"/>
                    <a:pt x="24310" y="39396"/>
                    <a:pt x="24791" y="45547"/>
                  </a:cubicBezTo>
                  <a:cubicBezTo>
                    <a:pt x="25268" y="51630"/>
                    <a:pt x="24743" y="62640"/>
                    <a:pt x="24743" y="62640"/>
                  </a:cubicBezTo>
                  <a:lnTo>
                    <a:pt x="29224" y="62745"/>
                  </a:lnTo>
                  <a:cubicBezTo>
                    <a:pt x="29224" y="62745"/>
                    <a:pt x="34705" y="32960"/>
                    <a:pt x="34985" y="32333"/>
                  </a:cubicBezTo>
                  <a:cubicBezTo>
                    <a:pt x="35263" y="31706"/>
                    <a:pt x="34395" y="29444"/>
                    <a:pt x="30814" y="24849"/>
                  </a:cubicBezTo>
                  <a:cubicBezTo>
                    <a:pt x="27234" y="20253"/>
                    <a:pt x="14217" y="4716"/>
                    <a:pt x="14217" y="4716"/>
                  </a:cubicBezTo>
                  <a:lnTo>
                    <a:pt x="138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3824;p64">
              <a:extLst>
                <a:ext uri="{FF2B5EF4-FFF2-40B4-BE49-F238E27FC236}">
                  <a16:creationId xmlns:a16="http://schemas.microsoft.com/office/drawing/2014/main" id="{5CEE3E7A-1069-7848-1019-6AEEDF992A8D}"/>
                </a:ext>
              </a:extLst>
            </p:cNvPr>
            <p:cNvSpPr/>
            <p:nvPr/>
          </p:nvSpPr>
          <p:spPr>
            <a:xfrm>
              <a:off x="1174075" y="3450225"/>
              <a:ext cx="899525" cy="1582950"/>
            </a:xfrm>
            <a:custGeom>
              <a:avLst/>
              <a:gdLst/>
              <a:ahLst/>
              <a:cxnLst/>
              <a:rect l="l" t="t" r="r" b="b"/>
              <a:pathLst>
                <a:path w="35981" h="63318" extrusionOk="0">
                  <a:moveTo>
                    <a:pt x="1694" y="1"/>
                  </a:moveTo>
                  <a:cubicBezTo>
                    <a:pt x="1567" y="1"/>
                    <a:pt x="1452" y="86"/>
                    <a:pt x="1419" y="214"/>
                  </a:cubicBezTo>
                  <a:cubicBezTo>
                    <a:pt x="0" y="5686"/>
                    <a:pt x="297" y="7501"/>
                    <a:pt x="3412" y="12357"/>
                  </a:cubicBezTo>
                  <a:cubicBezTo>
                    <a:pt x="9363" y="21637"/>
                    <a:pt x="24395" y="31329"/>
                    <a:pt x="26201" y="32473"/>
                  </a:cubicBezTo>
                  <a:cubicBezTo>
                    <a:pt x="25899" y="33707"/>
                    <a:pt x="24377" y="40297"/>
                    <a:pt x="24811" y="45856"/>
                  </a:cubicBezTo>
                  <a:cubicBezTo>
                    <a:pt x="25280" y="51851"/>
                    <a:pt x="24768" y="62804"/>
                    <a:pt x="24763" y="62914"/>
                  </a:cubicBezTo>
                  <a:cubicBezTo>
                    <a:pt x="24755" y="63074"/>
                    <a:pt x="24881" y="63209"/>
                    <a:pt x="25042" y="63214"/>
                  </a:cubicBezTo>
                  <a:lnTo>
                    <a:pt x="29522" y="63318"/>
                  </a:lnTo>
                  <a:lnTo>
                    <a:pt x="29529" y="63318"/>
                  </a:lnTo>
                  <a:cubicBezTo>
                    <a:pt x="29667" y="63318"/>
                    <a:pt x="29786" y="63219"/>
                    <a:pt x="29811" y="63082"/>
                  </a:cubicBezTo>
                  <a:cubicBezTo>
                    <a:pt x="31319" y="54886"/>
                    <a:pt x="35292" y="33457"/>
                    <a:pt x="35552" y="32735"/>
                  </a:cubicBezTo>
                  <a:cubicBezTo>
                    <a:pt x="35980" y="31774"/>
                    <a:pt x="34446" y="28939"/>
                    <a:pt x="31346" y="24959"/>
                  </a:cubicBezTo>
                  <a:cubicBezTo>
                    <a:pt x="27803" y="20412"/>
                    <a:pt x="14872" y="4973"/>
                    <a:pt x="14741" y="4818"/>
                  </a:cubicBezTo>
                  <a:cubicBezTo>
                    <a:pt x="14684" y="4750"/>
                    <a:pt x="14603" y="4716"/>
                    <a:pt x="14521" y="4716"/>
                  </a:cubicBezTo>
                  <a:cubicBezTo>
                    <a:pt x="14456" y="4716"/>
                    <a:pt x="14391" y="4738"/>
                    <a:pt x="14337" y="4783"/>
                  </a:cubicBezTo>
                  <a:cubicBezTo>
                    <a:pt x="14217" y="4884"/>
                    <a:pt x="14201" y="5065"/>
                    <a:pt x="14302" y="5187"/>
                  </a:cubicBezTo>
                  <a:cubicBezTo>
                    <a:pt x="14433" y="5342"/>
                    <a:pt x="27358" y="20772"/>
                    <a:pt x="30894" y="25311"/>
                  </a:cubicBezTo>
                  <a:cubicBezTo>
                    <a:pt x="34587" y="30052"/>
                    <a:pt x="35214" y="32089"/>
                    <a:pt x="35029" y="32505"/>
                  </a:cubicBezTo>
                  <a:cubicBezTo>
                    <a:pt x="34750" y="33129"/>
                    <a:pt x="30030" y="58741"/>
                    <a:pt x="29293" y="62740"/>
                  </a:cubicBezTo>
                  <a:lnTo>
                    <a:pt x="25348" y="62647"/>
                  </a:lnTo>
                  <a:cubicBezTo>
                    <a:pt x="25427" y="60856"/>
                    <a:pt x="25812" y="51289"/>
                    <a:pt x="25383" y="45811"/>
                  </a:cubicBezTo>
                  <a:cubicBezTo>
                    <a:pt x="24911" y="39779"/>
                    <a:pt x="26788" y="32485"/>
                    <a:pt x="26806" y="32412"/>
                  </a:cubicBezTo>
                  <a:cubicBezTo>
                    <a:pt x="26838" y="32292"/>
                    <a:pt x="26786" y="32164"/>
                    <a:pt x="26680" y="32097"/>
                  </a:cubicBezTo>
                  <a:cubicBezTo>
                    <a:pt x="26515" y="31996"/>
                    <a:pt x="10130" y="21770"/>
                    <a:pt x="3895" y="12049"/>
                  </a:cubicBezTo>
                  <a:cubicBezTo>
                    <a:pt x="893" y="7372"/>
                    <a:pt x="606" y="5624"/>
                    <a:pt x="1972" y="359"/>
                  </a:cubicBezTo>
                  <a:cubicBezTo>
                    <a:pt x="2012" y="206"/>
                    <a:pt x="1920" y="50"/>
                    <a:pt x="1767" y="10"/>
                  </a:cubicBezTo>
                  <a:cubicBezTo>
                    <a:pt x="1743" y="4"/>
                    <a:pt x="1718" y="1"/>
                    <a:pt x="1694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3825;p64">
              <a:extLst>
                <a:ext uri="{FF2B5EF4-FFF2-40B4-BE49-F238E27FC236}">
                  <a16:creationId xmlns:a16="http://schemas.microsoft.com/office/drawing/2014/main" id="{1433C3D9-FDF6-6A3F-A28C-AC9F01B67C17}"/>
                </a:ext>
              </a:extLst>
            </p:cNvPr>
            <p:cNvSpPr/>
            <p:nvPr/>
          </p:nvSpPr>
          <p:spPr>
            <a:xfrm>
              <a:off x="1839450" y="4868850"/>
              <a:ext cx="12200" cy="89675"/>
            </a:xfrm>
            <a:custGeom>
              <a:avLst/>
              <a:gdLst/>
              <a:ahLst/>
              <a:cxnLst/>
              <a:rect l="l" t="t" r="r" b="b"/>
              <a:pathLst>
                <a:path w="488" h="3587" extrusionOk="0">
                  <a:moveTo>
                    <a:pt x="349" y="1"/>
                  </a:moveTo>
                  <a:cubicBezTo>
                    <a:pt x="267" y="4"/>
                    <a:pt x="203" y="57"/>
                    <a:pt x="198" y="135"/>
                  </a:cubicBezTo>
                  <a:cubicBezTo>
                    <a:pt x="83" y="2140"/>
                    <a:pt x="6" y="3435"/>
                    <a:pt x="6" y="3435"/>
                  </a:cubicBezTo>
                  <a:cubicBezTo>
                    <a:pt x="1" y="3515"/>
                    <a:pt x="61" y="3583"/>
                    <a:pt x="141" y="3586"/>
                  </a:cubicBezTo>
                  <a:lnTo>
                    <a:pt x="148" y="3586"/>
                  </a:lnTo>
                  <a:cubicBezTo>
                    <a:pt x="149" y="3586"/>
                    <a:pt x="150" y="3586"/>
                    <a:pt x="151" y="3586"/>
                  </a:cubicBezTo>
                  <a:cubicBezTo>
                    <a:pt x="226" y="3586"/>
                    <a:pt x="288" y="3528"/>
                    <a:pt x="293" y="3452"/>
                  </a:cubicBezTo>
                  <a:cubicBezTo>
                    <a:pt x="293" y="3452"/>
                    <a:pt x="370" y="2156"/>
                    <a:pt x="484" y="152"/>
                  </a:cubicBezTo>
                  <a:cubicBezTo>
                    <a:pt x="488" y="74"/>
                    <a:pt x="428" y="6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3826;p64">
              <a:extLst>
                <a:ext uri="{FF2B5EF4-FFF2-40B4-BE49-F238E27FC236}">
                  <a16:creationId xmlns:a16="http://schemas.microsoft.com/office/drawing/2014/main" id="{6D4AE1B2-A210-3C74-E41D-893CF4C30652}"/>
                </a:ext>
              </a:extLst>
            </p:cNvPr>
            <p:cNvSpPr/>
            <p:nvPr/>
          </p:nvSpPr>
          <p:spPr>
            <a:xfrm>
              <a:off x="1388525" y="3764925"/>
              <a:ext cx="536475" cy="1024075"/>
            </a:xfrm>
            <a:custGeom>
              <a:avLst/>
              <a:gdLst/>
              <a:ahLst/>
              <a:cxnLst/>
              <a:rect l="l" t="t" r="r" b="b"/>
              <a:pathLst>
                <a:path w="21459" h="40963" extrusionOk="0">
                  <a:moveTo>
                    <a:pt x="162" y="0"/>
                  </a:moveTo>
                  <a:cubicBezTo>
                    <a:pt x="132" y="0"/>
                    <a:pt x="101" y="10"/>
                    <a:pt x="75" y="30"/>
                  </a:cubicBezTo>
                  <a:cubicBezTo>
                    <a:pt x="13" y="79"/>
                    <a:pt x="1" y="169"/>
                    <a:pt x="50" y="232"/>
                  </a:cubicBezTo>
                  <a:cubicBezTo>
                    <a:pt x="2080" y="2849"/>
                    <a:pt x="4002" y="4997"/>
                    <a:pt x="5762" y="6616"/>
                  </a:cubicBezTo>
                  <a:cubicBezTo>
                    <a:pt x="7496" y="8211"/>
                    <a:pt x="9961" y="10347"/>
                    <a:pt x="12346" y="12413"/>
                  </a:cubicBezTo>
                  <a:cubicBezTo>
                    <a:pt x="16041" y="15613"/>
                    <a:pt x="20606" y="19568"/>
                    <a:pt x="20988" y="20340"/>
                  </a:cubicBezTo>
                  <a:cubicBezTo>
                    <a:pt x="20281" y="20363"/>
                    <a:pt x="19601" y="20713"/>
                    <a:pt x="19241" y="21244"/>
                  </a:cubicBezTo>
                  <a:cubicBezTo>
                    <a:pt x="18958" y="21663"/>
                    <a:pt x="18900" y="22140"/>
                    <a:pt x="19080" y="22589"/>
                  </a:cubicBezTo>
                  <a:cubicBezTo>
                    <a:pt x="19272" y="23071"/>
                    <a:pt x="19035" y="29712"/>
                    <a:pt x="18429" y="40811"/>
                  </a:cubicBezTo>
                  <a:cubicBezTo>
                    <a:pt x="18425" y="40891"/>
                    <a:pt x="18485" y="40958"/>
                    <a:pt x="18563" y="40963"/>
                  </a:cubicBezTo>
                  <a:lnTo>
                    <a:pt x="18571" y="40963"/>
                  </a:lnTo>
                  <a:cubicBezTo>
                    <a:pt x="18648" y="40963"/>
                    <a:pt x="18711" y="40902"/>
                    <a:pt x="18715" y="40827"/>
                  </a:cubicBezTo>
                  <a:cubicBezTo>
                    <a:pt x="19350" y="29195"/>
                    <a:pt x="19563" y="23023"/>
                    <a:pt x="19346" y="22482"/>
                  </a:cubicBezTo>
                  <a:cubicBezTo>
                    <a:pt x="19203" y="22125"/>
                    <a:pt x="19250" y="21742"/>
                    <a:pt x="19478" y="21405"/>
                  </a:cubicBezTo>
                  <a:cubicBezTo>
                    <a:pt x="19800" y="20930"/>
                    <a:pt x="20422" y="20624"/>
                    <a:pt x="21062" y="20624"/>
                  </a:cubicBezTo>
                  <a:cubicBezTo>
                    <a:pt x="21217" y="20624"/>
                    <a:pt x="21269" y="20529"/>
                    <a:pt x="21285" y="20488"/>
                  </a:cubicBezTo>
                  <a:cubicBezTo>
                    <a:pt x="21458" y="20024"/>
                    <a:pt x="19360" y="18110"/>
                    <a:pt x="12533" y="12196"/>
                  </a:cubicBezTo>
                  <a:cubicBezTo>
                    <a:pt x="10151" y="10132"/>
                    <a:pt x="7687" y="7997"/>
                    <a:pt x="5956" y="6405"/>
                  </a:cubicBezTo>
                  <a:cubicBezTo>
                    <a:pt x="4207" y="4795"/>
                    <a:pt x="2296" y="2659"/>
                    <a:pt x="277" y="56"/>
                  </a:cubicBezTo>
                  <a:cubicBezTo>
                    <a:pt x="248" y="20"/>
                    <a:pt x="205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3827;p64">
              <a:extLst>
                <a:ext uri="{FF2B5EF4-FFF2-40B4-BE49-F238E27FC236}">
                  <a16:creationId xmlns:a16="http://schemas.microsoft.com/office/drawing/2014/main" id="{8155447F-B6F1-CEC0-9014-AED09709175B}"/>
                </a:ext>
              </a:extLst>
            </p:cNvPr>
            <p:cNvSpPr/>
            <p:nvPr/>
          </p:nvSpPr>
          <p:spPr>
            <a:xfrm>
              <a:off x="1232575" y="3456725"/>
              <a:ext cx="117725" cy="243750"/>
            </a:xfrm>
            <a:custGeom>
              <a:avLst/>
              <a:gdLst/>
              <a:ahLst/>
              <a:cxnLst/>
              <a:rect l="l" t="t" r="r" b="b"/>
              <a:pathLst>
                <a:path w="4709" h="9750" extrusionOk="0">
                  <a:moveTo>
                    <a:pt x="1824" y="0"/>
                  </a:moveTo>
                  <a:cubicBezTo>
                    <a:pt x="1788" y="0"/>
                    <a:pt x="1751" y="14"/>
                    <a:pt x="1723" y="43"/>
                  </a:cubicBezTo>
                  <a:cubicBezTo>
                    <a:pt x="1546" y="218"/>
                    <a:pt x="0" y="1796"/>
                    <a:pt x="227" y="2670"/>
                  </a:cubicBezTo>
                  <a:cubicBezTo>
                    <a:pt x="269" y="2835"/>
                    <a:pt x="396" y="3053"/>
                    <a:pt x="758" y="3157"/>
                  </a:cubicBezTo>
                  <a:cubicBezTo>
                    <a:pt x="915" y="3202"/>
                    <a:pt x="1096" y="3252"/>
                    <a:pt x="1290" y="3305"/>
                  </a:cubicBezTo>
                  <a:cubicBezTo>
                    <a:pt x="2199" y="3559"/>
                    <a:pt x="4329" y="4151"/>
                    <a:pt x="4420" y="4436"/>
                  </a:cubicBezTo>
                  <a:cubicBezTo>
                    <a:pt x="4420" y="4436"/>
                    <a:pt x="4395" y="4477"/>
                    <a:pt x="4245" y="4527"/>
                  </a:cubicBezTo>
                  <a:cubicBezTo>
                    <a:pt x="2988" y="4946"/>
                    <a:pt x="1962" y="6163"/>
                    <a:pt x="1920" y="6215"/>
                  </a:cubicBezTo>
                  <a:cubicBezTo>
                    <a:pt x="1880" y="6262"/>
                    <a:pt x="1875" y="6330"/>
                    <a:pt x="1909" y="6383"/>
                  </a:cubicBezTo>
                  <a:cubicBezTo>
                    <a:pt x="1918" y="6397"/>
                    <a:pt x="2789" y="7773"/>
                    <a:pt x="4155" y="9690"/>
                  </a:cubicBezTo>
                  <a:cubicBezTo>
                    <a:pt x="4182" y="9727"/>
                    <a:pt x="4226" y="9749"/>
                    <a:pt x="4272" y="9749"/>
                  </a:cubicBezTo>
                  <a:cubicBezTo>
                    <a:pt x="4274" y="9749"/>
                    <a:pt x="4275" y="9749"/>
                    <a:pt x="4277" y="9749"/>
                  </a:cubicBezTo>
                  <a:cubicBezTo>
                    <a:pt x="4305" y="9749"/>
                    <a:pt x="4331" y="9740"/>
                    <a:pt x="4354" y="9725"/>
                  </a:cubicBezTo>
                  <a:cubicBezTo>
                    <a:pt x="4418" y="9679"/>
                    <a:pt x="4433" y="9589"/>
                    <a:pt x="4387" y="9525"/>
                  </a:cubicBezTo>
                  <a:cubicBezTo>
                    <a:pt x="3225" y="7895"/>
                    <a:pt x="2422" y="6655"/>
                    <a:pt x="2207" y="6321"/>
                  </a:cubicBezTo>
                  <a:cubicBezTo>
                    <a:pt x="2453" y="6048"/>
                    <a:pt x="3330" y="5133"/>
                    <a:pt x="4335" y="4800"/>
                  </a:cubicBezTo>
                  <a:cubicBezTo>
                    <a:pt x="4427" y="4769"/>
                    <a:pt x="4709" y="4674"/>
                    <a:pt x="4702" y="4442"/>
                  </a:cubicBezTo>
                  <a:cubicBezTo>
                    <a:pt x="4692" y="4028"/>
                    <a:pt x="3618" y="3658"/>
                    <a:pt x="1365" y="3031"/>
                  </a:cubicBezTo>
                  <a:cubicBezTo>
                    <a:pt x="1173" y="2977"/>
                    <a:pt x="994" y="2927"/>
                    <a:pt x="836" y="2883"/>
                  </a:cubicBezTo>
                  <a:cubicBezTo>
                    <a:pt x="647" y="2829"/>
                    <a:pt x="539" y="2735"/>
                    <a:pt x="504" y="2599"/>
                  </a:cubicBezTo>
                  <a:cubicBezTo>
                    <a:pt x="346" y="1992"/>
                    <a:pt x="1477" y="694"/>
                    <a:pt x="1925" y="245"/>
                  </a:cubicBezTo>
                  <a:cubicBezTo>
                    <a:pt x="1982" y="189"/>
                    <a:pt x="1982" y="98"/>
                    <a:pt x="1925" y="43"/>
                  </a:cubicBezTo>
                  <a:cubicBezTo>
                    <a:pt x="1898" y="14"/>
                    <a:pt x="1861" y="0"/>
                    <a:pt x="1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3828;p64">
              <a:extLst>
                <a:ext uri="{FF2B5EF4-FFF2-40B4-BE49-F238E27FC236}">
                  <a16:creationId xmlns:a16="http://schemas.microsoft.com/office/drawing/2014/main" id="{FE86E7F5-3129-4090-9DAE-8A0236366F01}"/>
                </a:ext>
              </a:extLst>
            </p:cNvPr>
            <p:cNvSpPr/>
            <p:nvPr/>
          </p:nvSpPr>
          <p:spPr>
            <a:xfrm>
              <a:off x="1356275" y="3508075"/>
              <a:ext cx="414600" cy="356425"/>
            </a:xfrm>
            <a:custGeom>
              <a:avLst/>
              <a:gdLst/>
              <a:ahLst/>
              <a:cxnLst/>
              <a:rect l="l" t="t" r="r" b="b"/>
              <a:pathLst>
                <a:path w="16584" h="14257" extrusionOk="0">
                  <a:moveTo>
                    <a:pt x="162" y="1"/>
                  </a:moveTo>
                  <a:cubicBezTo>
                    <a:pt x="105" y="1"/>
                    <a:pt x="51" y="35"/>
                    <a:pt x="30" y="92"/>
                  </a:cubicBezTo>
                  <a:cubicBezTo>
                    <a:pt x="0" y="165"/>
                    <a:pt x="38" y="248"/>
                    <a:pt x="111" y="276"/>
                  </a:cubicBezTo>
                  <a:cubicBezTo>
                    <a:pt x="4753" y="2093"/>
                    <a:pt x="16175" y="14092"/>
                    <a:pt x="16291" y="14212"/>
                  </a:cubicBezTo>
                  <a:cubicBezTo>
                    <a:pt x="16317" y="14240"/>
                    <a:pt x="16354" y="14257"/>
                    <a:pt x="16394" y="14257"/>
                  </a:cubicBezTo>
                  <a:lnTo>
                    <a:pt x="16394" y="14257"/>
                  </a:lnTo>
                  <a:cubicBezTo>
                    <a:pt x="16519" y="14256"/>
                    <a:pt x="16584" y="14107"/>
                    <a:pt x="16497" y="14016"/>
                  </a:cubicBezTo>
                  <a:cubicBezTo>
                    <a:pt x="16027" y="13519"/>
                    <a:pt x="4915" y="1850"/>
                    <a:pt x="216" y="11"/>
                  </a:cubicBezTo>
                  <a:cubicBezTo>
                    <a:pt x="198" y="4"/>
                    <a:pt x="180" y="1"/>
                    <a:pt x="162" y="1"/>
                  </a:cubicBezTo>
                  <a:close/>
                  <a:moveTo>
                    <a:pt x="16394" y="14257"/>
                  </a:moveTo>
                  <a:cubicBezTo>
                    <a:pt x="16393" y="14257"/>
                    <a:pt x="16393" y="14257"/>
                    <a:pt x="16393" y="14257"/>
                  </a:cubicBezTo>
                  <a:lnTo>
                    <a:pt x="16394" y="14257"/>
                  </a:lnTo>
                  <a:cubicBezTo>
                    <a:pt x="16394" y="14257"/>
                    <a:pt x="16394" y="14257"/>
                    <a:pt x="16394" y="142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3829;p64">
              <a:extLst>
                <a:ext uri="{FF2B5EF4-FFF2-40B4-BE49-F238E27FC236}">
                  <a16:creationId xmlns:a16="http://schemas.microsoft.com/office/drawing/2014/main" id="{1774AA81-A8A4-5D85-4210-7E0EFD165C71}"/>
                </a:ext>
              </a:extLst>
            </p:cNvPr>
            <p:cNvSpPr/>
            <p:nvPr/>
          </p:nvSpPr>
          <p:spPr>
            <a:xfrm>
              <a:off x="1756100" y="5023375"/>
              <a:ext cx="386275" cy="154825"/>
            </a:xfrm>
            <a:custGeom>
              <a:avLst/>
              <a:gdLst/>
              <a:ahLst/>
              <a:cxnLst/>
              <a:rect l="l" t="t" r="r" b="b"/>
              <a:pathLst>
                <a:path w="15451" h="6193" extrusionOk="0">
                  <a:moveTo>
                    <a:pt x="1767" y="1"/>
                  </a:moveTo>
                  <a:cubicBezTo>
                    <a:pt x="1767" y="1"/>
                    <a:pt x="0" y="5980"/>
                    <a:pt x="618" y="6156"/>
                  </a:cubicBezTo>
                  <a:cubicBezTo>
                    <a:pt x="706" y="6181"/>
                    <a:pt x="1022" y="6192"/>
                    <a:pt x="1501" y="6192"/>
                  </a:cubicBezTo>
                  <a:cubicBezTo>
                    <a:pt x="4383" y="6192"/>
                    <a:pt x="13187" y="5798"/>
                    <a:pt x="14232" y="5751"/>
                  </a:cubicBezTo>
                  <a:cubicBezTo>
                    <a:pt x="15451" y="5696"/>
                    <a:pt x="15424" y="5087"/>
                    <a:pt x="15424" y="5087"/>
                  </a:cubicBezTo>
                  <a:lnTo>
                    <a:pt x="6248" y="106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3830;p64">
              <a:extLst>
                <a:ext uri="{FF2B5EF4-FFF2-40B4-BE49-F238E27FC236}">
                  <a16:creationId xmlns:a16="http://schemas.microsoft.com/office/drawing/2014/main" id="{40C4E335-8A78-4638-117A-E033FA703654}"/>
                </a:ext>
              </a:extLst>
            </p:cNvPr>
            <p:cNvSpPr/>
            <p:nvPr/>
          </p:nvSpPr>
          <p:spPr>
            <a:xfrm>
              <a:off x="1753400" y="5016225"/>
              <a:ext cx="395475" cy="169000"/>
            </a:xfrm>
            <a:custGeom>
              <a:avLst/>
              <a:gdLst/>
              <a:ahLst/>
              <a:cxnLst/>
              <a:rect l="l" t="t" r="r" b="b"/>
              <a:pathLst>
                <a:path w="15819" h="6760" extrusionOk="0">
                  <a:moveTo>
                    <a:pt x="2088" y="578"/>
                  </a:moveTo>
                  <a:lnTo>
                    <a:pt x="6280" y="675"/>
                  </a:lnTo>
                  <a:lnTo>
                    <a:pt x="15172" y="5504"/>
                  </a:lnTo>
                  <a:cubicBezTo>
                    <a:pt x="15063" y="5612"/>
                    <a:pt x="14816" y="5729"/>
                    <a:pt x="14327" y="5751"/>
                  </a:cubicBezTo>
                  <a:cubicBezTo>
                    <a:pt x="9030" y="5988"/>
                    <a:pt x="3542" y="6194"/>
                    <a:pt x="1553" y="6194"/>
                  </a:cubicBezTo>
                  <a:cubicBezTo>
                    <a:pt x="1238" y="6194"/>
                    <a:pt x="1011" y="6189"/>
                    <a:pt x="886" y="6178"/>
                  </a:cubicBezTo>
                  <a:cubicBezTo>
                    <a:pt x="781" y="5609"/>
                    <a:pt x="1403" y="2934"/>
                    <a:pt x="2088" y="578"/>
                  </a:cubicBezTo>
                  <a:close/>
                  <a:moveTo>
                    <a:pt x="1867" y="0"/>
                  </a:moveTo>
                  <a:cubicBezTo>
                    <a:pt x="1746" y="0"/>
                    <a:pt x="1637" y="87"/>
                    <a:pt x="1601" y="206"/>
                  </a:cubicBezTo>
                  <a:cubicBezTo>
                    <a:pt x="1218" y="1502"/>
                    <a:pt x="1" y="5785"/>
                    <a:pt x="402" y="6514"/>
                  </a:cubicBezTo>
                  <a:cubicBezTo>
                    <a:pt x="473" y="6645"/>
                    <a:pt x="576" y="6697"/>
                    <a:pt x="648" y="6718"/>
                  </a:cubicBezTo>
                  <a:cubicBezTo>
                    <a:pt x="753" y="6747"/>
                    <a:pt x="1117" y="6760"/>
                    <a:pt x="1668" y="6760"/>
                  </a:cubicBezTo>
                  <a:cubicBezTo>
                    <a:pt x="4285" y="6760"/>
                    <a:pt x="11116" y="6468"/>
                    <a:pt x="14353" y="6322"/>
                  </a:cubicBezTo>
                  <a:cubicBezTo>
                    <a:pt x="14937" y="6296"/>
                    <a:pt x="15358" y="6146"/>
                    <a:pt x="15604" y="5878"/>
                  </a:cubicBezTo>
                  <a:cubicBezTo>
                    <a:pt x="15819" y="5642"/>
                    <a:pt x="15819" y="5405"/>
                    <a:pt x="15818" y="5360"/>
                  </a:cubicBezTo>
                  <a:cubicBezTo>
                    <a:pt x="15813" y="5260"/>
                    <a:pt x="15756" y="5169"/>
                    <a:pt x="15669" y="5122"/>
                  </a:cubicBezTo>
                  <a:lnTo>
                    <a:pt x="6493" y="139"/>
                  </a:lnTo>
                  <a:cubicBezTo>
                    <a:pt x="6453" y="117"/>
                    <a:pt x="6408" y="106"/>
                    <a:pt x="6364" y="105"/>
                  </a:cubicBezTo>
                  <a:lnTo>
                    <a:pt x="1882" y="1"/>
                  </a:lnTo>
                  <a:cubicBezTo>
                    <a:pt x="1877" y="1"/>
                    <a:pt x="1872" y="0"/>
                    <a:pt x="186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3831;p64">
              <a:extLst>
                <a:ext uri="{FF2B5EF4-FFF2-40B4-BE49-F238E27FC236}">
                  <a16:creationId xmlns:a16="http://schemas.microsoft.com/office/drawing/2014/main" id="{8DD80DAC-B548-A3CB-347F-895B9CAC9F40}"/>
                </a:ext>
              </a:extLst>
            </p:cNvPr>
            <p:cNvSpPr/>
            <p:nvPr/>
          </p:nvSpPr>
          <p:spPr>
            <a:xfrm>
              <a:off x="809075" y="2574200"/>
              <a:ext cx="578200" cy="951525"/>
            </a:xfrm>
            <a:custGeom>
              <a:avLst/>
              <a:gdLst/>
              <a:ahLst/>
              <a:cxnLst/>
              <a:rect l="l" t="t" r="r" b="b"/>
              <a:pathLst>
                <a:path w="23128" h="38061" extrusionOk="0">
                  <a:moveTo>
                    <a:pt x="22751" y="0"/>
                  </a:moveTo>
                  <a:lnTo>
                    <a:pt x="1614" y="16244"/>
                  </a:lnTo>
                  <a:cubicBezTo>
                    <a:pt x="443" y="17144"/>
                    <a:pt x="0" y="18707"/>
                    <a:pt x="526" y="20089"/>
                  </a:cubicBezTo>
                  <a:lnTo>
                    <a:pt x="7376" y="38060"/>
                  </a:lnTo>
                  <a:lnTo>
                    <a:pt x="11013" y="37491"/>
                  </a:lnTo>
                  <a:lnTo>
                    <a:pt x="8806" y="22084"/>
                  </a:lnTo>
                  <a:cubicBezTo>
                    <a:pt x="8609" y="20713"/>
                    <a:pt x="9279" y="19361"/>
                    <a:pt x="10490" y="18687"/>
                  </a:cubicBezTo>
                  <a:lnTo>
                    <a:pt x="20390" y="13170"/>
                  </a:lnTo>
                  <a:cubicBezTo>
                    <a:pt x="20390" y="13170"/>
                    <a:pt x="23128" y="1568"/>
                    <a:pt x="22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3832;p64">
              <a:extLst>
                <a:ext uri="{FF2B5EF4-FFF2-40B4-BE49-F238E27FC236}">
                  <a16:creationId xmlns:a16="http://schemas.microsoft.com/office/drawing/2014/main" id="{939276E8-57E6-B148-730B-B855CF4D2111}"/>
                </a:ext>
              </a:extLst>
            </p:cNvPr>
            <p:cNvSpPr/>
            <p:nvPr/>
          </p:nvSpPr>
          <p:spPr>
            <a:xfrm>
              <a:off x="801125" y="2567025"/>
              <a:ext cx="593200" cy="965875"/>
            </a:xfrm>
            <a:custGeom>
              <a:avLst/>
              <a:gdLst/>
              <a:ahLst/>
              <a:cxnLst/>
              <a:rect l="l" t="t" r="r" b="b"/>
              <a:pathLst>
                <a:path w="23728" h="38635" extrusionOk="0">
                  <a:moveTo>
                    <a:pt x="22820" y="839"/>
                  </a:moveTo>
                  <a:cubicBezTo>
                    <a:pt x="22762" y="3024"/>
                    <a:pt x="21164" y="10262"/>
                    <a:pt x="20458" y="13268"/>
                  </a:cubicBezTo>
                  <a:lnTo>
                    <a:pt x="10668" y="18724"/>
                  </a:lnTo>
                  <a:cubicBezTo>
                    <a:pt x="9364" y="19451"/>
                    <a:pt x="8628" y="20933"/>
                    <a:pt x="8840" y="22412"/>
                  </a:cubicBezTo>
                  <a:lnTo>
                    <a:pt x="11007" y="37539"/>
                  </a:lnTo>
                  <a:lnTo>
                    <a:pt x="7878" y="38030"/>
                  </a:lnTo>
                  <a:lnTo>
                    <a:pt x="1113" y="20273"/>
                  </a:lnTo>
                  <a:cubicBezTo>
                    <a:pt x="627" y="19000"/>
                    <a:pt x="1027" y="17587"/>
                    <a:pt x="2108" y="16757"/>
                  </a:cubicBezTo>
                  <a:lnTo>
                    <a:pt x="22820" y="839"/>
                  </a:lnTo>
                  <a:close/>
                  <a:moveTo>
                    <a:pt x="23069" y="0"/>
                  </a:moveTo>
                  <a:cubicBezTo>
                    <a:pt x="23009" y="0"/>
                    <a:pt x="22948" y="19"/>
                    <a:pt x="22895" y="59"/>
                  </a:cubicBezTo>
                  <a:lnTo>
                    <a:pt x="1758" y="16303"/>
                  </a:lnTo>
                  <a:cubicBezTo>
                    <a:pt x="475" y="17290"/>
                    <a:pt x="1" y="18966"/>
                    <a:pt x="576" y="20477"/>
                  </a:cubicBezTo>
                  <a:lnTo>
                    <a:pt x="7427" y="38450"/>
                  </a:lnTo>
                  <a:cubicBezTo>
                    <a:pt x="7468" y="38562"/>
                    <a:pt x="7575" y="38635"/>
                    <a:pt x="7694" y="38635"/>
                  </a:cubicBezTo>
                  <a:cubicBezTo>
                    <a:pt x="7709" y="38635"/>
                    <a:pt x="7723" y="38633"/>
                    <a:pt x="7739" y="38631"/>
                  </a:cubicBezTo>
                  <a:lnTo>
                    <a:pt x="11376" y="38062"/>
                  </a:lnTo>
                  <a:cubicBezTo>
                    <a:pt x="11530" y="38037"/>
                    <a:pt x="11636" y="37893"/>
                    <a:pt x="11614" y="37737"/>
                  </a:cubicBezTo>
                  <a:lnTo>
                    <a:pt x="9407" y="22332"/>
                  </a:lnTo>
                  <a:cubicBezTo>
                    <a:pt x="9229" y="21085"/>
                    <a:pt x="9848" y="19836"/>
                    <a:pt x="10948" y="19224"/>
                  </a:cubicBezTo>
                  <a:lnTo>
                    <a:pt x="20848" y="13707"/>
                  </a:lnTo>
                  <a:cubicBezTo>
                    <a:pt x="20918" y="13668"/>
                    <a:pt x="20968" y="13602"/>
                    <a:pt x="20988" y="13523"/>
                  </a:cubicBezTo>
                  <a:cubicBezTo>
                    <a:pt x="21268" y="12329"/>
                    <a:pt x="23728" y="1809"/>
                    <a:pt x="23348" y="219"/>
                  </a:cubicBezTo>
                  <a:cubicBezTo>
                    <a:pt x="23315" y="83"/>
                    <a:pt x="23194" y="0"/>
                    <a:pt x="230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3833;p64">
              <a:extLst>
                <a:ext uri="{FF2B5EF4-FFF2-40B4-BE49-F238E27FC236}">
                  <a16:creationId xmlns:a16="http://schemas.microsoft.com/office/drawing/2014/main" id="{A49E08F8-01DE-BDF9-66CD-0593DA7B9C9B}"/>
                </a:ext>
              </a:extLst>
            </p:cNvPr>
            <p:cNvSpPr/>
            <p:nvPr/>
          </p:nvSpPr>
          <p:spPr>
            <a:xfrm>
              <a:off x="809075" y="2574200"/>
              <a:ext cx="578200" cy="951525"/>
            </a:xfrm>
            <a:custGeom>
              <a:avLst/>
              <a:gdLst/>
              <a:ahLst/>
              <a:cxnLst/>
              <a:rect l="l" t="t" r="r" b="b"/>
              <a:pathLst>
                <a:path w="23128" h="38061" extrusionOk="0">
                  <a:moveTo>
                    <a:pt x="22751" y="0"/>
                  </a:moveTo>
                  <a:lnTo>
                    <a:pt x="1614" y="16244"/>
                  </a:lnTo>
                  <a:cubicBezTo>
                    <a:pt x="443" y="17144"/>
                    <a:pt x="0" y="18707"/>
                    <a:pt x="526" y="20089"/>
                  </a:cubicBezTo>
                  <a:lnTo>
                    <a:pt x="7376" y="38060"/>
                  </a:lnTo>
                  <a:lnTo>
                    <a:pt x="9156" y="37782"/>
                  </a:lnTo>
                  <a:cubicBezTo>
                    <a:pt x="7384" y="33811"/>
                    <a:pt x="1160" y="19801"/>
                    <a:pt x="1058" y="18558"/>
                  </a:cubicBezTo>
                  <a:cubicBezTo>
                    <a:pt x="946" y="17231"/>
                    <a:pt x="6608" y="12765"/>
                    <a:pt x="9508" y="12765"/>
                  </a:cubicBezTo>
                  <a:cubicBezTo>
                    <a:pt x="9774" y="12765"/>
                    <a:pt x="10017" y="12803"/>
                    <a:pt x="10230" y="12884"/>
                  </a:cubicBezTo>
                  <a:cubicBezTo>
                    <a:pt x="11778" y="13475"/>
                    <a:pt x="13862" y="14961"/>
                    <a:pt x="15254" y="16033"/>
                  </a:cubicBezTo>
                  <a:lnTo>
                    <a:pt x="20390" y="13170"/>
                  </a:lnTo>
                  <a:cubicBezTo>
                    <a:pt x="20390" y="13170"/>
                    <a:pt x="23128" y="1568"/>
                    <a:pt x="22751" y="0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3834;p64">
              <a:extLst>
                <a:ext uri="{FF2B5EF4-FFF2-40B4-BE49-F238E27FC236}">
                  <a16:creationId xmlns:a16="http://schemas.microsoft.com/office/drawing/2014/main" id="{17A947A8-91FA-EB50-752D-82D915630A69}"/>
                </a:ext>
              </a:extLst>
            </p:cNvPr>
            <p:cNvSpPr/>
            <p:nvPr/>
          </p:nvSpPr>
          <p:spPr>
            <a:xfrm>
              <a:off x="809075" y="2574200"/>
              <a:ext cx="578200" cy="951525"/>
            </a:xfrm>
            <a:custGeom>
              <a:avLst/>
              <a:gdLst/>
              <a:ahLst/>
              <a:cxnLst/>
              <a:rect l="l" t="t" r="r" b="b"/>
              <a:pathLst>
                <a:path w="23128" h="38061" extrusionOk="0">
                  <a:moveTo>
                    <a:pt x="22751" y="0"/>
                  </a:moveTo>
                  <a:lnTo>
                    <a:pt x="1614" y="16244"/>
                  </a:lnTo>
                  <a:cubicBezTo>
                    <a:pt x="443" y="17144"/>
                    <a:pt x="0" y="18707"/>
                    <a:pt x="526" y="20089"/>
                  </a:cubicBezTo>
                  <a:lnTo>
                    <a:pt x="7376" y="38060"/>
                  </a:lnTo>
                  <a:lnTo>
                    <a:pt x="9156" y="37782"/>
                  </a:lnTo>
                  <a:cubicBezTo>
                    <a:pt x="7384" y="33811"/>
                    <a:pt x="1160" y="19801"/>
                    <a:pt x="1058" y="18558"/>
                  </a:cubicBezTo>
                  <a:cubicBezTo>
                    <a:pt x="946" y="17231"/>
                    <a:pt x="6608" y="12765"/>
                    <a:pt x="9508" y="12765"/>
                  </a:cubicBezTo>
                  <a:cubicBezTo>
                    <a:pt x="9774" y="12765"/>
                    <a:pt x="10017" y="12803"/>
                    <a:pt x="10230" y="12884"/>
                  </a:cubicBezTo>
                  <a:cubicBezTo>
                    <a:pt x="11778" y="13475"/>
                    <a:pt x="13862" y="14961"/>
                    <a:pt x="15254" y="16033"/>
                  </a:cubicBezTo>
                  <a:lnTo>
                    <a:pt x="20390" y="13170"/>
                  </a:lnTo>
                  <a:cubicBezTo>
                    <a:pt x="20390" y="13170"/>
                    <a:pt x="23128" y="1568"/>
                    <a:pt x="22751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3835;p64">
              <a:extLst>
                <a:ext uri="{FF2B5EF4-FFF2-40B4-BE49-F238E27FC236}">
                  <a16:creationId xmlns:a16="http://schemas.microsoft.com/office/drawing/2014/main" id="{68966BF7-0CA9-C36F-EB65-CA94C60689DE}"/>
                </a:ext>
              </a:extLst>
            </p:cNvPr>
            <p:cNvSpPr/>
            <p:nvPr/>
          </p:nvSpPr>
          <p:spPr>
            <a:xfrm>
              <a:off x="907375" y="2977675"/>
              <a:ext cx="129450" cy="101625"/>
            </a:xfrm>
            <a:custGeom>
              <a:avLst/>
              <a:gdLst/>
              <a:ahLst/>
              <a:cxnLst/>
              <a:rect l="l" t="t" r="r" b="b"/>
              <a:pathLst>
                <a:path w="5178" h="4065" extrusionOk="0">
                  <a:moveTo>
                    <a:pt x="1535" y="1"/>
                  </a:moveTo>
                  <a:cubicBezTo>
                    <a:pt x="1419" y="1"/>
                    <a:pt x="1309" y="72"/>
                    <a:pt x="1265" y="189"/>
                  </a:cubicBezTo>
                  <a:cubicBezTo>
                    <a:pt x="1209" y="342"/>
                    <a:pt x="1293" y="513"/>
                    <a:pt x="1450" y="560"/>
                  </a:cubicBezTo>
                  <a:cubicBezTo>
                    <a:pt x="2560" y="969"/>
                    <a:pt x="3475" y="2117"/>
                    <a:pt x="4021" y="2954"/>
                  </a:cubicBezTo>
                  <a:cubicBezTo>
                    <a:pt x="3177" y="2466"/>
                    <a:pt x="1868" y="1755"/>
                    <a:pt x="428" y="1156"/>
                  </a:cubicBezTo>
                  <a:cubicBezTo>
                    <a:pt x="394" y="1143"/>
                    <a:pt x="359" y="1137"/>
                    <a:pt x="325" y="1137"/>
                  </a:cubicBezTo>
                  <a:cubicBezTo>
                    <a:pt x="212" y="1137"/>
                    <a:pt x="107" y="1203"/>
                    <a:pt x="61" y="1313"/>
                  </a:cubicBezTo>
                  <a:cubicBezTo>
                    <a:pt x="0" y="1456"/>
                    <a:pt x="66" y="1621"/>
                    <a:pt x="208" y="1684"/>
                  </a:cubicBezTo>
                  <a:cubicBezTo>
                    <a:pt x="2615" y="2686"/>
                    <a:pt x="4652" y="4004"/>
                    <a:pt x="4673" y="4017"/>
                  </a:cubicBezTo>
                  <a:cubicBezTo>
                    <a:pt x="4719" y="4047"/>
                    <a:pt x="4773" y="4064"/>
                    <a:pt x="4828" y="4064"/>
                  </a:cubicBezTo>
                  <a:cubicBezTo>
                    <a:pt x="5039" y="4064"/>
                    <a:pt x="5178" y="3844"/>
                    <a:pt x="5087" y="3654"/>
                  </a:cubicBezTo>
                  <a:cubicBezTo>
                    <a:pt x="5031" y="3536"/>
                    <a:pt x="3680" y="773"/>
                    <a:pt x="1647" y="25"/>
                  </a:cubicBezTo>
                  <a:cubicBezTo>
                    <a:pt x="1610" y="9"/>
                    <a:pt x="1572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3836;p64">
              <a:extLst>
                <a:ext uri="{FF2B5EF4-FFF2-40B4-BE49-F238E27FC236}">
                  <a16:creationId xmlns:a16="http://schemas.microsoft.com/office/drawing/2014/main" id="{B50FA7A8-8FFC-A465-C1BB-98A5BBECCDFF}"/>
                </a:ext>
              </a:extLst>
            </p:cNvPr>
            <p:cNvSpPr/>
            <p:nvPr/>
          </p:nvSpPr>
          <p:spPr>
            <a:xfrm>
              <a:off x="993450" y="3511475"/>
              <a:ext cx="177000" cy="271500"/>
            </a:xfrm>
            <a:custGeom>
              <a:avLst/>
              <a:gdLst/>
              <a:ahLst/>
              <a:cxnLst/>
              <a:rect l="l" t="t" r="r" b="b"/>
              <a:pathLst>
                <a:path w="7080" h="10860" extrusionOk="0">
                  <a:moveTo>
                    <a:pt x="3638" y="0"/>
                  </a:moveTo>
                  <a:lnTo>
                    <a:pt x="1" y="569"/>
                  </a:lnTo>
                  <a:cubicBezTo>
                    <a:pt x="1" y="569"/>
                    <a:pt x="52" y="4527"/>
                    <a:pt x="243" y="4870"/>
                  </a:cubicBezTo>
                  <a:cubicBezTo>
                    <a:pt x="434" y="5213"/>
                    <a:pt x="1270" y="6229"/>
                    <a:pt x="1270" y="6229"/>
                  </a:cubicBezTo>
                  <a:lnTo>
                    <a:pt x="2158" y="8385"/>
                  </a:lnTo>
                  <a:lnTo>
                    <a:pt x="3141" y="8779"/>
                  </a:lnTo>
                  <a:lnTo>
                    <a:pt x="3760" y="10859"/>
                  </a:lnTo>
                  <a:lnTo>
                    <a:pt x="4804" y="10636"/>
                  </a:lnTo>
                  <a:lnTo>
                    <a:pt x="4525" y="4414"/>
                  </a:lnTo>
                  <a:lnTo>
                    <a:pt x="5008" y="3427"/>
                  </a:lnTo>
                  <a:lnTo>
                    <a:pt x="6492" y="5205"/>
                  </a:lnTo>
                  <a:lnTo>
                    <a:pt x="7079" y="4564"/>
                  </a:lnTo>
                  <a:lnTo>
                    <a:pt x="5539" y="1560"/>
                  </a:lnTo>
                  <a:lnTo>
                    <a:pt x="3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3837;p64">
              <a:extLst>
                <a:ext uri="{FF2B5EF4-FFF2-40B4-BE49-F238E27FC236}">
                  <a16:creationId xmlns:a16="http://schemas.microsoft.com/office/drawing/2014/main" id="{3629C7CE-B2FC-7E17-A4D1-73CDE524CF78}"/>
                </a:ext>
              </a:extLst>
            </p:cNvPr>
            <p:cNvSpPr/>
            <p:nvPr/>
          </p:nvSpPr>
          <p:spPr>
            <a:xfrm>
              <a:off x="986250" y="3504300"/>
              <a:ext cx="191875" cy="285825"/>
            </a:xfrm>
            <a:custGeom>
              <a:avLst/>
              <a:gdLst/>
              <a:ahLst/>
              <a:cxnLst/>
              <a:rect l="l" t="t" r="r" b="b"/>
              <a:pathLst>
                <a:path w="7675" h="11433" extrusionOk="0">
                  <a:moveTo>
                    <a:pt x="3844" y="590"/>
                  </a:moveTo>
                  <a:lnTo>
                    <a:pt x="5600" y="2029"/>
                  </a:lnTo>
                  <a:lnTo>
                    <a:pt x="7021" y="4805"/>
                  </a:lnTo>
                  <a:lnTo>
                    <a:pt x="6790" y="5057"/>
                  </a:lnTo>
                  <a:lnTo>
                    <a:pt x="5516" y="3531"/>
                  </a:lnTo>
                  <a:cubicBezTo>
                    <a:pt x="5463" y="3465"/>
                    <a:pt x="5383" y="3427"/>
                    <a:pt x="5298" y="3427"/>
                  </a:cubicBezTo>
                  <a:cubicBezTo>
                    <a:pt x="5286" y="3427"/>
                    <a:pt x="5274" y="3428"/>
                    <a:pt x="5261" y="3430"/>
                  </a:cubicBezTo>
                  <a:cubicBezTo>
                    <a:pt x="5165" y="3441"/>
                    <a:pt x="5082" y="3502"/>
                    <a:pt x="5040" y="3589"/>
                  </a:cubicBezTo>
                  <a:lnTo>
                    <a:pt x="4557" y="4576"/>
                  </a:lnTo>
                  <a:cubicBezTo>
                    <a:pt x="4536" y="4619"/>
                    <a:pt x="4526" y="4667"/>
                    <a:pt x="4528" y="4714"/>
                  </a:cubicBezTo>
                  <a:lnTo>
                    <a:pt x="4795" y="10695"/>
                  </a:lnTo>
                  <a:lnTo>
                    <a:pt x="4246" y="10812"/>
                  </a:lnTo>
                  <a:lnTo>
                    <a:pt x="3702" y="8986"/>
                  </a:lnTo>
                  <a:cubicBezTo>
                    <a:pt x="3677" y="8901"/>
                    <a:pt x="3616" y="8834"/>
                    <a:pt x="3535" y="8801"/>
                  </a:cubicBezTo>
                  <a:lnTo>
                    <a:pt x="2664" y="8451"/>
                  </a:lnTo>
                  <a:lnTo>
                    <a:pt x="1823" y="6407"/>
                  </a:lnTo>
                  <a:cubicBezTo>
                    <a:pt x="1811" y="6381"/>
                    <a:pt x="1797" y="6357"/>
                    <a:pt x="1779" y="6335"/>
                  </a:cubicBezTo>
                  <a:cubicBezTo>
                    <a:pt x="1551" y="6057"/>
                    <a:pt x="927" y="5282"/>
                    <a:pt x="787" y="5031"/>
                  </a:cubicBezTo>
                  <a:cubicBezTo>
                    <a:pt x="690" y="4779"/>
                    <a:pt x="607" y="2880"/>
                    <a:pt x="579" y="1103"/>
                  </a:cubicBezTo>
                  <a:lnTo>
                    <a:pt x="3844" y="590"/>
                  </a:lnTo>
                  <a:close/>
                  <a:moveTo>
                    <a:pt x="3925" y="1"/>
                  </a:moveTo>
                  <a:cubicBezTo>
                    <a:pt x="3910" y="1"/>
                    <a:pt x="3896" y="2"/>
                    <a:pt x="3881" y="4"/>
                  </a:cubicBezTo>
                  <a:lnTo>
                    <a:pt x="244" y="573"/>
                  </a:lnTo>
                  <a:cubicBezTo>
                    <a:pt x="103" y="596"/>
                    <a:pt x="1" y="718"/>
                    <a:pt x="3" y="860"/>
                  </a:cubicBezTo>
                  <a:cubicBezTo>
                    <a:pt x="22" y="2365"/>
                    <a:pt x="84" y="4942"/>
                    <a:pt x="281" y="5296"/>
                  </a:cubicBezTo>
                  <a:cubicBezTo>
                    <a:pt x="466" y="5627"/>
                    <a:pt x="1146" y="6466"/>
                    <a:pt x="1309" y="6665"/>
                  </a:cubicBezTo>
                  <a:lnTo>
                    <a:pt x="2181" y="8780"/>
                  </a:lnTo>
                  <a:cubicBezTo>
                    <a:pt x="2209" y="8852"/>
                    <a:pt x="2266" y="8909"/>
                    <a:pt x="2338" y="8937"/>
                  </a:cubicBezTo>
                  <a:lnTo>
                    <a:pt x="3193" y="9280"/>
                  </a:lnTo>
                  <a:lnTo>
                    <a:pt x="3774" y="11228"/>
                  </a:lnTo>
                  <a:cubicBezTo>
                    <a:pt x="3809" y="11349"/>
                    <a:pt x="3921" y="11432"/>
                    <a:pt x="4048" y="11432"/>
                  </a:cubicBezTo>
                  <a:cubicBezTo>
                    <a:pt x="4068" y="11432"/>
                    <a:pt x="4087" y="11431"/>
                    <a:pt x="4108" y="11426"/>
                  </a:cubicBezTo>
                  <a:lnTo>
                    <a:pt x="5151" y="11204"/>
                  </a:lnTo>
                  <a:cubicBezTo>
                    <a:pt x="5288" y="11174"/>
                    <a:pt x="5383" y="11050"/>
                    <a:pt x="5378" y="10910"/>
                  </a:cubicBezTo>
                  <a:lnTo>
                    <a:pt x="5103" y="4761"/>
                  </a:lnTo>
                  <a:lnTo>
                    <a:pt x="5359" y="4236"/>
                  </a:lnTo>
                  <a:lnTo>
                    <a:pt x="6561" y="5675"/>
                  </a:lnTo>
                  <a:cubicBezTo>
                    <a:pt x="6613" y="5739"/>
                    <a:pt x="6690" y="5776"/>
                    <a:pt x="6774" y="5778"/>
                  </a:cubicBezTo>
                  <a:cubicBezTo>
                    <a:pt x="6775" y="5778"/>
                    <a:pt x="6777" y="5778"/>
                    <a:pt x="6778" y="5778"/>
                  </a:cubicBezTo>
                  <a:cubicBezTo>
                    <a:pt x="6859" y="5778"/>
                    <a:pt x="6936" y="5743"/>
                    <a:pt x="6992" y="5684"/>
                  </a:cubicBezTo>
                  <a:lnTo>
                    <a:pt x="7577" y="5043"/>
                  </a:lnTo>
                  <a:cubicBezTo>
                    <a:pt x="7658" y="4956"/>
                    <a:pt x="7675" y="4827"/>
                    <a:pt x="7621" y="4720"/>
                  </a:cubicBezTo>
                  <a:lnTo>
                    <a:pt x="6082" y="1716"/>
                  </a:lnTo>
                  <a:cubicBezTo>
                    <a:pt x="6064" y="1681"/>
                    <a:pt x="6038" y="1650"/>
                    <a:pt x="6009" y="1625"/>
                  </a:cubicBezTo>
                  <a:lnTo>
                    <a:pt x="4107" y="66"/>
                  </a:lnTo>
                  <a:cubicBezTo>
                    <a:pt x="4054" y="24"/>
                    <a:pt x="3990" y="1"/>
                    <a:pt x="39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3838;p64">
              <a:extLst>
                <a:ext uri="{FF2B5EF4-FFF2-40B4-BE49-F238E27FC236}">
                  <a16:creationId xmlns:a16="http://schemas.microsoft.com/office/drawing/2014/main" id="{4EB7BBC2-0CAA-768D-23C5-3B29BF8910B7}"/>
                </a:ext>
              </a:extLst>
            </p:cNvPr>
            <p:cNvSpPr/>
            <p:nvPr/>
          </p:nvSpPr>
          <p:spPr>
            <a:xfrm>
              <a:off x="1066425" y="3656550"/>
              <a:ext cx="5525" cy="74425"/>
            </a:xfrm>
            <a:custGeom>
              <a:avLst/>
              <a:gdLst/>
              <a:ahLst/>
              <a:cxnLst/>
              <a:rect l="l" t="t" r="r" b="b"/>
              <a:pathLst>
                <a:path w="221" h="2977" extrusionOk="0">
                  <a:moveTo>
                    <a:pt x="220" y="297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3839;p64">
              <a:extLst>
                <a:ext uri="{FF2B5EF4-FFF2-40B4-BE49-F238E27FC236}">
                  <a16:creationId xmlns:a16="http://schemas.microsoft.com/office/drawing/2014/main" id="{C3CA0F82-9589-1619-15F2-4B18ABD54CA2}"/>
                </a:ext>
              </a:extLst>
            </p:cNvPr>
            <p:cNvSpPr/>
            <p:nvPr/>
          </p:nvSpPr>
          <p:spPr>
            <a:xfrm>
              <a:off x="1058975" y="3649400"/>
              <a:ext cx="20400" cy="88750"/>
            </a:xfrm>
            <a:custGeom>
              <a:avLst/>
              <a:gdLst/>
              <a:ahLst/>
              <a:cxnLst/>
              <a:rect l="l" t="t" r="r" b="b"/>
              <a:pathLst>
                <a:path w="816" h="3550" extrusionOk="0">
                  <a:moveTo>
                    <a:pt x="303" y="1"/>
                  </a:moveTo>
                  <a:cubicBezTo>
                    <a:pt x="294" y="1"/>
                    <a:pt x="286" y="1"/>
                    <a:pt x="278" y="2"/>
                  </a:cubicBezTo>
                  <a:cubicBezTo>
                    <a:pt x="120" y="13"/>
                    <a:pt x="1" y="152"/>
                    <a:pt x="12" y="310"/>
                  </a:cubicBezTo>
                  <a:lnTo>
                    <a:pt x="234" y="3284"/>
                  </a:lnTo>
                  <a:cubicBezTo>
                    <a:pt x="246" y="3433"/>
                    <a:pt x="370" y="3548"/>
                    <a:pt x="518" y="3549"/>
                  </a:cubicBezTo>
                  <a:lnTo>
                    <a:pt x="540" y="3549"/>
                  </a:lnTo>
                  <a:cubicBezTo>
                    <a:pt x="698" y="3537"/>
                    <a:pt x="816" y="3399"/>
                    <a:pt x="804" y="3242"/>
                  </a:cubicBezTo>
                  <a:lnTo>
                    <a:pt x="584" y="266"/>
                  </a:lnTo>
                  <a:cubicBezTo>
                    <a:pt x="574" y="117"/>
                    <a:pt x="450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3840;p64">
              <a:extLst>
                <a:ext uri="{FF2B5EF4-FFF2-40B4-BE49-F238E27FC236}">
                  <a16:creationId xmlns:a16="http://schemas.microsoft.com/office/drawing/2014/main" id="{D1F8AC3F-D7A0-A9F6-2DB3-BD987EFF17B5}"/>
                </a:ext>
              </a:extLst>
            </p:cNvPr>
            <p:cNvSpPr/>
            <p:nvPr/>
          </p:nvSpPr>
          <p:spPr>
            <a:xfrm>
              <a:off x="1035550" y="3653575"/>
              <a:ext cx="11825" cy="67525"/>
            </a:xfrm>
            <a:custGeom>
              <a:avLst/>
              <a:gdLst/>
              <a:ahLst/>
              <a:cxnLst/>
              <a:rect l="l" t="t" r="r" b="b"/>
              <a:pathLst>
                <a:path w="473" h="2701" extrusionOk="0">
                  <a:moveTo>
                    <a:pt x="473" y="2701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3841;p64">
              <a:extLst>
                <a:ext uri="{FF2B5EF4-FFF2-40B4-BE49-F238E27FC236}">
                  <a16:creationId xmlns:a16="http://schemas.microsoft.com/office/drawing/2014/main" id="{210BA414-7B09-811D-6884-FB70EB7CC013}"/>
                </a:ext>
              </a:extLst>
            </p:cNvPr>
            <p:cNvSpPr/>
            <p:nvPr/>
          </p:nvSpPr>
          <p:spPr>
            <a:xfrm>
              <a:off x="1027800" y="3646375"/>
              <a:ext cx="27300" cy="81875"/>
            </a:xfrm>
            <a:custGeom>
              <a:avLst/>
              <a:gdLst/>
              <a:ahLst/>
              <a:cxnLst/>
              <a:rect l="l" t="t" r="r" b="b"/>
              <a:pathLst>
                <a:path w="1092" h="3275" extrusionOk="0">
                  <a:moveTo>
                    <a:pt x="315" y="1"/>
                  </a:moveTo>
                  <a:cubicBezTo>
                    <a:pt x="297" y="1"/>
                    <a:pt x="279" y="3"/>
                    <a:pt x="261" y="6"/>
                  </a:cubicBezTo>
                  <a:cubicBezTo>
                    <a:pt x="106" y="33"/>
                    <a:pt x="1" y="181"/>
                    <a:pt x="28" y="337"/>
                  </a:cubicBezTo>
                  <a:lnTo>
                    <a:pt x="501" y="3037"/>
                  </a:lnTo>
                  <a:cubicBezTo>
                    <a:pt x="525" y="3174"/>
                    <a:pt x="643" y="3274"/>
                    <a:pt x="783" y="3274"/>
                  </a:cubicBezTo>
                  <a:cubicBezTo>
                    <a:pt x="799" y="3274"/>
                    <a:pt x="816" y="3273"/>
                    <a:pt x="831" y="3270"/>
                  </a:cubicBezTo>
                  <a:cubicBezTo>
                    <a:pt x="988" y="3244"/>
                    <a:pt x="1091" y="3095"/>
                    <a:pt x="1064" y="2940"/>
                  </a:cubicBezTo>
                  <a:lnTo>
                    <a:pt x="592" y="238"/>
                  </a:lnTo>
                  <a:cubicBezTo>
                    <a:pt x="569" y="102"/>
                    <a:pt x="449" y="1"/>
                    <a:pt x="3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3842;p64">
              <a:extLst>
                <a:ext uri="{FF2B5EF4-FFF2-40B4-BE49-F238E27FC236}">
                  <a16:creationId xmlns:a16="http://schemas.microsoft.com/office/drawing/2014/main" id="{A90374F8-C5E3-9587-71C6-4949E23B1831}"/>
                </a:ext>
              </a:extLst>
            </p:cNvPr>
            <p:cNvSpPr/>
            <p:nvPr/>
          </p:nvSpPr>
          <p:spPr>
            <a:xfrm>
              <a:off x="1019125" y="3630150"/>
              <a:ext cx="6075" cy="37050"/>
            </a:xfrm>
            <a:custGeom>
              <a:avLst/>
              <a:gdLst/>
              <a:ahLst/>
              <a:cxnLst/>
              <a:rect l="l" t="t" r="r" b="b"/>
              <a:pathLst>
                <a:path w="243" h="1482" extrusionOk="0">
                  <a:moveTo>
                    <a:pt x="243" y="1482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3843;p64">
              <a:extLst>
                <a:ext uri="{FF2B5EF4-FFF2-40B4-BE49-F238E27FC236}">
                  <a16:creationId xmlns:a16="http://schemas.microsoft.com/office/drawing/2014/main" id="{BCD86288-08A8-C632-654B-9C36BDFC80E8}"/>
                </a:ext>
              </a:extLst>
            </p:cNvPr>
            <p:cNvSpPr/>
            <p:nvPr/>
          </p:nvSpPr>
          <p:spPr>
            <a:xfrm>
              <a:off x="1011525" y="3623150"/>
              <a:ext cx="21375" cy="51200"/>
            </a:xfrm>
            <a:custGeom>
              <a:avLst/>
              <a:gdLst/>
              <a:ahLst/>
              <a:cxnLst/>
              <a:rect l="l" t="t" r="r" b="b"/>
              <a:pathLst>
                <a:path w="855" h="2048" extrusionOk="0">
                  <a:moveTo>
                    <a:pt x="305" y="0"/>
                  </a:moveTo>
                  <a:cubicBezTo>
                    <a:pt x="290" y="0"/>
                    <a:pt x="275" y="1"/>
                    <a:pt x="260" y="4"/>
                  </a:cubicBezTo>
                  <a:cubicBezTo>
                    <a:pt x="107" y="29"/>
                    <a:pt x="1" y="171"/>
                    <a:pt x="23" y="327"/>
                  </a:cubicBezTo>
                  <a:lnTo>
                    <a:pt x="265" y="1808"/>
                  </a:lnTo>
                  <a:cubicBezTo>
                    <a:pt x="287" y="1946"/>
                    <a:pt x="406" y="2048"/>
                    <a:pt x="547" y="2048"/>
                  </a:cubicBezTo>
                  <a:cubicBezTo>
                    <a:pt x="562" y="2048"/>
                    <a:pt x="577" y="2046"/>
                    <a:pt x="593" y="2044"/>
                  </a:cubicBezTo>
                  <a:cubicBezTo>
                    <a:pt x="749" y="2018"/>
                    <a:pt x="854" y="1872"/>
                    <a:pt x="829" y="1716"/>
                  </a:cubicBezTo>
                  <a:lnTo>
                    <a:pt x="588" y="234"/>
                  </a:lnTo>
                  <a:cubicBezTo>
                    <a:pt x="562" y="97"/>
                    <a:pt x="441" y="0"/>
                    <a:pt x="3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3844;p64">
              <a:extLst>
                <a:ext uri="{FF2B5EF4-FFF2-40B4-BE49-F238E27FC236}">
                  <a16:creationId xmlns:a16="http://schemas.microsoft.com/office/drawing/2014/main" id="{112150E1-49C7-9602-B65D-3401A5BC7181}"/>
                </a:ext>
              </a:extLst>
            </p:cNvPr>
            <p:cNvSpPr/>
            <p:nvPr/>
          </p:nvSpPr>
          <p:spPr>
            <a:xfrm>
              <a:off x="2384550" y="3570950"/>
              <a:ext cx="149000" cy="130800"/>
            </a:xfrm>
            <a:custGeom>
              <a:avLst/>
              <a:gdLst/>
              <a:ahLst/>
              <a:cxnLst/>
              <a:rect l="l" t="t" r="r" b="b"/>
              <a:pathLst>
                <a:path w="5960" h="5232" extrusionOk="0">
                  <a:moveTo>
                    <a:pt x="4049" y="0"/>
                  </a:moveTo>
                  <a:lnTo>
                    <a:pt x="1101" y="236"/>
                  </a:lnTo>
                  <a:lnTo>
                    <a:pt x="0" y="2930"/>
                  </a:lnTo>
                  <a:lnTo>
                    <a:pt x="1525" y="4116"/>
                  </a:lnTo>
                  <a:lnTo>
                    <a:pt x="4897" y="5231"/>
                  </a:lnTo>
                  <a:lnTo>
                    <a:pt x="5960" y="1496"/>
                  </a:lnTo>
                  <a:lnTo>
                    <a:pt x="40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3845;p64">
              <a:extLst>
                <a:ext uri="{FF2B5EF4-FFF2-40B4-BE49-F238E27FC236}">
                  <a16:creationId xmlns:a16="http://schemas.microsoft.com/office/drawing/2014/main" id="{7293F6D6-24E9-B7D0-F9A0-3B6C962FC1C1}"/>
                </a:ext>
              </a:extLst>
            </p:cNvPr>
            <p:cNvSpPr/>
            <p:nvPr/>
          </p:nvSpPr>
          <p:spPr>
            <a:xfrm>
              <a:off x="2376725" y="3563800"/>
              <a:ext cx="164525" cy="145100"/>
            </a:xfrm>
            <a:custGeom>
              <a:avLst/>
              <a:gdLst/>
              <a:ahLst/>
              <a:cxnLst/>
              <a:rect l="l" t="t" r="r" b="b"/>
              <a:pathLst>
                <a:path w="6581" h="5804" extrusionOk="0">
                  <a:moveTo>
                    <a:pt x="4273" y="581"/>
                  </a:moveTo>
                  <a:lnTo>
                    <a:pt x="5946" y="1888"/>
                  </a:lnTo>
                  <a:lnTo>
                    <a:pt x="5018" y="5151"/>
                  </a:lnTo>
                  <a:lnTo>
                    <a:pt x="1974" y="4146"/>
                  </a:lnTo>
                  <a:lnTo>
                    <a:pt x="661" y="3122"/>
                  </a:lnTo>
                  <a:lnTo>
                    <a:pt x="1613" y="792"/>
                  </a:lnTo>
                  <a:lnTo>
                    <a:pt x="4273" y="581"/>
                  </a:lnTo>
                  <a:close/>
                  <a:moveTo>
                    <a:pt x="4361" y="1"/>
                  </a:moveTo>
                  <a:cubicBezTo>
                    <a:pt x="4354" y="1"/>
                    <a:pt x="4347" y="1"/>
                    <a:pt x="4340" y="2"/>
                  </a:cubicBezTo>
                  <a:lnTo>
                    <a:pt x="1392" y="236"/>
                  </a:lnTo>
                  <a:cubicBezTo>
                    <a:pt x="1285" y="245"/>
                    <a:pt x="1190" y="313"/>
                    <a:pt x="1149" y="413"/>
                  </a:cubicBezTo>
                  <a:lnTo>
                    <a:pt x="49" y="3107"/>
                  </a:lnTo>
                  <a:cubicBezTo>
                    <a:pt x="1" y="3226"/>
                    <a:pt x="36" y="3362"/>
                    <a:pt x="138" y="3441"/>
                  </a:cubicBezTo>
                  <a:lnTo>
                    <a:pt x="1661" y="4628"/>
                  </a:lnTo>
                  <a:cubicBezTo>
                    <a:pt x="1687" y="4649"/>
                    <a:pt x="1717" y="4664"/>
                    <a:pt x="1749" y="4673"/>
                  </a:cubicBezTo>
                  <a:lnTo>
                    <a:pt x="5120" y="5789"/>
                  </a:lnTo>
                  <a:cubicBezTo>
                    <a:pt x="5150" y="5798"/>
                    <a:pt x="5181" y="5803"/>
                    <a:pt x="5210" y="5803"/>
                  </a:cubicBezTo>
                  <a:lnTo>
                    <a:pt x="5211" y="5803"/>
                  </a:lnTo>
                  <a:cubicBezTo>
                    <a:pt x="5338" y="5803"/>
                    <a:pt x="5451" y="5719"/>
                    <a:pt x="5486" y="5596"/>
                  </a:cubicBezTo>
                  <a:lnTo>
                    <a:pt x="6548" y="1860"/>
                  </a:lnTo>
                  <a:cubicBezTo>
                    <a:pt x="6580" y="1748"/>
                    <a:pt x="6540" y="1628"/>
                    <a:pt x="6449" y="1556"/>
                  </a:cubicBezTo>
                  <a:lnTo>
                    <a:pt x="4539" y="62"/>
                  </a:lnTo>
                  <a:cubicBezTo>
                    <a:pt x="4488" y="21"/>
                    <a:pt x="4425" y="1"/>
                    <a:pt x="43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3846;p64">
              <a:extLst>
                <a:ext uri="{FF2B5EF4-FFF2-40B4-BE49-F238E27FC236}">
                  <a16:creationId xmlns:a16="http://schemas.microsoft.com/office/drawing/2014/main" id="{FC710E71-E0FD-F21B-938F-D337483F21C8}"/>
                </a:ext>
              </a:extLst>
            </p:cNvPr>
            <p:cNvSpPr/>
            <p:nvPr/>
          </p:nvSpPr>
          <p:spPr>
            <a:xfrm>
              <a:off x="2502950" y="3601225"/>
              <a:ext cx="85450" cy="63625"/>
            </a:xfrm>
            <a:custGeom>
              <a:avLst/>
              <a:gdLst/>
              <a:ahLst/>
              <a:cxnLst/>
              <a:rect l="l" t="t" r="r" b="b"/>
              <a:pathLst>
                <a:path w="3418" h="2545" extrusionOk="0">
                  <a:moveTo>
                    <a:pt x="565" y="0"/>
                  </a:moveTo>
                  <a:lnTo>
                    <a:pt x="1" y="1188"/>
                  </a:lnTo>
                  <a:lnTo>
                    <a:pt x="2852" y="2544"/>
                  </a:lnTo>
                  <a:lnTo>
                    <a:pt x="3418" y="135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3847;p64">
              <a:extLst>
                <a:ext uri="{FF2B5EF4-FFF2-40B4-BE49-F238E27FC236}">
                  <a16:creationId xmlns:a16="http://schemas.microsoft.com/office/drawing/2014/main" id="{C3E1FF7E-4D47-70EE-F30E-7E37115ACD28}"/>
                </a:ext>
              </a:extLst>
            </p:cNvPr>
            <p:cNvSpPr/>
            <p:nvPr/>
          </p:nvSpPr>
          <p:spPr>
            <a:xfrm>
              <a:off x="2494725" y="3594075"/>
              <a:ext cx="101750" cy="77950"/>
            </a:xfrm>
            <a:custGeom>
              <a:avLst/>
              <a:gdLst/>
              <a:ahLst/>
              <a:cxnLst/>
              <a:rect l="l" t="t" r="r" b="b"/>
              <a:pathLst>
                <a:path w="4070" h="3118" extrusionOk="0">
                  <a:moveTo>
                    <a:pt x="1028" y="667"/>
                  </a:moveTo>
                  <a:lnTo>
                    <a:pt x="3363" y="1778"/>
                  </a:lnTo>
                  <a:lnTo>
                    <a:pt x="3044" y="2449"/>
                  </a:lnTo>
                  <a:lnTo>
                    <a:pt x="709" y="1340"/>
                  </a:lnTo>
                  <a:lnTo>
                    <a:pt x="1028" y="667"/>
                  </a:lnTo>
                  <a:close/>
                  <a:moveTo>
                    <a:pt x="892" y="1"/>
                  </a:moveTo>
                  <a:cubicBezTo>
                    <a:pt x="785" y="1"/>
                    <a:pt x="683" y="61"/>
                    <a:pt x="634" y="163"/>
                  </a:cubicBezTo>
                  <a:lnTo>
                    <a:pt x="68" y="1351"/>
                  </a:lnTo>
                  <a:cubicBezTo>
                    <a:pt x="1" y="1495"/>
                    <a:pt x="62" y="1665"/>
                    <a:pt x="204" y="1733"/>
                  </a:cubicBezTo>
                  <a:lnTo>
                    <a:pt x="3057" y="3089"/>
                  </a:lnTo>
                  <a:cubicBezTo>
                    <a:pt x="3094" y="3108"/>
                    <a:pt x="3137" y="3117"/>
                    <a:pt x="3180" y="3117"/>
                  </a:cubicBezTo>
                  <a:cubicBezTo>
                    <a:pt x="3212" y="3117"/>
                    <a:pt x="3244" y="3112"/>
                    <a:pt x="3275" y="3100"/>
                  </a:cubicBezTo>
                  <a:cubicBezTo>
                    <a:pt x="3347" y="3075"/>
                    <a:pt x="3406" y="3022"/>
                    <a:pt x="3438" y="2954"/>
                  </a:cubicBezTo>
                  <a:lnTo>
                    <a:pt x="4002" y="1765"/>
                  </a:lnTo>
                  <a:cubicBezTo>
                    <a:pt x="4070" y="1623"/>
                    <a:pt x="4009" y="1452"/>
                    <a:pt x="3867" y="1384"/>
                  </a:cubicBezTo>
                  <a:lnTo>
                    <a:pt x="1016" y="29"/>
                  </a:lnTo>
                  <a:cubicBezTo>
                    <a:pt x="976" y="10"/>
                    <a:pt x="933" y="1"/>
                    <a:pt x="8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3848;p64">
              <a:extLst>
                <a:ext uri="{FF2B5EF4-FFF2-40B4-BE49-F238E27FC236}">
                  <a16:creationId xmlns:a16="http://schemas.microsoft.com/office/drawing/2014/main" id="{347C393B-1117-F6FA-BFB4-4CC2F5433823}"/>
                </a:ext>
              </a:extLst>
            </p:cNvPr>
            <p:cNvSpPr/>
            <p:nvPr/>
          </p:nvSpPr>
          <p:spPr>
            <a:xfrm>
              <a:off x="2486750" y="3630475"/>
              <a:ext cx="85475" cy="63650"/>
            </a:xfrm>
            <a:custGeom>
              <a:avLst/>
              <a:gdLst/>
              <a:ahLst/>
              <a:cxnLst/>
              <a:rect l="l" t="t" r="r" b="b"/>
              <a:pathLst>
                <a:path w="3419" h="2546" extrusionOk="0">
                  <a:moveTo>
                    <a:pt x="566" y="0"/>
                  </a:moveTo>
                  <a:lnTo>
                    <a:pt x="0" y="1190"/>
                  </a:lnTo>
                  <a:lnTo>
                    <a:pt x="2853" y="2545"/>
                  </a:lnTo>
                  <a:lnTo>
                    <a:pt x="3418" y="1357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3849;p64">
              <a:extLst>
                <a:ext uri="{FF2B5EF4-FFF2-40B4-BE49-F238E27FC236}">
                  <a16:creationId xmlns:a16="http://schemas.microsoft.com/office/drawing/2014/main" id="{8DDE5896-2150-5606-3C12-74BD85B0265A}"/>
                </a:ext>
              </a:extLst>
            </p:cNvPr>
            <p:cNvSpPr/>
            <p:nvPr/>
          </p:nvSpPr>
          <p:spPr>
            <a:xfrm>
              <a:off x="2478475" y="3623325"/>
              <a:ext cx="101800" cy="77950"/>
            </a:xfrm>
            <a:custGeom>
              <a:avLst/>
              <a:gdLst/>
              <a:ahLst/>
              <a:cxnLst/>
              <a:rect l="l" t="t" r="r" b="b"/>
              <a:pathLst>
                <a:path w="4072" h="3118" extrusionOk="0">
                  <a:moveTo>
                    <a:pt x="1029" y="668"/>
                  </a:moveTo>
                  <a:lnTo>
                    <a:pt x="3364" y="1778"/>
                  </a:lnTo>
                  <a:lnTo>
                    <a:pt x="3045" y="2451"/>
                  </a:lnTo>
                  <a:lnTo>
                    <a:pt x="708" y="1340"/>
                  </a:lnTo>
                  <a:lnTo>
                    <a:pt x="1029" y="668"/>
                  </a:lnTo>
                  <a:close/>
                  <a:moveTo>
                    <a:pt x="893" y="1"/>
                  </a:moveTo>
                  <a:cubicBezTo>
                    <a:pt x="786" y="1"/>
                    <a:pt x="684" y="61"/>
                    <a:pt x="634" y="164"/>
                  </a:cubicBezTo>
                  <a:lnTo>
                    <a:pt x="70" y="1353"/>
                  </a:lnTo>
                  <a:cubicBezTo>
                    <a:pt x="1" y="1495"/>
                    <a:pt x="62" y="1666"/>
                    <a:pt x="205" y="1734"/>
                  </a:cubicBezTo>
                  <a:lnTo>
                    <a:pt x="3056" y="3089"/>
                  </a:lnTo>
                  <a:cubicBezTo>
                    <a:pt x="3095" y="3108"/>
                    <a:pt x="3137" y="3117"/>
                    <a:pt x="3179" y="3117"/>
                  </a:cubicBezTo>
                  <a:cubicBezTo>
                    <a:pt x="3289" y="3117"/>
                    <a:pt x="3391" y="3053"/>
                    <a:pt x="3438" y="2954"/>
                  </a:cubicBezTo>
                  <a:lnTo>
                    <a:pt x="4003" y="1766"/>
                  </a:lnTo>
                  <a:cubicBezTo>
                    <a:pt x="4071" y="1623"/>
                    <a:pt x="4010" y="1452"/>
                    <a:pt x="3867" y="1385"/>
                  </a:cubicBezTo>
                  <a:lnTo>
                    <a:pt x="1016" y="29"/>
                  </a:lnTo>
                  <a:cubicBezTo>
                    <a:pt x="976" y="10"/>
                    <a:pt x="934" y="1"/>
                    <a:pt x="8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3850;p64">
              <a:extLst>
                <a:ext uri="{FF2B5EF4-FFF2-40B4-BE49-F238E27FC236}">
                  <a16:creationId xmlns:a16="http://schemas.microsoft.com/office/drawing/2014/main" id="{F3C18E01-75E2-8CA1-51CB-B4E8978E6C0C}"/>
                </a:ext>
              </a:extLst>
            </p:cNvPr>
            <p:cNvSpPr/>
            <p:nvPr/>
          </p:nvSpPr>
          <p:spPr>
            <a:xfrm>
              <a:off x="2459100" y="3651475"/>
              <a:ext cx="85450" cy="63625"/>
            </a:xfrm>
            <a:custGeom>
              <a:avLst/>
              <a:gdLst/>
              <a:ahLst/>
              <a:cxnLst/>
              <a:rect l="l" t="t" r="r" b="b"/>
              <a:pathLst>
                <a:path w="3418" h="2545" extrusionOk="0">
                  <a:moveTo>
                    <a:pt x="566" y="1"/>
                  </a:moveTo>
                  <a:lnTo>
                    <a:pt x="0" y="1189"/>
                  </a:lnTo>
                  <a:lnTo>
                    <a:pt x="2852" y="2545"/>
                  </a:lnTo>
                  <a:lnTo>
                    <a:pt x="3417" y="1357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3851;p64">
              <a:extLst>
                <a:ext uri="{FF2B5EF4-FFF2-40B4-BE49-F238E27FC236}">
                  <a16:creationId xmlns:a16="http://schemas.microsoft.com/office/drawing/2014/main" id="{F030233F-5F36-9B8D-9327-91A3CE21CA8B}"/>
                </a:ext>
              </a:extLst>
            </p:cNvPr>
            <p:cNvSpPr/>
            <p:nvPr/>
          </p:nvSpPr>
          <p:spPr>
            <a:xfrm>
              <a:off x="2450900" y="3644325"/>
              <a:ext cx="101750" cy="77950"/>
            </a:xfrm>
            <a:custGeom>
              <a:avLst/>
              <a:gdLst/>
              <a:ahLst/>
              <a:cxnLst/>
              <a:rect l="l" t="t" r="r" b="b"/>
              <a:pathLst>
                <a:path w="4070" h="3118" extrusionOk="0">
                  <a:moveTo>
                    <a:pt x="1027" y="668"/>
                  </a:moveTo>
                  <a:lnTo>
                    <a:pt x="3362" y="1779"/>
                  </a:lnTo>
                  <a:lnTo>
                    <a:pt x="3043" y="2450"/>
                  </a:lnTo>
                  <a:lnTo>
                    <a:pt x="708" y="1339"/>
                  </a:lnTo>
                  <a:lnTo>
                    <a:pt x="1027" y="668"/>
                  </a:lnTo>
                  <a:close/>
                  <a:moveTo>
                    <a:pt x="893" y="0"/>
                  </a:moveTo>
                  <a:cubicBezTo>
                    <a:pt x="785" y="0"/>
                    <a:pt x="683" y="61"/>
                    <a:pt x="633" y="164"/>
                  </a:cubicBezTo>
                  <a:lnTo>
                    <a:pt x="68" y="1352"/>
                  </a:lnTo>
                  <a:cubicBezTo>
                    <a:pt x="0" y="1494"/>
                    <a:pt x="61" y="1666"/>
                    <a:pt x="204" y="1734"/>
                  </a:cubicBezTo>
                  <a:lnTo>
                    <a:pt x="3056" y="3090"/>
                  </a:lnTo>
                  <a:cubicBezTo>
                    <a:pt x="3094" y="3108"/>
                    <a:pt x="3136" y="3118"/>
                    <a:pt x="3179" y="3118"/>
                  </a:cubicBezTo>
                  <a:cubicBezTo>
                    <a:pt x="3211" y="3118"/>
                    <a:pt x="3244" y="3112"/>
                    <a:pt x="3275" y="3101"/>
                  </a:cubicBezTo>
                  <a:cubicBezTo>
                    <a:pt x="3345" y="3076"/>
                    <a:pt x="3404" y="3023"/>
                    <a:pt x="3436" y="2954"/>
                  </a:cubicBezTo>
                  <a:lnTo>
                    <a:pt x="4001" y="1766"/>
                  </a:lnTo>
                  <a:cubicBezTo>
                    <a:pt x="4069" y="1622"/>
                    <a:pt x="4009" y="1452"/>
                    <a:pt x="3867" y="1384"/>
                  </a:cubicBezTo>
                  <a:lnTo>
                    <a:pt x="1015" y="28"/>
                  </a:lnTo>
                  <a:cubicBezTo>
                    <a:pt x="976" y="9"/>
                    <a:pt x="934" y="0"/>
                    <a:pt x="8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3852;p64">
              <a:extLst>
                <a:ext uri="{FF2B5EF4-FFF2-40B4-BE49-F238E27FC236}">
                  <a16:creationId xmlns:a16="http://schemas.microsoft.com/office/drawing/2014/main" id="{F5B7EA7E-1FC4-F796-4EFD-0D70E7B597F2}"/>
                </a:ext>
              </a:extLst>
            </p:cNvPr>
            <p:cNvSpPr/>
            <p:nvPr/>
          </p:nvSpPr>
          <p:spPr>
            <a:xfrm>
              <a:off x="2456725" y="3682875"/>
              <a:ext cx="64725" cy="48800"/>
            </a:xfrm>
            <a:custGeom>
              <a:avLst/>
              <a:gdLst/>
              <a:ahLst/>
              <a:cxnLst/>
              <a:rect l="l" t="t" r="r" b="b"/>
              <a:pathLst>
                <a:path w="2589" h="1952" extrusionOk="0">
                  <a:moveTo>
                    <a:pt x="444" y="1"/>
                  </a:moveTo>
                  <a:lnTo>
                    <a:pt x="1" y="931"/>
                  </a:lnTo>
                  <a:lnTo>
                    <a:pt x="2145" y="1951"/>
                  </a:lnTo>
                  <a:lnTo>
                    <a:pt x="2588" y="1020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3853;p64">
              <a:extLst>
                <a:ext uri="{FF2B5EF4-FFF2-40B4-BE49-F238E27FC236}">
                  <a16:creationId xmlns:a16="http://schemas.microsoft.com/office/drawing/2014/main" id="{62C0C5E6-5FDF-E8E5-B01C-45F1AC8667ED}"/>
                </a:ext>
              </a:extLst>
            </p:cNvPr>
            <p:cNvSpPr/>
            <p:nvPr/>
          </p:nvSpPr>
          <p:spPr>
            <a:xfrm>
              <a:off x="2448525" y="3675750"/>
              <a:ext cx="81025" cy="63100"/>
            </a:xfrm>
            <a:custGeom>
              <a:avLst/>
              <a:gdLst/>
              <a:ahLst/>
              <a:cxnLst/>
              <a:rect l="l" t="t" r="r" b="b"/>
              <a:pathLst>
                <a:path w="3241" h="2524" extrusionOk="0">
                  <a:moveTo>
                    <a:pt x="905" y="667"/>
                  </a:moveTo>
                  <a:lnTo>
                    <a:pt x="2533" y="1441"/>
                  </a:lnTo>
                  <a:lnTo>
                    <a:pt x="2337" y="1855"/>
                  </a:lnTo>
                  <a:lnTo>
                    <a:pt x="708" y="1082"/>
                  </a:lnTo>
                  <a:lnTo>
                    <a:pt x="905" y="667"/>
                  </a:lnTo>
                  <a:close/>
                  <a:moveTo>
                    <a:pt x="769" y="0"/>
                  </a:moveTo>
                  <a:cubicBezTo>
                    <a:pt x="662" y="0"/>
                    <a:pt x="560" y="60"/>
                    <a:pt x="511" y="163"/>
                  </a:cubicBezTo>
                  <a:lnTo>
                    <a:pt x="68" y="1095"/>
                  </a:lnTo>
                  <a:cubicBezTo>
                    <a:pt x="1" y="1237"/>
                    <a:pt x="61" y="1407"/>
                    <a:pt x="204" y="1475"/>
                  </a:cubicBezTo>
                  <a:lnTo>
                    <a:pt x="2348" y="2495"/>
                  </a:lnTo>
                  <a:cubicBezTo>
                    <a:pt x="2387" y="2513"/>
                    <a:pt x="2428" y="2522"/>
                    <a:pt x="2471" y="2524"/>
                  </a:cubicBezTo>
                  <a:cubicBezTo>
                    <a:pt x="2582" y="2522"/>
                    <a:pt x="2682" y="2459"/>
                    <a:pt x="2729" y="2359"/>
                  </a:cubicBezTo>
                  <a:lnTo>
                    <a:pt x="3172" y="1429"/>
                  </a:lnTo>
                  <a:cubicBezTo>
                    <a:pt x="3240" y="1286"/>
                    <a:pt x="3179" y="1115"/>
                    <a:pt x="3037" y="1047"/>
                  </a:cubicBezTo>
                  <a:lnTo>
                    <a:pt x="892" y="28"/>
                  </a:lnTo>
                  <a:cubicBezTo>
                    <a:pt x="853" y="9"/>
                    <a:pt x="811" y="0"/>
                    <a:pt x="7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3854;p64">
              <a:extLst>
                <a:ext uri="{FF2B5EF4-FFF2-40B4-BE49-F238E27FC236}">
                  <a16:creationId xmlns:a16="http://schemas.microsoft.com/office/drawing/2014/main" id="{539CF8D3-246C-EB31-222F-A11097CDBF70}"/>
                </a:ext>
              </a:extLst>
            </p:cNvPr>
            <p:cNvSpPr/>
            <p:nvPr/>
          </p:nvSpPr>
          <p:spPr>
            <a:xfrm>
              <a:off x="2437900" y="3570950"/>
              <a:ext cx="108775" cy="117150"/>
            </a:xfrm>
            <a:custGeom>
              <a:avLst/>
              <a:gdLst/>
              <a:ahLst/>
              <a:cxnLst/>
              <a:rect l="l" t="t" r="r" b="b"/>
              <a:pathLst>
                <a:path w="4351" h="4686" extrusionOk="0">
                  <a:moveTo>
                    <a:pt x="1915" y="0"/>
                  </a:moveTo>
                  <a:lnTo>
                    <a:pt x="0" y="2370"/>
                  </a:lnTo>
                  <a:cubicBezTo>
                    <a:pt x="416" y="2654"/>
                    <a:pt x="902" y="2742"/>
                    <a:pt x="1342" y="2742"/>
                  </a:cubicBezTo>
                  <a:cubicBezTo>
                    <a:pt x="2050" y="2742"/>
                    <a:pt x="2641" y="2515"/>
                    <a:pt x="2641" y="2515"/>
                  </a:cubicBezTo>
                  <a:lnTo>
                    <a:pt x="2641" y="2515"/>
                  </a:lnTo>
                  <a:lnTo>
                    <a:pt x="2532" y="4013"/>
                  </a:lnTo>
                  <a:lnTo>
                    <a:pt x="3178" y="4686"/>
                  </a:lnTo>
                  <a:lnTo>
                    <a:pt x="4351" y="1471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3855;p64">
              <a:extLst>
                <a:ext uri="{FF2B5EF4-FFF2-40B4-BE49-F238E27FC236}">
                  <a16:creationId xmlns:a16="http://schemas.microsoft.com/office/drawing/2014/main" id="{BDA1D590-B485-A5B3-0D38-B8A02F2D3503}"/>
                </a:ext>
              </a:extLst>
            </p:cNvPr>
            <p:cNvSpPr/>
            <p:nvPr/>
          </p:nvSpPr>
          <p:spPr>
            <a:xfrm>
              <a:off x="2429625" y="3563800"/>
              <a:ext cx="124975" cy="131450"/>
            </a:xfrm>
            <a:custGeom>
              <a:avLst/>
              <a:gdLst/>
              <a:ahLst/>
              <a:cxnLst/>
              <a:rect l="l" t="t" r="r" b="b"/>
              <a:pathLst>
                <a:path w="4999" h="5258" extrusionOk="0">
                  <a:moveTo>
                    <a:pt x="2247" y="1"/>
                  </a:moveTo>
                  <a:cubicBezTo>
                    <a:pt x="2150" y="1"/>
                    <a:pt x="2055" y="50"/>
                    <a:pt x="2001" y="139"/>
                  </a:cubicBezTo>
                  <a:cubicBezTo>
                    <a:pt x="1919" y="273"/>
                    <a:pt x="1962" y="450"/>
                    <a:pt x="2098" y="531"/>
                  </a:cubicBezTo>
                  <a:lnTo>
                    <a:pt x="4333" y="1880"/>
                  </a:lnTo>
                  <a:lnTo>
                    <a:pt x="3398" y="4442"/>
                  </a:lnTo>
                  <a:lnTo>
                    <a:pt x="3159" y="4192"/>
                  </a:lnTo>
                  <a:lnTo>
                    <a:pt x="3258" y="2821"/>
                  </a:lnTo>
                  <a:cubicBezTo>
                    <a:pt x="3266" y="2724"/>
                    <a:pt x="3222" y="2629"/>
                    <a:pt x="3144" y="2571"/>
                  </a:cubicBezTo>
                  <a:cubicBezTo>
                    <a:pt x="3094" y="2533"/>
                    <a:pt x="3034" y="2514"/>
                    <a:pt x="2973" y="2514"/>
                  </a:cubicBezTo>
                  <a:cubicBezTo>
                    <a:pt x="2939" y="2514"/>
                    <a:pt x="2904" y="2520"/>
                    <a:pt x="2871" y="2533"/>
                  </a:cubicBezTo>
                  <a:cubicBezTo>
                    <a:pt x="2862" y="2536"/>
                    <a:pt x="2314" y="2740"/>
                    <a:pt x="1672" y="2740"/>
                  </a:cubicBezTo>
                  <a:cubicBezTo>
                    <a:pt x="1280" y="2740"/>
                    <a:pt x="853" y="2664"/>
                    <a:pt x="494" y="2419"/>
                  </a:cubicBezTo>
                  <a:cubicBezTo>
                    <a:pt x="443" y="2382"/>
                    <a:pt x="385" y="2365"/>
                    <a:pt x="327" y="2365"/>
                  </a:cubicBezTo>
                  <a:cubicBezTo>
                    <a:pt x="236" y="2365"/>
                    <a:pt x="146" y="2409"/>
                    <a:pt x="90" y="2490"/>
                  </a:cubicBezTo>
                  <a:cubicBezTo>
                    <a:pt x="0" y="2622"/>
                    <a:pt x="36" y="2804"/>
                    <a:pt x="171" y="2892"/>
                  </a:cubicBezTo>
                  <a:cubicBezTo>
                    <a:pt x="645" y="3215"/>
                    <a:pt x="1188" y="3314"/>
                    <a:pt x="1676" y="3314"/>
                  </a:cubicBezTo>
                  <a:cubicBezTo>
                    <a:pt x="2057" y="3314"/>
                    <a:pt x="2404" y="3254"/>
                    <a:pt x="2658" y="3193"/>
                  </a:cubicBezTo>
                  <a:lnTo>
                    <a:pt x="2658" y="3193"/>
                  </a:lnTo>
                  <a:lnTo>
                    <a:pt x="2580" y="4278"/>
                  </a:lnTo>
                  <a:cubicBezTo>
                    <a:pt x="2574" y="4358"/>
                    <a:pt x="2602" y="4438"/>
                    <a:pt x="2657" y="4496"/>
                  </a:cubicBezTo>
                  <a:lnTo>
                    <a:pt x="3302" y="5169"/>
                  </a:lnTo>
                  <a:cubicBezTo>
                    <a:pt x="3356" y="5225"/>
                    <a:pt x="3431" y="5257"/>
                    <a:pt x="3509" y="5257"/>
                  </a:cubicBezTo>
                  <a:cubicBezTo>
                    <a:pt x="3529" y="5257"/>
                    <a:pt x="3549" y="5256"/>
                    <a:pt x="3568" y="5252"/>
                  </a:cubicBezTo>
                  <a:cubicBezTo>
                    <a:pt x="3664" y="5232"/>
                    <a:pt x="3744" y="5162"/>
                    <a:pt x="3778" y="5070"/>
                  </a:cubicBezTo>
                  <a:lnTo>
                    <a:pt x="4951" y="1856"/>
                  </a:lnTo>
                  <a:cubicBezTo>
                    <a:pt x="4999" y="1728"/>
                    <a:pt x="4947" y="1584"/>
                    <a:pt x="4831" y="1514"/>
                  </a:cubicBezTo>
                  <a:lnTo>
                    <a:pt x="2393" y="41"/>
                  </a:lnTo>
                  <a:cubicBezTo>
                    <a:pt x="2347" y="14"/>
                    <a:pt x="2297" y="1"/>
                    <a:pt x="22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3856;p64">
              <a:extLst>
                <a:ext uri="{FF2B5EF4-FFF2-40B4-BE49-F238E27FC236}">
                  <a16:creationId xmlns:a16="http://schemas.microsoft.com/office/drawing/2014/main" id="{EF59D220-23A5-53DF-3BD9-4E8221C00261}"/>
                </a:ext>
              </a:extLst>
            </p:cNvPr>
            <p:cNvSpPr/>
            <p:nvPr/>
          </p:nvSpPr>
          <p:spPr>
            <a:xfrm>
              <a:off x="1166800" y="4801025"/>
              <a:ext cx="327325" cy="176250"/>
            </a:xfrm>
            <a:custGeom>
              <a:avLst/>
              <a:gdLst/>
              <a:ahLst/>
              <a:cxnLst/>
              <a:rect l="l" t="t" r="r" b="b"/>
              <a:pathLst>
                <a:path w="13093" h="7050" extrusionOk="0">
                  <a:moveTo>
                    <a:pt x="2786" y="1"/>
                  </a:moveTo>
                  <a:lnTo>
                    <a:pt x="431" y="2919"/>
                  </a:lnTo>
                  <a:cubicBezTo>
                    <a:pt x="0" y="3452"/>
                    <a:pt x="153" y="4246"/>
                    <a:pt x="753" y="4578"/>
                  </a:cubicBezTo>
                  <a:cubicBezTo>
                    <a:pt x="1545" y="5015"/>
                    <a:pt x="2567" y="5506"/>
                    <a:pt x="3164" y="5506"/>
                  </a:cubicBezTo>
                  <a:cubicBezTo>
                    <a:pt x="3179" y="5506"/>
                    <a:pt x="3194" y="5505"/>
                    <a:pt x="3208" y="5505"/>
                  </a:cubicBezTo>
                  <a:cubicBezTo>
                    <a:pt x="3229" y="5504"/>
                    <a:pt x="3249" y="5503"/>
                    <a:pt x="3270" y="5503"/>
                  </a:cubicBezTo>
                  <a:cubicBezTo>
                    <a:pt x="4281" y="5503"/>
                    <a:pt x="5178" y="6613"/>
                    <a:pt x="5861" y="6613"/>
                  </a:cubicBezTo>
                  <a:cubicBezTo>
                    <a:pt x="5870" y="6613"/>
                    <a:pt x="5879" y="6613"/>
                    <a:pt x="5888" y="6612"/>
                  </a:cubicBezTo>
                  <a:cubicBezTo>
                    <a:pt x="5908" y="6611"/>
                    <a:pt x="5931" y="6611"/>
                    <a:pt x="5956" y="6611"/>
                  </a:cubicBezTo>
                  <a:cubicBezTo>
                    <a:pt x="6774" y="6611"/>
                    <a:pt x="10286" y="7049"/>
                    <a:pt x="11661" y="7049"/>
                  </a:cubicBezTo>
                  <a:cubicBezTo>
                    <a:pt x="11737" y="7049"/>
                    <a:pt x="11806" y="7048"/>
                    <a:pt x="11868" y="7045"/>
                  </a:cubicBezTo>
                  <a:cubicBezTo>
                    <a:pt x="13093" y="6990"/>
                    <a:pt x="12712" y="6306"/>
                    <a:pt x="12712" y="6306"/>
                  </a:cubicBezTo>
                  <a:lnTo>
                    <a:pt x="8928" y="4021"/>
                  </a:lnTo>
                  <a:lnTo>
                    <a:pt x="6857" y="1813"/>
                  </a:lnTo>
                  <a:lnTo>
                    <a:pt x="2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3857;p64">
              <a:extLst>
                <a:ext uri="{FF2B5EF4-FFF2-40B4-BE49-F238E27FC236}">
                  <a16:creationId xmlns:a16="http://schemas.microsoft.com/office/drawing/2014/main" id="{F8612AC9-6689-CD62-8712-82746A074CD2}"/>
                </a:ext>
              </a:extLst>
            </p:cNvPr>
            <p:cNvSpPr/>
            <p:nvPr/>
          </p:nvSpPr>
          <p:spPr>
            <a:xfrm>
              <a:off x="1158425" y="4793850"/>
              <a:ext cx="337250" cy="190600"/>
            </a:xfrm>
            <a:custGeom>
              <a:avLst/>
              <a:gdLst/>
              <a:ahLst/>
              <a:cxnLst/>
              <a:rect l="l" t="t" r="r" b="b"/>
              <a:pathLst>
                <a:path w="13490" h="7624" extrusionOk="0">
                  <a:moveTo>
                    <a:pt x="3206" y="639"/>
                  </a:moveTo>
                  <a:lnTo>
                    <a:pt x="7022" y="2337"/>
                  </a:lnTo>
                  <a:lnTo>
                    <a:pt x="9054" y="4503"/>
                  </a:lnTo>
                  <a:cubicBezTo>
                    <a:pt x="9072" y="4522"/>
                    <a:pt x="9092" y="4538"/>
                    <a:pt x="9115" y="4553"/>
                  </a:cubicBezTo>
                  <a:lnTo>
                    <a:pt x="12814" y="6786"/>
                  </a:lnTo>
                  <a:cubicBezTo>
                    <a:pt x="12822" y="6815"/>
                    <a:pt x="12818" y="6844"/>
                    <a:pt x="12806" y="6870"/>
                  </a:cubicBezTo>
                  <a:cubicBezTo>
                    <a:pt x="12791" y="6895"/>
                    <a:pt x="12691" y="7025"/>
                    <a:pt x="12191" y="7047"/>
                  </a:cubicBezTo>
                  <a:cubicBezTo>
                    <a:pt x="12135" y="7049"/>
                    <a:pt x="12073" y="7050"/>
                    <a:pt x="12004" y="7050"/>
                  </a:cubicBezTo>
                  <a:cubicBezTo>
                    <a:pt x="11245" y="7050"/>
                    <a:pt x="9747" y="6908"/>
                    <a:pt x="8527" y="6790"/>
                  </a:cubicBezTo>
                  <a:cubicBezTo>
                    <a:pt x="7495" y="6692"/>
                    <a:pt x="6665" y="6612"/>
                    <a:pt x="6292" y="6612"/>
                  </a:cubicBezTo>
                  <a:lnTo>
                    <a:pt x="6291" y="6612"/>
                  </a:lnTo>
                  <a:cubicBezTo>
                    <a:pt x="6261" y="6612"/>
                    <a:pt x="6234" y="6612"/>
                    <a:pt x="6210" y="6613"/>
                  </a:cubicBezTo>
                  <a:cubicBezTo>
                    <a:pt x="6206" y="6613"/>
                    <a:pt x="6202" y="6614"/>
                    <a:pt x="6199" y="6614"/>
                  </a:cubicBezTo>
                  <a:cubicBezTo>
                    <a:pt x="5988" y="6614"/>
                    <a:pt x="5649" y="6407"/>
                    <a:pt x="5304" y="6185"/>
                  </a:cubicBezTo>
                  <a:cubicBezTo>
                    <a:pt x="4806" y="5865"/>
                    <a:pt x="4248" y="5504"/>
                    <a:pt x="3608" y="5504"/>
                  </a:cubicBezTo>
                  <a:cubicBezTo>
                    <a:pt x="3582" y="5504"/>
                    <a:pt x="3556" y="5505"/>
                    <a:pt x="3530" y="5506"/>
                  </a:cubicBezTo>
                  <a:cubicBezTo>
                    <a:pt x="3529" y="5506"/>
                    <a:pt x="3527" y="5506"/>
                    <a:pt x="3525" y="5506"/>
                  </a:cubicBezTo>
                  <a:cubicBezTo>
                    <a:pt x="3285" y="5506"/>
                    <a:pt x="2666" y="5410"/>
                    <a:pt x="1226" y="4614"/>
                  </a:cubicBezTo>
                  <a:cubicBezTo>
                    <a:pt x="1016" y="4499"/>
                    <a:pt x="867" y="4295"/>
                    <a:pt x="822" y="4059"/>
                  </a:cubicBezTo>
                  <a:cubicBezTo>
                    <a:pt x="775" y="3821"/>
                    <a:pt x="836" y="3573"/>
                    <a:pt x="989" y="3385"/>
                  </a:cubicBezTo>
                  <a:lnTo>
                    <a:pt x="3206" y="639"/>
                  </a:lnTo>
                  <a:close/>
                  <a:moveTo>
                    <a:pt x="3121" y="0"/>
                  </a:moveTo>
                  <a:cubicBezTo>
                    <a:pt x="3037" y="0"/>
                    <a:pt x="2954" y="38"/>
                    <a:pt x="2898" y="107"/>
                  </a:cubicBezTo>
                  <a:lnTo>
                    <a:pt x="544" y="3025"/>
                  </a:lnTo>
                  <a:cubicBezTo>
                    <a:pt x="1" y="3696"/>
                    <a:pt x="194" y="4696"/>
                    <a:pt x="950" y="5115"/>
                  </a:cubicBezTo>
                  <a:cubicBezTo>
                    <a:pt x="2092" y="5745"/>
                    <a:pt x="2947" y="6079"/>
                    <a:pt x="3479" y="6079"/>
                  </a:cubicBezTo>
                  <a:cubicBezTo>
                    <a:pt x="3506" y="6079"/>
                    <a:pt x="3531" y="6078"/>
                    <a:pt x="3556" y="6076"/>
                  </a:cubicBezTo>
                  <a:cubicBezTo>
                    <a:pt x="3570" y="6076"/>
                    <a:pt x="3585" y="6076"/>
                    <a:pt x="3599" y="6076"/>
                  </a:cubicBezTo>
                  <a:cubicBezTo>
                    <a:pt x="4067" y="6076"/>
                    <a:pt x="4541" y="6374"/>
                    <a:pt x="4995" y="6666"/>
                  </a:cubicBezTo>
                  <a:cubicBezTo>
                    <a:pt x="5397" y="6924"/>
                    <a:pt x="5783" y="7187"/>
                    <a:pt x="6159" y="7187"/>
                  </a:cubicBezTo>
                  <a:cubicBezTo>
                    <a:pt x="6184" y="7187"/>
                    <a:pt x="6210" y="7186"/>
                    <a:pt x="6236" y="7184"/>
                  </a:cubicBezTo>
                  <a:cubicBezTo>
                    <a:pt x="6249" y="7183"/>
                    <a:pt x="6263" y="7183"/>
                    <a:pt x="6279" y="7183"/>
                  </a:cubicBezTo>
                  <a:cubicBezTo>
                    <a:pt x="6608" y="7183"/>
                    <a:pt x="7514" y="7269"/>
                    <a:pt x="8472" y="7361"/>
                  </a:cubicBezTo>
                  <a:cubicBezTo>
                    <a:pt x="9762" y="7484"/>
                    <a:pt x="11209" y="7623"/>
                    <a:pt x="12001" y="7623"/>
                  </a:cubicBezTo>
                  <a:cubicBezTo>
                    <a:pt x="12078" y="7623"/>
                    <a:pt x="12151" y="7622"/>
                    <a:pt x="12215" y="7618"/>
                  </a:cubicBezTo>
                  <a:cubicBezTo>
                    <a:pt x="12778" y="7592"/>
                    <a:pt x="13145" y="7435"/>
                    <a:pt x="13305" y="7146"/>
                  </a:cubicBezTo>
                  <a:cubicBezTo>
                    <a:pt x="13489" y="6818"/>
                    <a:pt x="13316" y="6490"/>
                    <a:pt x="13297" y="6453"/>
                  </a:cubicBezTo>
                  <a:cubicBezTo>
                    <a:pt x="13273" y="6410"/>
                    <a:pt x="13237" y="6374"/>
                    <a:pt x="13195" y="6348"/>
                  </a:cubicBezTo>
                  <a:lnTo>
                    <a:pt x="9443" y="4082"/>
                  </a:lnTo>
                  <a:lnTo>
                    <a:pt x="7399" y="1902"/>
                  </a:lnTo>
                  <a:cubicBezTo>
                    <a:pt x="7374" y="1875"/>
                    <a:pt x="7342" y="1852"/>
                    <a:pt x="7307" y="1837"/>
                  </a:cubicBezTo>
                  <a:lnTo>
                    <a:pt x="3238" y="25"/>
                  </a:lnTo>
                  <a:cubicBezTo>
                    <a:pt x="3200" y="8"/>
                    <a:pt x="3161" y="0"/>
                    <a:pt x="3121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3858;p64">
              <a:extLst>
                <a:ext uri="{FF2B5EF4-FFF2-40B4-BE49-F238E27FC236}">
                  <a16:creationId xmlns:a16="http://schemas.microsoft.com/office/drawing/2014/main" id="{BB8C3A13-98A8-E03F-018A-0A590FF4E9BB}"/>
                </a:ext>
              </a:extLst>
            </p:cNvPr>
            <p:cNvSpPr/>
            <p:nvPr/>
          </p:nvSpPr>
          <p:spPr>
            <a:xfrm>
              <a:off x="1166800" y="4872150"/>
              <a:ext cx="327325" cy="105125"/>
            </a:xfrm>
            <a:custGeom>
              <a:avLst/>
              <a:gdLst/>
              <a:ahLst/>
              <a:cxnLst/>
              <a:rect l="l" t="t" r="r" b="b"/>
              <a:pathLst>
                <a:path w="13093" h="4205" extrusionOk="0">
                  <a:moveTo>
                    <a:pt x="489" y="1"/>
                  </a:moveTo>
                  <a:lnTo>
                    <a:pt x="431" y="74"/>
                  </a:lnTo>
                  <a:cubicBezTo>
                    <a:pt x="0" y="607"/>
                    <a:pt x="153" y="1401"/>
                    <a:pt x="753" y="1733"/>
                  </a:cubicBezTo>
                  <a:cubicBezTo>
                    <a:pt x="1545" y="2170"/>
                    <a:pt x="2567" y="2661"/>
                    <a:pt x="3164" y="2661"/>
                  </a:cubicBezTo>
                  <a:cubicBezTo>
                    <a:pt x="3179" y="2661"/>
                    <a:pt x="3194" y="2660"/>
                    <a:pt x="3208" y="2660"/>
                  </a:cubicBezTo>
                  <a:cubicBezTo>
                    <a:pt x="3229" y="2659"/>
                    <a:pt x="3249" y="2658"/>
                    <a:pt x="3270" y="2658"/>
                  </a:cubicBezTo>
                  <a:cubicBezTo>
                    <a:pt x="4281" y="2658"/>
                    <a:pt x="5178" y="3768"/>
                    <a:pt x="5861" y="3768"/>
                  </a:cubicBezTo>
                  <a:cubicBezTo>
                    <a:pt x="5870" y="3768"/>
                    <a:pt x="5879" y="3768"/>
                    <a:pt x="5888" y="3767"/>
                  </a:cubicBezTo>
                  <a:cubicBezTo>
                    <a:pt x="5908" y="3766"/>
                    <a:pt x="5931" y="3766"/>
                    <a:pt x="5956" y="3766"/>
                  </a:cubicBezTo>
                  <a:cubicBezTo>
                    <a:pt x="6774" y="3766"/>
                    <a:pt x="10286" y="4204"/>
                    <a:pt x="11661" y="4204"/>
                  </a:cubicBezTo>
                  <a:cubicBezTo>
                    <a:pt x="11737" y="4204"/>
                    <a:pt x="11806" y="4203"/>
                    <a:pt x="11868" y="4200"/>
                  </a:cubicBezTo>
                  <a:cubicBezTo>
                    <a:pt x="13093" y="4145"/>
                    <a:pt x="12712" y="3461"/>
                    <a:pt x="12712" y="3461"/>
                  </a:cubicBezTo>
                  <a:lnTo>
                    <a:pt x="12635" y="3415"/>
                  </a:lnTo>
                  <a:cubicBezTo>
                    <a:pt x="10887" y="3378"/>
                    <a:pt x="7173" y="3181"/>
                    <a:pt x="5292" y="2215"/>
                  </a:cubicBezTo>
                  <a:cubicBezTo>
                    <a:pt x="3626" y="1360"/>
                    <a:pt x="1747" y="821"/>
                    <a:pt x="4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3859;p64">
              <a:extLst>
                <a:ext uri="{FF2B5EF4-FFF2-40B4-BE49-F238E27FC236}">
                  <a16:creationId xmlns:a16="http://schemas.microsoft.com/office/drawing/2014/main" id="{ED299064-5F87-B89F-F81F-5BD389ED2F12}"/>
                </a:ext>
              </a:extLst>
            </p:cNvPr>
            <p:cNvSpPr/>
            <p:nvPr/>
          </p:nvSpPr>
          <p:spPr>
            <a:xfrm>
              <a:off x="1158425" y="4865000"/>
              <a:ext cx="337275" cy="119450"/>
            </a:xfrm>
            <a:custGeom>
              <a:avLst/>
              <a:gdLst/>
              <a:ahLst/>
              <a:cxnLst/>
              <a:rect l="l" t="t" r="r" b="b"/>
              <a:pathLst>
                <a:path w="13491" h="4778" extrusionOk="0">
                  <a:moveTo>
                    <a:pt x="900" y="671"/>
                  </a:moveTo>
                  <a:cubicBezTo>
                    <a:pt x="1598" y="1086"/>
                    <a:pt x="2436" y="1428"/>
                    <a:pt x="3316" y="1790"/>
                  </a:cubicBezTo>
                  <a:cubicBezTo>
                    <a:pt x="4042" y="2086"/>
                    <a:pt x="4790" y="2394"/>
                    <a:pt x="5496" y="2755"/>
                  </a:cubicBezTo>
                  <a:cubicBezTo>
                    <a:pt x="7344" y="3705"/>
                    <a:pt x="10815" y="3933"/>
                    <a:pt x="12818" y="3984"/>
                  </a:cubicBezTo>
                  <a:cubicBezTo>
                    <a:pt x="12816" y="3997"/>
                    <a:pt x="12813" y="4011"/>
                    <a:pt x="12806" y="4024"/>
                  </a:cubicBezTo>
                  <a:cubicBezTo>
                    <a:pt x="12791" y="4049"/>
                    <a:pt x="12691" y="4179"/>
                    <a:pt x="12191" y="4201"/>
                  </a:cubicBezTo>
                  <a:cubicBezTo>
                    <a:pt x="12135" y="4203"/>
                    <a:pt x="12073" y="4204"/>
                    <a:pt x="12004" y="4204"/>
                  </a:cubicBezTo>
                  <a:cubicBezTo>
                    <a:pt x="11245" y="4204"/>
                    <a:pt x="9747" y="4062"/>
                    <a:pt x="8527" y="3944"/>
                  </a:cubicBezTo>
                  <a:cubicBezTo>
                    <a:pt x="7495" y="3846"/>
                    <a:pt x="6665" y="3766"/>
                    <a:pt x="6292" y="3766"/>
                  </a:cubicBezTo>
                  <a:lnTo>
                    <a:pt x="6291" y="3766"/>
                  </a:lnTo>
                  <a:cubicBezTo>
                    <a:pt x="6261" y="3766"/>
                    <a:pt x="6234" y="3766"/>
                    <a:pt x="6210" y="3767"/>
                  </a:cubicBezTo>
                  <a:cubicBezTo>
                    <a:pt x="6207" y="3767"/>
                    <a:pt x="6204" y="3767"/>
                    <a:pt x="6200" y="3767"/>
                  </a:cubicBezTo>
                  <a:cubicBezTo>
                    <a:pt x="5989" y="3767"/>
                    <a:pt x="5650" y="3561"/>
                    <a:pt x="5304" y="3339"/>
                  </a:cubicBezTo>
                  <a:cubicBezTo>
                    <a:pt x="4805" y="3018"/>
                    <a:pt x="4246" y="2657"/>
                    <a:pt x="3605" y="2657"/>
                  </a:cubicBezTo>
                  <a:cubicBezTo>
                    <a:pt x="3580" y="2657"/>
                    <a:pt x="3555" y="2658"/>
                    <a:pt x="3530" y="2659"/>
                  </a:cubicBezTo>
                  <a:cubicBezTo>
                    <a:pt x="3527" y="2659"/>
                    <a:pt x="3524" y="2659"/>
                    <a:pt x="3521" y="2659"/>
                  </a:cubicBezTo>
                  <a:cubicBezTo>
                    <a:pt x="3277" y="2659"/>
                    <a:pt x="2656" y="2558"/>
                    <a:pt x="1226" y="1768"/>
                  </a:cubicBezTo>
                  <a:cubicBezTo>
                    <a:pt x="1016" y="1653"/>
                    <a:pt x="867" y="1449"/>
                    <a:pt x="822" y="1213"/>
                  </a:cubicBezTo>
                  <a:cubicBezTo>
                    <a:pt x="785" y="1029"/>
                    <a:pt x="813" y="838"/>
                    <a:pt x="900" y="671"/>
                  </a:cubicBezTo>
                  <a:close/>
                  <a:moveTo>
                    <a:pt x="825" y="0"/>
                  </a:moveTo>
                  <a:cubicBezTo>
                    <a:pt x="741" y="0"/>
                    <a:pt x="658" y="37"/>
                    <a:pt x="602" y="107"/>
                  </a:cubicBezTo>
                  <a:lnTo>
                    <a:pt x="544" y="179"/>
                  </a:lnTo>
                  <a:cubicBezTo>
                    <a:pt x="1" y="850"/>
                    <a:pt x="194" y="1850"/>
                    <a:pt x="950" y="2269"/>
                  </a:cubicBezTo>
                  <a:cubicBezTo>
                    <a:pt x="2092" y="2899"/>
                    <a:pt x="2947" y="3233"/>
                    <a:pt x="3479" y="3233"/>
                  </a:cubicBezTo>
                  <a:cubicBezTo>
                    <a:pt x="3506" y="3233"/>
                    <a:pt x="3531" y="3232"/>
                    <a:pt x="3556" y="3230"/>
                  </a:cubicBezTo>
                  <a:cubicBezTo>
                    <a:pt x="3570" y="3230"/>
                    <a:pt x="3585" y="3230"/>
                    <a:pt x="3599" y="3230"/>
                  </a:cubicBezTo>
                  <a:cubicBezTo>
                    <a:pt x="4067" y="3230"/>
                    <a:pt x="4541" y="3528"/>
                    <a:pt x="4995" y="3820"/>
                  </a:cubicBezTo>
                  <a:cubicBezTo>
                    <a:pt x="5397" y="4078"/>
                    <a:pt x="5783" y="4341"/>
                    <a:pt x="6159" y="4341"/>
                  </a:cubicBezTo>
                  <a:cubicBezTo>
                    <a:pt x="6184" y="4341"/>
                    <a:pt x="6210" y="4340"/>
                    <a:pt x="6236" y="4338"/>
                  </a:cubicBezTo>
                  <a:cubicBezTo>
                    <a:pt x="6249" y="4337"/>
                    <a:pt x="6263" y="4337"/>
                    <a:pt x="6279" y="4337"/>
                  </a:cubicBezTo>
                  <a:cubicBezTo>
                    <a:pt x="6608" y="4337"/>
                    <a:pt x="7514" y="4423"/>
                    <a:pt x="8472" y="4515"/>
                  </a:cubicBezTo>
                  <a:cubicBezTo>
                    <a:pt x="9762" y="4638"/>
                    <a:pt x="11209" y="4777"/>
                    <a:pt x="12001" y="4777"/>
                  </a:cubicBezTo>
                  <a:cubicBezTo>
                    <a:pt x="12078" y="4777"/>
                    <a:pt x="12151" y="4776"/>
                    <a:pt x="12217" y="4771"/>
                  </a:cubicBezTo>
                  <a:cubicBezTo>
                    <a:pt x="12779" y="4746"/>
                    <a:pt x="13146" y="4589"/>
                    <a:pt x="13306" y="4300"/>
                  </a:cubicBezTo>
                  <a:cubicBezTo>
                    <a:pt x="13491" y="3971"/>
                    <a:pt x="13318" y="3643"/>
                    <a:pt x="13298" y="3607"/>
                  </a:cubicBezTo>
                  <a:cubicBezTo>
                    <a:pt x="13274" y="3564"/>
                    <a:pt x="13238" y="3526"/>
                    <a:pt x="13196" y="3501"/>
                  </a:cubicBezTo>
                  <a:lnTo>
                    <a:pt x="13118" y="3455"/>
                  </a:lnTo>
                  <a:cubicBezTo>
                    <a:pt x="13075" y="3429"/>
                    <a:pt x="13027" y="3415"/>
                    <a:pt x="12977" y="3414"/>
                  </a:cubicBezTo>
                  <a:cubicBezTo>
                    <a:pt x="11426" y="3382"/>
                    <a:pt x="7617" y="3201"/>
                    <a:pt x="5759" y="2246"/>
                  </a:cubicBezTo>
                  <a:cubicBezTo>
                    <a:pt x="5031" y="1873"/>
                    <a:pt x="4270" y="1560"/>
                    <a:pt x="3534" y="1259"/>
                  </a:cubicBezTo>
                  <a:cubicBezTo>
                    <a:pt x="2578" y="868"/>
                    <a:pt x="1674" y="499"/>
                    <a:pt x="981" y="47"/>
                  </a:cubicBezTo>
                  <a:cubicBezTo>
                    <a:pt x="933" y="15"/>
                    <a:pt x="879" y="0"/>
                    <a:pt x="825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3860;p64">
              <a:extLst>
                <a:ext uri="{FF2B5EF4-FFF2-40B4-BE49-F238E27FC236}">
                  <a16:creationId xmlns:a16="http://schemas.microsoft.com/office/drawing/2014/main" id="{4B180EB4-F9B9-CE3E-4F35-63B60B11A0B4}"/>
                </a:ext>
              </a:extLst>
            </p:cNvPr>
            <p:cNvSpPr/>
            <p:nvPr/>
          </p:nvSpPr>
          <p:spPr>
            <a:xfrm>
              <a:off x="1766750" y="5135800"/>
              <a:ext cx="375625" cy="42400"/>
            </a:xfrm>
            <a:custGeom>
              <a:avLst/>
              <a:gdLst/>
              <a:ahLst/>
              <a:cxnLst/>
              <a:rect l="l" t="t" r="r" b="b"/>
              <a:pathLst>
                <a:path w="15025" h="1696" extrusionOk="0">
                  <a:moveTo>
                    <a:pt x="13914" y="1"/>
                  </a:moveTo>
                  <a:cubicBezTo>
                    <a:pt x="11577" y="213"/>
                    <a:pt x="8054" y="475"/>
                    <a:pt x="4896" y="475"/>
                  </a:cubicBezTo>
                  <a:cubicBezTo>
                    <a:pt x="3116" y="475"/>
                    <a:pt x="1453" y="392"/>
                    <a:pt x="183" y="170"/>
                  </a:cubicBezTo>
                  <a:lnTo>
                    <a:pt x="183" y="170"/>
                  </a:lnTo>
                  <a:cubicBezTo>
                    <a:pt x="38" y="991"/>
                    <a:pt x="1" y="1604"/>
                    <a:pt x="192" y="1659"/>
                  </a:cubicBezTo>
                  <a:cubicBezTo>
                    <a:pt x="280" y="1684"/>
                    <a:pt x="596" y="1695"/>
                    <a:pt x="1075" y="1695"/>
                  </a:cubicBezTo>
                  <a:cubicBezTo>
                    <a:pt x="3957" y="1695"/>
                    <a:pt x="12761" y="1301"/>
                    <a:pt x="13806" y="1254"/>
                  </a:cubicBezTo>
                  <a:cubicBezTo>
                    <a:pt x="15025" y="1199"/>
                    <a:pt x="14998" y="590"/>
                    <a:pt x="14998" y="590"/>
                  </a:cubicBezTo>
                  <a:lnTo>
                    <a:pt x="1391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3861;p64">
              <a:extLst>
                <a:ext uri="{FF2B5EF4-FFF2-40B4-BE49-F238E27FC236}">
                  <a16:creationId xmlns:a16="http://schemas.microsoft.com/office/drawing/2014/main" id="{77F9FEA9-9B92-63AD-54F4-6CF6DEF006BC}"/>
                </a:ext>
              </a:extLst>
            </p:cNvPr>
            <p:cNvSpPr/>
            <p:nvPr/>
          </p:nvSpPr>
          <p:spPr>
            <a:xfrm>
              <a:off x="1758850" y="5128675"/>
              <a:ext cx="390025" cy="56550"/>
            </a:xfrm>
            <a:custGeom>
              <a:avLst/>
              <a:gdLst/>
              <a:ahLst/>
              <a:cxnLst/>
              <a:rect l="l" t="t" r="r" b="b"/>
              <a:pathLst>
                <a:path w="15601" h="2262" extrusionOk="0">
                  <a:moveTo>
                    <a:pt x="14169" y="579"/>
                  </a:moveTo>
                  <a:lnTo>
                    <a:pt x="14954" y="1006"/>
                  </a:lnTo>
                  <a:cubicBezTo>
                    <a:pt x="14845" y="1114"/>
                    <a:pt x="14598" y="1230"/>
                    <a:pt x="14109" y="1252"/>
                  </a:cubicBezTo>
                  <a:cubicBezTo>
                    <a:pt x="8797" y="1491"/>
                    <a:pt x="3292" y="1695"/>
                    <a:pt x="1318" y="1695"/>
                  </a:cubicBezTo>
                  <a:cubicBezTo>
                    <a:pt x="1015" y="1695"/>
                    <a:pt x="795" y="1690"/>
                    <a:pt x="672" y="1680"/>
                  </a:cubicBezTo>
                  <a:cubicBezTo>
                    <a:pt x="658" y="1580"/>
                    <a:pt x="650" y="1335"/>
                    <a:pt x="735" y="783"/>
                  </a:cubicBezTo>
                  <a:cubicBezTo>
                    <a:pt x="1978" y="972"/>
                    <a:pt x="3544" y="1044"/>
                    <a:pt x="5208" y="1044"/>
                  </a:cubicBezTo>
                  <a:cubicBezTo>
                    <a:pt x="8354" y="1044"/>
                    <a:pt x="11849" y="787"/>
                    <a:pt x="14169" y="579"/>
                  </a:cubicBezTo>
                  <a:close/>
                  <a:moveTo>
                    <a:pt x="14225" y="0"/>
                  </a:moveTo>
                  <a:cubicBezTo>
                    <a:pt x="14218" y="0"/>
                    <a:pt x="14211" y="1"/>
                    <a:pt x="14204" y="1"/>
                  </a:cubicBezTo>
                  <a:cubicBezTo>
                    <a:pt x="11894" y="210"/>
                    <a:pt x="8363" y="473"/>
                    <a:pt x="5206" y="473"/>
                  </a:cubicBezTo>
                  <a:cubicBezTo>
                    <a:pt x="3445" y="473"/>
                    <a:pt x="1800" y="391"/>
                    <a:pt x="548" y="173"/>
                  </a:cubicBezTo>
                  <a:cubicBezTo>
                    <a:pt x="528" y="169"/>
                    <a:pt x="509" y="167"/>
                    <a:pt x="491" y="167"/>
                  </a:cubicBezTo>
                  <a:cubicBezTo>
                    <a:pt x="355" y="167"/>
                    <a:pt x="240" y="269"/>
                    <a:pt x="216" y="405"/>
                  </a:cubicBezTo>
                  <a:cubicBezTo>
                    <a:pt x="0" y="1639"/>
                    <a:pt x="57" y="2114"/>
                    <a:pt x="430" y="2220"/>
                  </a:cubicBezTo>
                  <a:cubicBezTo>
                    <a:pt x="535" y="2249"/>
                    <a:pt x="899" y="2262"/>
                    <a:pt x="1450" y="2262"/>
                  </a:cubicBezTo>
                  <a:cubicBezTo>
                    <a:pt x="4067" y="2262"/>
                    <a:pt x="10898" y="1970"/>
                    <a:pt x="14135" y="1824"/>
                  </a:cubicBezTo>
                  <a:cubicBezTo>
                    <a:pt x="14719" y="1798"/>
                    <a:pt x="15140" y="1648"/>
                    <a:pt x="15386" y="1380"/>
                  </a:cubicBezTo>
                  <a:cubicBezTo>
                    <a:pt x="15601" y="1144"/>
                    <a:pt x="15601" y="907"/>
                    <a:pt x="15600" y="862"/>
                  </a:cubicBezTo>
                  <a:cubicBezTo>
                    <a:pt x="15595" y="761"/>
                    <a:pt x="15538" y="671"/>
                    <a:pt x="15450" y="623"/>
                  </a:cubicBezTo>
                  <a:lnTo>
                    <a:pt x="14366" y="34"/>
                  </a:lnTo>
                  <a:cubicBezTo>
                    <a:pt x="14322" y="12"/>
                    <a:pt x="14274" y="0"/>
                    <a:pt x="14225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031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D9EB1171-6498-35E1-EC47-CB3E45F7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878;p37">
            <a:extLst>
              <a:ext uri="{FF2B5EF4-FFF2-40B4-BE49-F238E27FC236}">
                <a16:creationId xmlns:a16="http://schemas.microsoft.com/office/drawing/2014/main" id="{9B4B48B7-A11A-63ED-DC2F-24E3A848050C}"/>
              </a:ext>
            </a:extLst>
          </p:cNvPr>
          <p:cNvSpPr txBox="1">
            <a:spLocks/>
          </p:cNvSpPr>
          <p:nvPr/>
        </p:nvSpPr>
        <p:spPr>
          <a:xfrm>
            <a:off x="454214" y="157117"/>
            <a:ext cx="1992653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vi-VN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CHƯƠNG 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3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6" name="Google Shape;878;p37">
            <a:extLst>
              <a:ext uri="{FF2B5EF4-FFF2-40B4-BE49-F238E27FC236}">
                <a16:creationId xmlns:a16="http://schemas.microsoft.com/office/drawing/2014/main" id="{250A19D9-E1B5-7D07-5F5A-6D2FA98916A4}"/>
              </a:ext>
            </a:extLst>
          </p:cNvPr>
          <p:cNvSpPr txBox="1">
            <a:spLocks/>
          </p:cNvSpPr>
          <p:nvPr/>
        </p:nvSpPr>
        <p:spPr>
          <a:xfrm>
            <a:off x="2446866" y="146573"/>
            <a:ext cx="4984448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Kết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luận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&amp;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hướng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phát</a:t>
            </a:r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Montserrat Black" panose="00000A00000000000000" pitchFamily="2" charset="0"/>
              </a:rPr>
              <a:t>triển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428" name="Google Shape;878;p37">
            <a:extLst>
              <a:ext uri="{FF2B5EF4-FFF2-40B4-BE49-F238E27FC236}">
                <a16:creationId xmlns:a16="http://schemas.microsoft.com/office/drawing/2014/main" id="{EE9F386A-8486-8F94-3E47-23CD23E8A126}"/>
              </a:ext>
            </a:extLst>
          </p:cNvPr>
          <p:cNvSpPr txBox="1">
            <a:spLocks/>
          </p:cNvSpPr>
          <p:nvPr/>
        </p:nvSpPr>
        <p:spPr>
          <a:xfrm>
            <a:off x="2327123" y="138294"/>
            <a:ext cx="239487" cy="5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  <a:latin typeface="Montserrat Black" panose="00000A00000000000000" pitchFamily="2" charset="0"/>
              </a:rPr>
              <a:t>:</a:t>
            </a:r>
            <a:endParaRPr lang="vi-VN" sz="24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CB07EFE-3AA5-7DD8-200C-8EA25E430976}"/>
              </a:ext>
            </a:extLst>
          </p:cNvPr>
          <p:cNvSpPr/>
          <p:nvPr/>
        </p:nvSpPr>
        <p:spPr>
          <a:xfrm>
            <a:off x="568113" y="881975"/>
            <a:ext cx="80077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 err="1"/>
              <a:t>Tính</a:t>
            </a:r>
            <a:r>
              <a:rPr lang="en-US" sz="1700" dirty="0"/>
              <a:t> </a:t>
            </a:r>
            <a:r>
              <a:rPr lang="en-US" sz="1700" dirty="0" err="1"/>
              <a:t>khả</a:t>
            </a:r>
            <a:r>
              <a:rPr lang="en-US" sz="1700" dirty="0"/>
              <a:t> </a:t>
            </a:r>
            <a:r>
              <a:rPr lang="en-US" sz="1700" dirty="0" err="1"/>
              <a:t>thi</a:t>
            </a:r>
            <a:r>
              <a:rPr lang="en-US" sz="1700" dirty="0"/>
              <a:t>: </a:t>
            </a:r>
            <a:r>
              <a:rPr lang="en-US" sz="1700" dirty="0" err="1"/>
              <a:t>Mô</a:t>
            </a:r>
            <a:r>
              <a:rPr lang="en-US" sz="1700" dirty="0"/>
              <a:t> </a:t>
            </a:r>
            <a:r>
              <a:rPr lang="en-US" sz="1700" dirty="0" err="1"/>
              <a:t>hình</a:t>
            </a:r>
            <a:r>
              <a:rPr lang="en-US" sz="1700" dirty="0"/>
              <a:t> </a:t>
            </a:r>
            <a:r>
              <a:rPr lang="en-US" sz="1700" dirty="0" err="1"/>
              <a:t>sử</a:t>
            </a:r>
            <a:r>
              <a:rPr lang="en-US" sz="1700" dirty="0"/>
              <a:t> </a:t>
            </a:r>
            <a:r>
              <a:rPr lang="en-US" sz="1700" dirty="0" err="1"/>
              <a:t>dụng</a:t>
            </a:r>
            <a:r>
              <a:rPr lang="en-US" sz="1700" dirty="0"/>
              <a:t> </a:t>
            </a:r>
            <a:r>
              <a:rPr lang="en-US" sz="1700" dirty="0" err="1"/>
              <a:t>thiết</a:t>
            </a:r>
            <a:r>
              <a:rPr lang="en-US" sz="1700" dirty="0"/>
              <a:t> </a:t>
            </a:r>
            <a:r>
              <a:rPr lang="en-US" sz="1700" dirty="0" err="1"/>
              <a:t>bị</a:t>
            </a:r>
            <a:r>
              <a:rPr lang="en-US" sz="1700" dirty="0"/>
              <a:t> </a:t>
            </a:r>
            <a:r>
              <a:rPr lang="en-US" sz="1700" dirty="0" err="1"/>
              <a:t>phổ</a:t>
            </a:r>
            <a:r>
              <a:rPr lang="en-US" sz="1700" dirty="0"/>
              <a:t> </a:t>
            </a:r>
            <a:r>
              <a:rPr lang="en-US" sz="1700" dirty="0" err="1"/>
              <a:t>biến</a:t>
            </a:r>
            <a:r>
              <a:rPr lang="en-US" sz="1700" dirty="0"/>
              <a:t>, chi </a:t>
            </a:r>
            <a:r>
              <a:rPr lang="en-US" sz="1700" dirty="0" err="1"/>
              <a:t>phí</a:t>
            </a:r>
            <a:r>
              <a:rPr lang="en-US" sz="1700" dirty="0"/>
              <a:t> </a:t>
            </a:r>
            <a:r>
              <a:rPr lang="en-US" sz="1700" dirty="0" err="1"/>
              <a:t>triển</a:t>
            </a:r>
            <a:r>
              <a:rPr lang="en-US" sz="1700" dirty="0"/>
              <a:t> </a:t>
            </a:r>
            <a:r>
              <a:rPr lang="en-US" sz="1700" dirty="0" err="1"/>
              <a:t>khai</a:t>
            </a:r>
            <a:r>
              <a:rPr lang="en-US" sz="1700" dirty="0"/>
              <a:t> </a:t>
            </a:r>
            <a:r>
              <a:rPr lang="en-US" sz="1700" dirty="0" err="1"/>
              <a:t>mô</a:t>
            </a:r>
            <a:r>
              <a:rPr lang="en-US" sz="1700" dirty="0"/>
              <a:t> </a:t>
            </a:r>
            <a:r>
              <a:rPr lang="en-US" sz="1700" dirty="0" err="1"/>
              <a:t>phỏng</a:t>
            </a:r>
            <a:r>
              <a:rPr lang="en-US" sz="1700" dirty="0"/>
              <a:t> 0 </a:t>
            </a:r>
            <a:r>
              <a:rPr lang="en-US" sz="1700" dirty="0" err="1"/>
              <a:t>đồng</a:t>
            </a:r>
            <a:r>
              <a:rPr lang="en-US" sz="1700" dirty="0"/>
              <a:t>, </a:t>
            </a:r>
            <a:r>
              <a:rPr lang="en-US" sz="1700" dirty="0" err="1"/>
              <a:t>mang</a:t>
            </a:r>
            <a:r>
              <a:rPr lang="en-US" sz="1700" dirty="0"/>
              <a:t> </a:t>
            </a:r>
            <a:r>
              <a:rPr lang="en-US" sz="1700" dirty="0" err="1"/>
              <a:t>lại</a:t>
            </a:r>
            <a:r>
              <a:rPr lang="en-US" sz="1700" dirty="0"/>
              <a:t> </a:t>
            </a:r>
            <a:r>
              <a:rPr lang="en-US" sz="1700" dirty="0" err="1"/>
              <a:t>cái</a:t>
            </a:r>
            <a:r>
              <a:rPr lang="en-US" sz="1700" dirty="0"/>
              <a:t> </a:t>
            </a:r>
            <a:r>
              <a:rPr lang="en-US" sz="1700" dirty="0" err="1"/>
              <a:t>nhìn</a:t>
            </a:r>
            <a:r>
              <a:rPr lang="en-US" sz="1700" dirty="0"/>
              <a:t> </a:t>
            </a:r>
            <a:r>
              <a:rPr lang="en-US" sz="1700" dirty="0" err="1"/>
              <a:t>tổng</a:t>
            </a:r>
            <a:r>
              <a:rPr lang="en-US" sz="1700" dirty="0"/>
              <a:t> </a:t>
            </a:r>
            <a:r>
              <a:rPr lang="en-US" sz="1700" dirty="0" err="1"/>
              <a:t>quan</a:t>
            </a:r>
            <a:r>
              <a:rPr lang="en-US" sz="1700" dirty="0"/>
              <a:t> </a:t>
            </a:r>
            <a:r>
              <a:rPr lang="en-US" sz="1700" dirty="0" err="1"/>
              <a:t>chính</a:t>
            </a:r>
            <a:r>
              <a:rPr lang="en-US" sz="1700" dirty="0"/>
              <a:t> </a:t>
            </a:r>
            <a:r>
              <a:rPr lang="en-US" sz="1700" dirty="0" err="1"/>
              <a:t>xác</a:t>
            </a:r>
            <a:r>
              <a:rPr lang="en-US" sz="1700" dirty="0"/>
              <a:t> </a:t>
            </a:r>
            <a:r>
              <a:rPr lang="en-US" sz="1700" dirty="0" err="1"/>
              <a:t>về</a:t>
            </a:r>
            <a:r>
              <a:rPr lang="en-US" sz="1700" dirty="0"/>
              <a:t> an </a:t>
            </a:r>
            <a:r>
              <a:rPr lang="en-US" sz="1700" dirty="0" err="1"/>
              <a:t>ninh</a:t>
            </a:r>
            <a:r>
              <a:rPr lang="en-US" sz="1700" dirty="0"/>
              <a:t> </a:t>
            </a:r>
            <a:r>
              <a:rPr lang="en-US" sz="1700" dirty="0" err="1"/>
              <a:t>mạng</a:t>
            </a:r>
            <a:r>
              <a:rPr lang="en-US" sz="1700" dirty="0"/>
              <a:t> </a:t>
            </a:r>
            <a:r>
              <a:rPr lang="en-US" sz="1700" dirty="0" err="1"/>
              <a:t>doanh</a:t>
            </a:r>
            <a:r>
              <a:rPr lang="en-US" sz="1700" dirty="0"/>
              <a:t> </a:t>
            </a:r>
            <a:r>
              <a:rPr lang="en-US" sz="1700" dirty="0" err="1"/>
              <a:t>nghiệp</a:t>
            </a:r>
            <a:r>
              <a:rPr lang="en-US" sz="1700" dirty="0"/>
              <a:t>, </a:t>
            </a:r>
            <a:r>
              <a:rPr lang="en-US" sz="1700" dirty="0" err="1"/>
              <a:t>đáp</a:t>
            </a:r>
            <a:r>
              <a:rPr lang="en-US" sz="1700" dirty="0"/>
              <a:t> </a:t>
            </a:r>
            <a:r>
              <a:rPr lang="en-US" sz="1700" dirty="0" err="1"/>
              <a:t>ứng</a:t>
            </a:r>
            <a:r>
              <a:rPr lang="en-US" sz="1700" dirty="0"/>
              <a:t> </a:t>
            </a:r>
            <a:r>
              <a:rPr lang="en-US" sz="1700" dirty="0" err="1"/>
              <a:t>sát</a:t>
            </a:r>
            <a:r>
              <a:rPr lang="en-US" sz="1700" dirty="0"/>
              <a:t> </a:t>
            </a:r>
            <a:r>
              <a:rPr lang="en-US" sz="1700" dirty="0" err="1"/>
              <a:t>nhu</a:t>
            </a:r>
            <a:r>
              <a:rPr lang="en-US" sz="1700" dirty="0"/>
              <a:t> </a:t>
            </a:r>
            <a:r>
              <a:rPr lang="en-US" sz="1700" dirty="0" err="1"/>
              <a:t>cầu</a:t>
            </a:r>
            <a:r>
              <a:rPr lang="en-US" sz="1700" dirty="0"/>
              <a:t> </a:t>
            </a:r>
            <a:r>
              <a:rPr lang="en-US" sz="1700" dirty="0" err="1"/>
              <a:t>của</a:t>
            </a:r>
            <a:r>
              <a:rPr lang="en-US" sz="1700" dirty="0"/>
              <a:t> Công ty Trung Anh.</a:t>
            </a:r>
          </a:p>
        </p:txBody>
      </p:sp>
      <p:sp>
        <p:nvSpPr>
          <p:cNvPr id="303" name="Text 4">
            <a:extLst>
              <a:ext uri="{FF2B5EF4-FFF2-40B4-BE49-F238E27FC236}">
                <a16:creationId xmlns:a16="http://schemas.microsoft.com/office/drawing/2014/main" id="{250B9E00-3A23-CE05-726F-861FA99D7247}"/>
              </a:ext>
            </a:extLst>
          </p:cNvPr>
          <p:cNvSpPr/>
          <p:nvPr/>
        </p:nvSpPr>
        <p:spPr>
          <a:xfrm>
            <a:off x="568113" y="2079317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2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000" dirty="0"/>
          </a:p>
        </p:txBody>
      </p:sp>
      <p:sp>
        <p:nvSpPr>
          <p:cNvPr id="305" name="Text 5">
            <a:extLst>
              <a:ext uri="{FF2B5EF4-FFF2-40B4-BE49-F238E27FC236}">
                <a16:creationId xmlns:a16="http://schemas.microsoft.com/office/drawing/2014/main" id="{01544DF3-A331-7EF0-32BE-490B79E3576E}"/>
              </a:ext>
            </a:extLst>
          </p:cNvPr>
          <p:cNvSpPr/>
          <p:nvPr/>
        </p:nvSpPr>
        <p:spPr>
          <a:xfrm>
            <a:off x="568113" y="2593659"/>
            <a:ext cx="3634528" cy="192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(APT).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an </a:t>
            </a:r>
            <a:r>
              <a:rPr lang="en-US" dirty="0" err="1"/>
              <a:t>ninh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Cisco </a:t>
            </a:r>
            <a:r>
              <a:rPr lang="en-US" dirty="0" err="1"/>
              <a:t>và</a:t>
            </a:r>
            <a:r>
              <a:rPr lang="en-US" dirty="0"/>
              <a:t> NIST.</a:t>
            </a:r>
          </a:p>
          <a:p>
            <a:pPr marL="285750" indent="-28575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307" name="Google Shape;1371;p41">
            <a:extLst>
              <a:ext uri="{FF2B5EF4-FFF2-40B4-BE49-F238E27FC236}">
                <a16:creationId xmlns:a16="http://schemas.microsoft.com/office/drawing/2014/main" id="{7727FDDC-E130-2B22-D4A8-3B7B3E5D46CA}"/>
              </a:ext>
            </a:extLst>
          </p:cNvPr>
          <p:cNvGrpSpPr/>
          <p:nvPr/>
        </p:nvGrpSpPr>
        <p:grpSpPr>
          <a:xfrm>
            <a:off x="4735409" y="1890093"/>
            <a:ext cx="4835770" cy="3504846"/>
            <a:chOff x="133200" y="238100"/>
            <a:chExt cx="7227275" cy="5238150"/>
          </a:xfrm>
        </p:grpSpPr>
        <p:sp>
          <p:nvSpPr>
            <p:cNvPr id="308" name="Google Shape;1372;p41">
              <a:extLst>
                <a:ext uri="{FF2B5EF4-FFF2-40B4-BE49-F238E27FC236}">
                  <a16:creationId xmlns:a16="http://schemas.microsoft.com/office/drawing/2014/main" id="{9C9EE029-AEF3-303E-458A-DDE0F98423B8}"/>
                </a:ext>
              </a:extLst>
            </p:cNvPr>
            <p:cNvSpPr/>
            <p:nvPr/>
          </p:nvSpPr>
          <p:spPr>
            <a:xfrm>
              <a:off x="133200" y="238100"/>
              <a:ext cx="7227275" cy="5238150"/>
            </a:xfrm>
            <a:custGeom>
              <a:avLst/>
              <a:gdLst/>
              <a:ahLst/>
              <a:cxnLst/>
              <a:rect l="l" t="t" r="r" b="b"/>
              <a:pathLst>
                <a:path w="289091" h="209526" extrusionOk="0">
                  <a:moveTo>
                    <a:pt x="148837" y="1"/>
                  </a:moveTo>
                  <a:cubicBezTo>
                    <a:pt x="141742" y="1"/>
                    <a:pt x="134604" y="788"/>
                    <a:pt x="127468" y="2165"/>
                  </a:cubicBezTo>
                  <a:cubicBezTo>
                    <a:pt x="112941" y="4965"/>
                    <a:pt x="100810" y="16680"/>
                    <a:pt x="91728" y="27934"/>
                  </a:cubicBezTo>
                  <a:cubicBezTo>
                    <a:pt x="77946" y="45017"/>
                    <a:pt x="69297" y="65455"/>
                    <a:pt x="55729" y="82687"/>
                  </a:cubicBezTo>
                  <a:cubicBezTo>
                    <a:pt x="35648" y="108197"/>
                    <a:pt x="0" y="136526"/>
                    <a:pt x="13426" y="173189"/>
                  </a:cubicBezTo>
                  <a:cubicBezTo>
                    <a:pt x="24129" y="202416"/>
                    <a:pt x="56798" y="208751"/>
                    <a:pt x="84363" y="209495"/>
                  </a:cubicBezTo>
                  <a:cubicBezTo>
                    <a:pt x="85120" y="209515"/>
                    <a:pt x="85871" y="209525"/>
                    <a:pt x="86617" y="209525"/>
                  </a:cubicBezTo>
                  <a:cubicBezTo>
                    <a:pt x="123140" y="209525"/>
                    <a:pt x="146099" y="185464"/>
                    <a:pt x="164640" y="185464"/>
                  </a:cubicBezTo>
                  <a:cubicBezTo>
                    <a:pt x="178412" y="185464"/>
                    <a:pt x="192554" y="194152"/>
                    <a:pt x="205277" y="198540"/>
                  </a:cubicBezTo>
                  <a:cubicBezTo>
                    <a:pt x="215369" y="202020"/>
                    <a:pt x="226687" y="204611"/>
                    <a:pt x="237542" y="204611"/>
                  </a:cubicBezTo>
                  <a:cubicBezTo>
                    <a:pt x="252904" y="204611"/>
                    <a:pt x="267337" y="199421"/>
                    <a:pt x="276053" y="184216"/>
                  </a:cubicBezTo>
                  <a:cubicBezTo>
                    <a:pt x="289091" y="161471"/>
                    <a:pt x="284279" y="132895"/>
                    <a:pt x="269440" y="112377"/>
                  </a:cubicBezTo>
                  <a:cubicBezTo>
                    <a:pt x="253335" y="90105"/>
                    <a:pt x="230389" y="73540"/>
                    <a:pt x="218820" y="47928"/>
                  </a:cubicBezTo>
                  <a:cubicBezTo>
                    <a:pt x="209910" y="28205"/>
                    <a:pt x="199143" y="13000"/>
                    <a:pt x="178149" y="5133"/>
                  </a:cubicBezTo>
                  <a:cubicBezTo>
                    <a:pt x="168540" y="1532"/>
                    <a:pt x="158730" y="1"/>
                    <a:pt x="148837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6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6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1373;p41">
              <a:extLst>
                <a:ext uri="{FF2B5EF4-FFF2-40B4-BE49-F238E27FC236}">
                  <a16:creationId xmlns:a16="http://schemas.microsoft.com/office/drawing/2014/main" id="{647D1E49-B776-8A28-1A9C-47BC23F5764D}"/>
                </a:ext>
              </a:extLst>
            </p:cNvPr>
            <p:cNvSpPr/>
            <p:nvPr/>
          </p:nvSpPr>
          <p:spPr>
            <a:xfrm>
              <a:off x="2973700" y="480500"/>
              <a:ext cx="1210525" cy="1216150"/>
            </a:xfrm>
            <a:custGeom>
              <a:avLst/>
              <a:gdLst/>
              <a:ahLst/>
              <a:cxnLst/>
              <a:rect l="l" t="t" r="r" b="b"/>
              <a:pathLst>
                <a:path w="48421" h="48646" extrusionOk="0">
                  <a:moveTo>
                    <a:pt x="24183" y="11733"/>
                  </a:moveTo>
                  <a:cubicBezTo>
                    <a:pt x="31152" y="11733"/>
                    <a:pt x="36801" y="17382"/>
                    <a:pt x="36801" y="24350"/>
                  </a:cubicBezTo>
                  <a:cubicBezTo>
                    <a:pt x="36801" y="31319"/>
                    <a:pt x="31152" y="36968"/>
                    <a:pt x="24183" y="36968"/>
                  </a:cubicBezTo>
                  <a:cubicBezTo>
                    <a:pt x="17216" y="36968"/>
                    <a:pt x="11567" y="31319"/>
                    <a:pt x="11567" y="24350"/>
                  </a:cubicBezTo>
                  <a:cubicBezTo>
                    <a:pt x="11567" y="17382"/>
                    <a:pt x="17216" y="11733"/>
                    <a:pt x="24183" y="11733"/>
                  </a:cubicBezTo>
                  <a:close/>
                  <a:moveTo>
                    <a:pt x="21577" y="0"/>
                  </a:moveTo>
                  <a:lnTo>
                    <a:pt x="20414" y="4612"/>
                  </a:lnTo>
                  <a:cubicBezTo>
                    <a:pt x="18846" y="4911"/>
                    <a:pt x="17321" y="5395"/>
                    <a:pt x="15870" y="6056"/>
                  </a:cubicBezTo>
                  <a:lnTo>
                    <a:pt x="12257" y="2930"/>
                  </a:lnTo>
                  <a:lnTo>
                    <a:pt x="8117" y="5829"/>
                  </a:lnTo>
                  <a:lnTo>
                    <a:pt x="9824" y="10300"/>
                  </a:lnTo>
                  <a:cubicBezTo>
                    <a:pt x="8711" y="11436"/>
                    <a:pt x="7737" y="12700"/>
                    <a:pt x="6921" y="14066"/>
                  </a:cubicBezTo>
                  <a:lnTo>
                    <a:pt x="2163" y="13574"/>
                  </a:lnTo>
                  <a:lnTo>
                    <a:pt x="434" y="18323"/>
                  </a:lnTo>
                  <a:lnTo>
                    <a:pt x="4374" y="20996"/>
                  </a:lnTo>
                  <a:cubicBezTo>
                    <a:pt x="4185" y="22104"/>
                    <a:pt x="4090" y="23226"/>
                    <a:pt x="4090" y="24350"/>
                  </a:cubicBezTo>
                  <a:cubicBezTo>
                    <a:pt x="4090" y="24829"/>
                    <a:pt x="4112" y="25301"/>
                    <a:pt x="4145" y="25770"/>
                  </a:cubicBezTo>
                  <a:lnTo>
                    <a:pt x="1" y="28084"/>
                  </a:lnTo>
                  <a:lnTo>
                    <a:pt x="1309" y="32966"/>
                  </a:lnTo>
                  <a:lnTo>
                    <a:pt x="6000" y="32905"/>
                  </a:lnTo>
                  <a:cubicBezTo>
                    <a:pt x="6690" y="34369"/>
                    <a:pt x="7556" y="35746"/>
                    <a:pt x="8576" y="37002"/>
                  </a:cubicBezTo>
                  <a:lnTo>
                    <a:pt x="6551" y="41209"/>
                  </a:lnTo>
                  <a:lnTo>
                    <a:pt x="10422" y="44458"/>
                  </a:lnTo>
                  <a:lnTo>
                    <a:pt x="14173" y="41772"/>
                  </a:lnTo>
                  <a:cubicBezTo>
                    <a:pt x="15596" y="42590"/>
                    <a:pt x="17113" y="43232"/>
                    <a:pt x="18693" y="43679"/>
                  </a:cubicBezTo>
                  <a:lnTo>
                    <a:pt x="19445" y="48205"/>
                  </a:lnTo>
                  <a:lnTo>
                    <a:pt x="24478" y="48646"/>
                  </a:lnTo>
                  <a:lnTo>
                    <a:pt x="25998" y="44360"/>
                  </a:lnTo>
                  <a:cubicBezTo>
                    <a:pt x="27649" y="44213"/>
                    <a:pt x="29276" y="43860"/>
                    <a:pt x="30841" y="43310"/>
                  </a:cubicBezTo>
                  <a:lnTo>
                    <a:pt x="34018" y="46539"/>
                  </a:lnTo>
                  <a:lnTo>
                    <a:pt x="38395" y="44013"/>
                  </a:lnTo>
                  <a:lnTo>
                    <a:pt x="37193" y="39659"/>
                  </a:lnTo>
                  <a:cubicBezTo>
                    <a:pt x="38461" y="38581"/>
                    <a:pt x="39589" y="37350"/>
                    <a:pt x="40554" y="35995"/>
                  </a:cubicBezTo>
                  <a:lnTo>
                    <a:pt x="45000" y="36815"/>
                  </a:lnTo>
                  <a:lnTo>
                    <a:pt x="47137" y="32234"/>
                  </a:lnTo>
                  <a:lnTo>
                    <a:pt x="43649" y="29355"/>
                  </a:lnTo>
                  <a:cubicBezTo>
                    <a:pt x="44060" y="27748"/>
                    <a:pt x="44270" y="26095"/>
                    <a:pt x="44276" y="24438"/>
                  </a:cubicBezTo>
                  <a:lnTo>
                    <a:pt x="48420" y="22549"/>
                  </a:lnTo>
                  <a:lnTo>
                    <a:pt x="47543" y="17573"/>
                  </a:lnTo>
                  <a:lnTo>
                    <a:pt x="42970" y="17217"/>
                  </a:lnTo>
                  <a:cubicBezTo>
                    <a:pt x="42387" y="15684"/>
                    <a:pt x="41619" y="14229"/>
                    <a:pt x="40681" y="12884"/>
                  </a:cubicBezTo>
                  <a:lnTo>
                    <a:pt x="43039" y="8902"/>
                  </a:lnTo>
                  <a:lnTo>
                    <a:pt x="39466" y="5330"/>
                  </a:lnTo>
                  <a:lnTo>
                    <a:pt x="35454" y="7712"/>
                  </a:lnTo>
                  <a:cubicBezTo>
                    <a:pt x="33145" y="6146"/>
                    <a:pt x="30536" y="5082"/>
                    <a:pt x="27790" y="4584"/>
                  </a:cubicBezTo>
                  <a:lnTo>
                    <a:pt x="2663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374;p41">
              <a:extLst>
                <a:ext uri="{FF2B5EF4-FFF2-40B4-BE49-F238E27FC236}">
                  <a16:creationId xmlns:a16="http://schemas.microsoft.com/office/drawing/2014/main" id="{A18135BA-61BC-AA71-317E-C86D29BA2513}"/>
                </a:ext>
              </a:extLst>
            </p:cNvPr>
            <p:cNvSpPr/>
            <p:nvPr/>
          </p:nvSpPr>
          <p:spPr>
            <a:xfrm>
              <a:off x="2973700" y="416800"/>
              <a:ext cx="1210525" cy="1216150"/>
            </a:xfrm>
            <a:custGeom>
              <a:avLst/>
              <a:gdLst/>
              <a:ahLst/>
              <a:cxnLst/>
              <a:rect l="l" t="t" r="r" b="b"/>
              <a:pathLst>
                <a:path w="48421" h="48646" extrusionOk="0">
                  <a:moveTo>
                    <a:pt x="24183" y="11733"/>
                  </a:moveTo>
                  <a:cubicBezTo>
                    <a:pt x="31152" y="11733"/>
                    <a:pt x="36801" y="17381"/>
                    <a:pt x="36801" y="24350"/>
                  </a:cubicBezTo>
                  <a:cubicBezTo>
                    <a:pt x="36801" y="31318"/>
                    <a:pt x="31152" y="36968"/>
                    <a:pt x="24183" y="36968"/>
                  </a:cubicBezTo>
                  <a:cubicBezTo>
                    <a:pt x="17216" y="36968"/>
                    <a:pt x="11567" y="31318"/>
                    <a:pt x="11567" y="24350"/>
                  </a:cubicBezTo>
                  <a:cubicBezTo>
                    <a:pt x="11567" y="17381"/>
                    <a:pt x="17216" y="11733"/>
                    <a:pt x="24183" y="11733"/>
                  </a:cubicBezTo>
                  <a:close/>
                  <a:moveTo>
                    <a:pt x="21577" y="0"/>
                  </a:moveTo>
                  <a:lnTo>
                    <a:pt x="20414" y="4612"/>
                  </a:lnTo>
                  <a:cubicBezTo>
                    <a:pt x="18846" y="4911"/>
                    <a:pt x="17321" y="5395"/>
                    <a:pt x="15870" y="6056"/>
                  </a:cubicBezTo>
                  <a:lnTo>
                    <a:pt x="12257" y="2930"/>
                  </a:lnTo>
                  <a:lnTo>
                    <a:pt x="8117" y="5828"/>
                  </a:lnTo>
                  <a:lnTo>
                    <a:pt x="9824" y="10300"/>
                  </a:lnTo>
                  <a:cubicBezTo>
                    <a:pt x="8711" y="11436"/>
                    <a:pt x="7737" y="12699"/>
                    <a:pt x="6921" y="14065"/>
                  </a:cubicBezTo>
                  <a:lnTo>
                    <a:pt x="2163" y="13574"/>
                  </a:lnTo>
                  <a:lnTo>
                    <a:pt x="434" y="18323"/>
                  </a:lnTo>
                  <a:lnTo>
                    <a:pt x="4374" y="20996"/>
                  </a:lnTo>
                  <a:cubicBezTo>
                    <a:pt x="4185" y="22104"/>
                    <a:pt x="4090" y="23226"/>
                    <a:pt x="4090" y="24350"/>
                  </a:cubicBezTo>
                  <a:cubicBezTo>
                    <a:pt x="4090" y="24828"/>
                    <a:pt x="4112" y="25301"/>
                    <a:pt x="4145" y="25770"/>
                  </a:cubicBezTo>
                  <a:lnTo>
                    <a:pt x="1" y="28083"/>
                  </a:lnTo>
                  <a:lnTo>
                    <a:pt x="1309" y="32966"/>
                  </a:lnTo>
                  <a:lnTo>
                    <a:pt x="6000" y="32905"/>
                  </a:lnTo>
                  <a:cubicBezTo>
                    <a:pt x="6690" y="34369"/>
                    <a:pt x="7555" y="35744"/>
                    <a:pt x="8576" y="37002"/>
                  </a:cubicBezTo>
                  <a:lnTo>
                    <a:pt x="6551" y="41209"/>
                  </a:lnTo>
                  <a:lnTo>
                    <a:pt x="10422" y="44458"/>
                  </a:lnTo>
                  <a:lnTo>
                    <a:pt x="14173" y="41772"/>
                  </a:lnTo>
                  <a:cubicBezTo>
                    <a:pt x="15596" y="42590"/>
                    <a:pt x="17113" y="43231"/>
                    <a:pt x="18693" y="43678"/>
                  </a:cubicBezTo>
                  <a:lnTo>
                    <a:pt x="19445" y="48204"/>
                  </a:lnTo>
                  <a:lnTo>
                    <a:pt x="24478" y="48645"/>
                  </a:lnTo>
                  <a:lnTo>
                    <a:pt x="25998" y="44360"/>
                  </a:lnTo>
                  <a:cubicBezTo>
                    <a:pt x="27649" y="44213"/>
                    <a:pt x="29276" y="43859"/>
                    <a:pt x="30841" y="43310"/>
                  </a:cubicBezTo>
                  <a:lnTo>
                    <a:pt x="34018" y="46538"/>
                  </a:lnTo>
                  <a:lnTo>
                    <a:pt x="38395" y="44012"/>
                  </a:lnTo>
                  <a:lnTo>
                    <a:pt x="37193" y="39659"/>
                  </a:lnTo>
                  <a:cubicBezTo>
                    <a:pt x="38461" y="38581"/>
                    <a:pt x="39589" y="37349"/>
                    <a:pt x="40554" y="35995"/>
                  </a:cubicBezTo>
                  <a:lnTo>
                    <a:pt x="45000" y="36815"/>
                  </a:lnTo>
                  <a:lnTo>
                    <a:pt x="47137" y="32234"/>
                  </a:lnTo>
                  <a:lnTo>
                    <a:pt x="43649" y="29355"/>
                  </a:lnTo>
                  <a:cubicBezTo>
                    <a:pt x="44060" y="27748"/>
                    <a:pt x="44270" y="26095"/>
                    <a:pt x="44276" y="24436"/>
                  </a:cubicBezTo>
                  <a:lnTo>
                    <a:pt x="48420" y="22549"/>
                  </a:lnTo>
                  <a:lnTo>
                    <a:pt x="47543" y="17571"/>
                  </a:lnTo>
                  <a:lnTo>
                    <a:pt x="42970" y="17217"/>
                  </a:lnTo>
                  <a:cubicBezTo>
                    <a:pt x="42387" y="15684"/>
                    <a:pt x="41619" y="14229"/>
                    <a:pt x="40681" y="12883"/>
                  </a:cubicBezTo>
                  <a:lnTo>
                    <a:pt x="43039" y="8902"/>
                  </a:lnTo>
                  <a:lnTo>
                    <a:pt x="39466" y="5330"/>
                  </a:lnTo>
                  <a:lnTo>
                    <a:pt x="35454" y="7711"/>
                  </a:lnTo>
                  <a:cubicBezTo>
                    <a:pt x="33145" y="6146"/>
                    <a:pt x="30536" y="5080"/>
                    <a:pt x="27790" y="4584"/>
                  </a:cubicBezTo>
                  <a:lnTo>
                    <a:pt x="26630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375;p41">
              <a:extLst>
                <a:ext uri="{FF2B5EF4-FFF2-40B4-BE49-F238E27FC236}">
                  <a16:creationId xmlns:a16="http://schemas.microsoft.com/office/drawing/2014/main" id="{6EF43D7C-B153-F7DF-4D52-CD8A8A416399}"/>
                </a:ext>
              </a:extLst>
            </p:cNvPr>
            <p:cNvSpPr/>
            <p:nvPr/>
          </p:nvSpPr>
          <p:spPr>
            <a:xfrm>
              <a:off x="2963600" y="407500"/>
              <a:ext cx="1230500" cy="1234700"/>
            </a:xfrm>
            <a:custGeom>
              <a:avLst/>
              <a:gdLst/>
              <a:ahLst/>
              <a:cxnLst/>
              <a:rect l="l" t="t" r="r" b="b"/>
              <a:pathLst>
                <a:path w="49220" h="49388" extrusionOk="0">
                  <a:moveTo>
                    <a:pt x="24588" y="12476"/>
                  </a:moveTo>
                  <a:cubicBezTo>
                    <a:pt x="31341" y="12476"/>
                    <a:pt x="36833" y="17970"/>
                    <a:pt x="36833" y="24722"/>
                  </a:cubicBezTo>
                  <a:cubicBezTo>
                    <a:pt x="36833" y="31474"/>
                    <a:pt x="31341" y="36969"/>
                    <a:pt x="24588" y="36969"/>
                  </a:cubicBezTo>
                  <a:cubicBezTo>
                    <a:pt x="17836" y="36969"/>
                    <a:pt x="12342" y="31473"/>
                    <a:pt x="12342" y="24722"/>
                  </a:cubicBezTo>
                  <a:cubicBezTo>
                    <a:pt x="12342" y="17970"/>
                    <a:pt x="17836" y="12476"/>
                    <a:pt x="24588" y="12476"/>
                  </a:cubicBezTo>
                  <a:close/>
                  <a:moveTo>
                    <a:pt x="24587" y="11733"/>
                  </a:moveTo>
                  <a:cubicBezTo>
                    <a:pt x="17425" y="11733"/>
                    <a:pt x="11600" y="17560"/>
                    <a:pt x="11600" y="24722"/>
                  </a:cubicBezTo>
                  <a:cubicBezTo>
                    <a:pt x="11600" y="31884"/>
                    <a:pt x="17426" y="37711"/>
                    <a:pt x="24588" y="37711"/>
                  </a:cubicBezTo>
                  <a:lnTo>
                    <a:pt x="24588" y="37711"/>
                  </a:lnTo>
                  <a:cubicBezTo>
                    <a:pt x="31751" y="37711"/>
                    <a:pt x="37577" y="31884"/>
                    <a:pt x="37577" y="24722"/>
                  </a:cubicBezTo>
                  <a:cubicBezTo>
                    <a:pt x="37577" y="17560"/>
                    <a:pt x="31750" y="11733"/>
                    <a:pt x="24587" y="11733"/>
                  </a:cubicBezTo>
                  <a:close/>
                  <a:moveTo>
                    <a:pt x="24588" y="37711"/>
                  </a:moveTo>
                  <a:cubicBezTo>
                    <a:pt x="24587" y="37711"/>
                    <a:pt x="24587" y="37711"/>
                    <a:pt x="24587" y="37711"/>
                  </a:cubicBezTo>
                  <a:lnTo>
                    <a:pt x="24588" y="37711"/>
                  </a:lnTo>
                  <a:cubicBezTo>
                    <a:pt x="24588" y="37711"/>
                    <a:pt x="24588" y="37711"/>
                    <a:pt x="24588" y="37711"/>
                  </a:cubicBezTo>
                  <a:close/>
                  <a:moveTo>
                    <a:pt x="26745" y="743"/>
                  </a:moveTo>
                  <a:lnTo>
                    <a:pt x="27835" y="5048"/>
                  </a:lnTo>
                  <a:cubicBezTo>
                    <a:pt x="27870" y="5189"/>
                    <a:pt x="27985" y="5296"/>
                    <a:pt x="28129" y="5323"/>
                  </a:cubicBezTo>
                  <a:cubicBezTo>
                    <a:pt x="30843" y="5814"/>
                    <a:pt x="33373" y="6848"/>
                    <a:pt x="35648" y="8391"/>
                  </a:cubicBezTo>
                  <a:cubicBezTo>
                    <a:pt x="35711" y="8434"/>
                    <a:pt x="35784" y="8455"/>
                    <a:pt x="35857" y="8455"/>
                  </a:cubicBezTo>
                  <a:cubicBezTo>
                    <a:pt x="35922" y="8455"/>
                    <a:pt x="35988" y="8438"/>
                    <a:pt x="36046" y="8403"/>
                  </a:cubicBezTo>
                  <a:lnTo>
                    <a:pt x="39812" y="6168"/>
                  </a:lnTo>
                  <a:lnTo>
                    <a:pt x="42977" y="9334"/>
                  </a:lnTo>
                  <a:lnTo>
                    <a:pt x="40767" y="13067"/>
                  </a:lnTo>
                  <a:cubicBezTo>
                    <a:pt x="40693" y="13192"/>
                    <a:pt x="40699" y="13349"/>
                    <a:pt x="40782" y="13468"/>
                  </a:cubicBezTo>
                  <a:cubicBezTo>
                    <a:pt x="41701" y="14788"/>
                    <a:pt x="42455" y="16216"/>
                    <a:pt x="43027" y="17721"/>
                  </a:cubicBezTo>
                  <a:cubicBezTo>
                    <a:pt x="43078" y="17854"/>
                    <a:pt x="43202" y="17948"/>
                    <a:pt x="43346" y="17960"/>
                  </a:cubicBezTo>
                  <a:lnTo>
                    <a:pt x="47632" y="18292"/>
                  </a:lnTo>
                  <a:lnTo>
                    <a:pt x="48410" y="22701"/>
                  </a:lnTo>
                  <a:lnTo>
                    <a:pt x="44528" y="24470"/>
                  </a:lnTo>
                  <a:cubicBezTo>
                    <a:pt x="44396" y="24531"/>
                    <a:pt x="44311" y="24661"/>
                    <a:pt x="44310" y="24807"/>
                  </a:cubicBezTo>
                  <a:cubicBezTo>
                    <a:pt x="44304" y="26434"/>
                    <a:pt x="44099" y="28056"/>
                    <a:pt x="43695" y="29633"/>
                  </a:cubicBezTo>
                  <a:cubicBezTo>
                    <a:pt x="43660" y="29773"/>
                    <a:pt x="43707" y="29920"/>
                    <a:pt x="43818" y="30012"/>
                  </a:cubicBezTo>
                  <a:lnTo>
                    <a:pt x="47085" y="32708"/>
                  </a:lnTo>
                  <a:lnTo>
                    <a:pt x="45194" y="36768"/>
                  </a:lnTo>
                  <a:lnTo>
                    <a:pt x="41030" y="36000"/>
                  </a:lnTo>
                  <a:cubicBezTo>
                    <a:pt x="41007" y="35996"/>
                    <a:pt x="40984" y="35994"/>
                    <a:pt x="40961" y="35994"/>
                  </a:cubicBezTo>
                  <a:cubicBezTo>
                    <a:pt x="40842" y="35994"/>
                    <a:pt x="40728" y="36051"/>
                    <a:pt x="40659" y="36150"/>
                  </a:cubicBezTo>
                  <a:cubicBezTo>
                    <a:pt x="39711" y="37481"/>
                    <a:pt x="38602" y="38688"/>
                    <a:pt x="37359" y="39747"/>
                  </a:cubicBezTo>
                  <a:cubicBezTo>
                    <a:pt x="37248" y="39841"/>
                    <a:pt x="37202" y="39989"/>
                    <a:pt x="37240" y="40129"/>
                  </a:cubicBezTo>
                  <a:lnTo>
                    <a:pt x="38366" y="44205"/>
                  </a:lnTo>
                  <a:lnTo>
                    <a:pt x="34486" y="46444"/>
                  </a:lnTo>
                  <a:lnTo>
                    <a:pt x="31513" y="43421"/>
                  </a:lnTo>
                  <a:cubicBezTo>
                    <a:pt x="31441" y="43349"/>
                    <a:pt x="31346" y="43310"/>
                    <a:pt x="31248" y="43310"/>
                  </a:cubicBezTo>
                  <a:cubicBezTo>
                    <a:pt x="31207" y="43310"/>
                    <a:pt x="31165" y="43317"/>
                    <a:pt x="31124" y="43332"/>
                  </a:cubicBezTo>
                  <a:cubicBezTo>
                    <a:pt x="29588" y="43869"/>
                    <a:pt x="27990" y="44215"/>
                    <a:pt x="26369" y="44361"/>
                  </a:cubicBezTo>
                  <a:cubicBezTo>
                    <a:pt x="26223" y="44373"/>
                    <a:pt x="26100" y="44469"/>
                    <a:pt x="26051" y="44606"/>
                  </a:cubicBezTo>
                  <a:lnTo>
                    <a:pt x="24629" y="48621"/>
                  </a:lnTo>
                  <a:lnTo>
                    <a:pt x="20168" y="48230"/>
                  </a:lnTo>
                  <a:lnTo>
                    <a:pt x="19464" y="43988"/>
                  </a:lnTo>
                  <a:cubicBezTo>
                    <a:pt x="19440" y="43847"/>
                    <a:pt x="19338" y="43731"/>
                    <a:pt x="19198" y="43691"/>
                  </a:cubicBezTo>
                  <a:cubicBezTo>
                    <a:pt x="17649" y="43251"/>
                    <a:pt x="16160" y="42623"/>
                    <a:pt x="14764" y="41820"/>
                  </a:cubicBezTo>
                  <a:cubicBezTo>
                    <a:pt x="14706" y="41787"/>
                    <a:pt x="14642" y="41770"/>
                    <a:pt x="14578" y="41770"/>
                  </a:cubicBezTo>
                  <a:cubicBezTo>
                    <a:pt x="14502" y="41770"/>
                    <a:pt x="14426" y="41793"/>
                    <a:pt x="14362" y="41839"/>
                  </a:cubicBezTo>
                  <a:lnTo>
                    <a:pt x="10845" y="44358"/>
                  </a:lnTo>
                  <a:lnTo>
                    <a:pt x="7415" y="41481"/>
                  </a:lnTo>
                  <a:lnTo>
                    <a:pt x="9316" y="37534"/>
                  </a:lnTo>
                  <a:cubicBezTo>
                    <a:pt x="9378" y="37404"/>
                    <a:pt x="9359" y="37251"/>
                    <a:pt x="9268" y="37138"/>
                  </a:cubicBezTo>
                  <a:cubicBezTo>
                    <a:pt x="8267" y="35905"/>
                    <a:pt x="7418" y="34554"/>
                    <a:pt x="6741" y="33117"/>
                  </a:cubicBezTo>
                  <a:cubicBezTo>
                    <a:pt x="6679" y="32986"/>
                    <a:pt x="6542" y="32915"/>
                    <a:pt x="6399" y="32904"/>
                  </a:cubicBezTo>
                  <a:lnTo>
                    <a:pt x="1997" y="32961"/>
                  </a:lnTo>
                  <a:lnTo>
                    <a:pt x="840" y="28638"/>
                  </a:lnTo>
                  <a:lnTo>
                    <a:pt x="4730" y="26466"/>
                  </a:lnTo>
                  <a:cubicBezTo>
                    <a:pt x="4857" y="26396"/>
                    <a:pt x="4931" y="26259"/>
                    <a:pt x="4920" y="26115"/>
                  </a:cubicBezTo>
                  <a:cubicBezTo>
                    <a:pt x="4882" y="25582"/>
                    <a:pt x="4865" y="25140"/>
                    <a:pt x="4865" y="24722"/>
                  </a:cubicBezTo>
                  <a:cubicBezTo>
                    <a:pt x="4867" y="23617"/>
                    <a:pt x="4960" y="22516"/>
                    <a:pt x="5145" y="21429"/>
                  </a:cubicBezTo>
                  <a:cubicBezTo>
                    <a:pt x="5168" y="21285"/>
                    <a:pt x="5106" y="21141"/>
                    <a:pt x="4986" y="21059"/>
                  </a:cubicBezTo>
                  <a:lnTo>
                    <a:pt x="1287" y="18549"/>
                  </a:lnTo>
                  <a:lnTo>
                    <a:pt x="2818" y="14345"/>
                  </a:lnTo>
                  <a:lnTo>
                    <a:pt x="7286" y="14806"/>
                  </a:lnTo>
                  <a:cubicBezTo>
                    <a:pt x="7299" y="14807"/>
                    <a:pt x="7312" y="14808"/>
                    <a:pt x="7324" y="14808"/>
                  </a:cubicBezTo>
                  <a:cubicBezTo>
                    <a:pt x="7454" y="14808"/>
                    <a:pt x="7576" y="14740"/>
                    <a:pt x="7644" y="14628"/>
                  </a:cubicBezTo>
                  <a:cubicBezTo>
                    <a:pt x="8444" y="13287"/>
                    <a:pt x="9400" y="12047"/>
                    <a:pt x="10493" y="10932"/>
                  </a:cubicBezTo>
                  <a:cubicBezTo>
                    <a:pt x="10594" y="10828"/>
                    <a:pt x="10627" y="10675"/>
                    <a:pt x="10575" y="10540"/>
                  </a:cubicBezTo>
                  <a:lnTo>
                    <a:pt x="8971" y="6339"/>
                  </a:lnTo>
                  <a:lnTo>
                    <a:pt x="12638" y="3773"/>
                  </a:lnTo>
                  <a:lnTo>
                    <a:pt x="16031" y="6710"/>
                  </a:lnTo>
                  <a:cubicBezTo>
                    <a:pt x="16100" y="6770"/>
                    <a:pt x="16187" y="6801"/>
                    <a:pt x="16274" y="6801"/>
                  </a:cubicBezTo>
                  <a:cubicBezTo>
                    <a:pt x="16326" y="6801"/>
                    <a:pt x="16378" y="6790"/>
                    <a:pt x="16427" y="6768"/>
                  </a:cubicBezTo>
                  <a:cubicBezTo>
                    <a:pt x="17853" y="6119"/>
                    <a:pt x="19350" y="5644"/>
                    <a:pt x="20887" y="5351"/>
                  </a:cubicBezTo>
                  <a:cubicBezTo>
                    <a:pt x="21029" y="5323"/>
                    <a:pt x="21142" y="5216"/>
                    <a:pt x="21178" y="5076"/>
                  </a:cubicBezTo>
                  <a:lnTo>
                    <a:pt x="22270" y="743"/>
                  </a:lnTo>
                  <a:close/>
                  <a:moveTo>
                    <a:pt x="27037" y="1"/>
                  </a:moveTo>
                  <a:cubicBezTo>
                    <a:pt x="27036" y="1"/>
                    <a:pt x="27035" y="1"/>
                    <a:pt x="27034" y="1"/>
                  </a:cubicBezTo>
                  <a:lnTo>
                    <a:pt x="21981" y="1"/>
                  </a:lnTo>
                  <a:cubicBezTo>
                    <a:pt x="21980" y="1"/>
                    <a:pt x="21979" y="1"/>
                    <a:pt x="21978" y="1"/>
                  </a:cubicBezTo>
                  <a:cubicBezTo>
                    <a:pt x="21808" y="1"/>
                    <a:pt x="21661" y="116"/>
                    <a:pt x="21620" y="281"/>
                  </a:cubicBezTo>
                  <a:lnTo>
                    <a:pt x="20514" y="4667"/>
                  </a:lnTo>
                  <a:cubicBezTo>
                    <a:pt x="19078" y="4958"/>
                    <a:pt x="17678" y="5402"/>
                    <a:pt x="16338" y="5994"/>
                  </a:cubicBezTo>
                  <a:lnTo>
                    <a:pt x="12903" y="3021"/>
                  </a:lnTo>
                  <a:cubicBezTo>
                    <a:pt x="12834" y="2961"/>
                    <a:pt x="12747" y="2931"/>
                    <a:pt x="12660" y="2931"/>
                  </a:cubicBezTo>
                  <a:cubicBezTo>
                    <a:pt x="12586" y="2931"/>
                    <a:pt x="12512" y="2953"/>
                    <a:pt x="12448" y="2997"/>
                  </a:cubicBezTo>
                  <a:lnTo>
                    <a:pt x="8309" y="5896"/>
                  </a:lnTo>
                  <a:cubicBezTo>
                    <a:pt x="8168" y="5994"/>
                    <a:pt x="8113" y="6174"/>
                    <a:pt x="8174" y="6334"/>
                  </a:cubicBezTo>
                  <a:lnTo>
                    <a:pt x="9795" y="10583"/>
                  </a:lnTo>
                  <a:cubicBezTo>
                    <a:pt x="8787" y="11638"/>
                    <a:pt x="7893" y="12798"/>
                    <a:pt x="7129" y="14042"/>
                  </a:cubicBezTo>
                  <a:lnTo>
                    <a:pt x="2605" y="13576"/>
                  </a:lnTo>
                  <a:cubicBezTo>
                    <a:pt x="2592" y="13575"/>
                    <a:pt x="2580" y="13574"/>
                    <a:pt x="2567" y="13574"/>
                  </a:cubicBezTo>
                  <a:cubicBezTo>
                    <a:pt x="2412" y="13574"/>
                    <a:pt x="2271" y="13672"/>
                    <a:pt x="2218" y="13820"/>
                  </a:cubicBezTo>
                  <a:lnTo>
                    <a:pt x="489" y="18567"/>
                  </a:lnTo>
                  <a:cubicBezTo>
                    <a:pt x="431" y="18728"/>
                    <a:pt x="489" y="18906"/>
                    <a:pt x="630" y="19002"/>
                  </a:cubicBezTo>
                  <a:lnTo>
                    <a:pt x="4372" y="21541"/>
                  </a:lnTo>
                  <a:cubicBezTo>
                    <a:pt x="4208" y="22593"/>
                    <a:pt x="4123" y="23656"/>
                    <a:pt x="4121" y="24721"/>
                  </a:cubicBezTo>
                  <a:cubicBezTo>
                    <a:pt x="4121" y="25092"/>
                    <a:pt x="4135" y="25483"/>
                    <a:pt x="4163" y="25931"/>
                  </a:cubicBezTo>
                  <a:lnTo>
                    <a:pt x="222" y="28130"/>
                  </a:lnTo>
                  <a:cubicBezTo>
                    <a:pt x="74" y="28213"/>
                    <a:pt x="1" y="28387"/>
                    <a:pt x="45" y="28550"/>
                  </a:cubicBezTo>
                  <a:lnTo>
                    <a:pt x="1352" y="33433"/>
                  </a:lnTo>
                  <a:cubicBezTo>
                    <a:pt x="1397" y="33596"/>
                    <a:pt x="1558" y="33699"/>
                    <a:pt x="1716" y="33708"/>
                  </a:cubicBezTo>
                  <a:lnTo>
                    <a:pt x="6171" y="33651"/>
                  </a:lnTo>
                  <a:cubicBezTo>
                    <a:pt x="6823" y="34991"/>
                    <a:pt x="7617" y="36256"/>
                    <a:pt x="8544" y="37423"/>
                  </a:cubicBezTo>
                  <a:lnTo>
                    <a:pt x="6619" y="41420"/>
                  </a:lnTo>
                  <a:cubicBezTo>
                    <a:pt x="6546" y="41573"/>
                    <a:pt x="6585" y="41756"/>
                    <a:pt x="6716" y="41866"/>
                  </a:cubicBezTo>
                  <a:lnTo>
                    <a:pt x="10587" y="45114"/>
                  </a:lnTo>
                  <a:cubicBezTo>
                    <a:pt x="10656" y="45171"/>
                    <a:pt x="10741" y="45200"/>
                    <a:pt x="10827" y="45200"/>
                  </a:cubicBezTo>
                  <a:cubicBezTo>
                    <a:pt x="10902" y="45200"/>
                    <a:pt x="10978" y="45177"/>
                    <a:pt x="11043" y="45131"/>
                  </a:cubicBezTo>
                  <a:lnTo>
                    <a:pt x="14599" y="42583"/>
                  </a:lnTo>
                  <a:cubicBezTo>
                    <a:pt x="15919" y="43321"/>
                    <a:pt x="17317" y="43912"/>
                    <a:pt x="18767" y="44341"/>
                  </a:cubicBezTo>
                  <a:lnTo>
                    <a:pt x="19482" y="48637"/>
                  </a:lnTo>
                  <a:cubicBezTo>
                    <a:pt x="19510" y="48804"/>
                    <a:pt x="19647" y="48931"/>
                    <a:pt x="19816" y="48946"/>
                  </a:cubicBezTo>
                  <a:lnTo>
                    <a:pt x="24850" y="49386"/>
                  </a:lnTo>
                  <a:cubicBezTo>
                    <a:pt x="24862" y="49387"/>
                    <a:pt x="24872" y="49387"/>
                    <a:pt x="24882" y="49387"/>
                  </a:cubicBezTo>
                  <a:cubicBezTo>
                    <a:pt x="25040" y="49387"/>
                    <a:pt x="25181" y="49289"/>
                    <a:pt x="25233" y="49141"/>
                  </a:cubicBezTo>
                  <a:lnTo>
                    <a:pt x="26672" y="45078"/>
                  </a:lnTo>
                  <a:cubicBezTo>
                    <a:pt x="28195" y="44923"/>
                    <a:pt x="29695" y="44600"/>
                    <a:pt x="31146" y="44110"/>
                  </a:cubicBezTo>
                  <a:lnTo>
                    <a:pt x="34157" y="47170"/>
                  </a:lnTo>
                  <a:cubicBezTo>
                    <a:pt x="34229" y="47243"/>
                    <a:pt x="34325" y="47281"/>
                    <a:pt x="34423" y="47281"/>
                  </a:cubicBezTo>
                  <a:cubicBezTo>
                    <a:pt x="34486" y="47281"/>
                    <a:pt x="34551" y="47265"/>
                    <a:pt x="34609" y="47231"/>
                  </a:cubicBezTo>
                  <a:lnTo>
                    <a:pt x="38985" y="44705"/>
                  </a:lnTo>
                  <a:cubicBezTo>
                    <a:pt x="39132" y="44621"/>
                    <a:pt x="39203" y="44447"/>
                    <a:pt x="39159" y="44283"/>
                  </a:cubicBezTo>
                  <a:lnTo>
                    <a:pt x="38018" y="40158"/>
                  </a:lnTo>
                  <a:cubicBezTo>
                    <a:pt x="39177" y="39150"/>
                    <a:pt x="40219" y="38014"/>
                    <a:pt x="41125" y="36774"/>
                  </a:cubicBezTo>
                  <a:lnTo>
                    <a:pt x="45339" y="37551"/>
                  </a:lnTo>
                  <a:cubicBezTo>
                    <a:pt x="45362" y="37555"/>
                    <a:pt x="45385" y="37557"/>
                    <a:pt x="45407" y="37557"/>
                  </a:cubicBezTo>
                  <a:cubicBezTo>
                    <a:pt x="45549" y="37557"/>
                    <a:pt x="45681" y="37475"/>
                    <a:pt x="45743" y="37343"/>
                  </a:cubicBezTo>
                  <a:lnTo>
                    <a:pt x="47878" y="32762"/>
                  </a:lnTo>
                  <a:cubicBezTo>
                    <a:pt x="47950" y="32609"/>
                    <a:pt x="47908" y="32426"/>
                    <a:pt x="47777" y="32319"/>
                  </a:cubicBezTo>
                  <a:lnTo>
                    <a:pt x="44470" y="29588"/>
                  </a:lnTo>
                  <a:cubicBezTo>
                    <a:pt x="44831" y="28101"/>
                    <a:pt x="45026" y="26578"/>
                    <a:pt x="45048" y="25049"/>
                  </a:cubicBezTo>
                  <a:lnTo>
                    <a:pt x="48979" y="23260"/>
                  </a:lnTo>
                  <a:cubicBezTo>
                    <a:pt x="49133" y="23188"/>
                    <a:pt x="49219" y="23023"/>
                    <a:pt x="49191" y="22856"/>
                  </a:cubicBezTo>
                  <a:lnTo>
                    <a:pt x="48312" y="17880"/>
                  </a:lnTo>
                  <a:cubicBezTo>
                    <a:pt x="48282" y="17713"/>
                    <a:pt x="48144" y="17587"/>
                    <a:pt x="47975" y="17574"/>
                  </a:cubicBezTo>
                  <a:lnTo>
                    <a:pt x="43636" y="17237"/>
                  </a:lnTo>
                  <a:cubicBezTo>
                    <a:pt x="43083" y="15830"/>
                    <a:pt x="42375" y="14491"/>
                    <a:pt x="41527" y="13241"/>
                  </a:cubicBezTo>
                  <a:lnTo>
                    <a:pt x="43762" y="9464"/>
                  </a:lnTo>
                  <a:cubicBezTo>
                    <a:pt x="43848" y="9317"/>
                    <a:pt x="43826" y="9132"/>
                    <a:pt x="43706" y="9011"/>
                  </a:cubicBezTo>
                  <a:lnTo>
                    <a:pt x="40133" y="5439"/>
                  </a:lnTo>
                  <a:cubicBezTo>
                    <a:pt x="40061" y="5367"/>
                    <a:pt x="39966" y="5329"/>
                    <a:pt x="39869" y="5329"/>
                  </a:cubicBezTo>
                  <a:cubicBezTo>
                    <a:pt x="39804" y="5329"/>
                    <a:pt x="39739" y="5346"/>
                    <a:pt x="39680" y="5381"/>
                  </a:cubicBezTo>
                  <a:lnTo>
                    <a:pt x="35870" y="7644"/>
                  </a:lnTo>
                  <a:cubicBezTo>
                    <a:pt x="33635" y="6162"/>
                    <a:pt x="31128" y="5139"/>
                    <a:pt x="28497" y="4634"/>
                  </a:cubicBezTo>
                  <a:lnTo>
                    <a:pt x="27395" y="280"/>
                  </a:lnTo>
                  <a:cubicBezTo>
                    <a:pt x="27354" y="116"/>
                    <a:pt x="27207" y="1"/>
                    <a:pt x="270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1376;p41">
              <a:extLst>
                <a:ext uri="{FF2B5EF4-FFF2-40B4-BE49-F238E27FC236}">
                  <a16:creationId xmlns:a16="http://schemas.microsoft.com/office/drawing/2014/main" id="{F20F4329-BB93-0D38-10E0-6BF8B49AA977}"/>
                </a:ext>
              </a:extLst>
            </p:cNvPr>
            <p:cNvSpPr/>
            <p:nvPr/>
          </p:nvSpPr>
          <p:spPr>
            <a:xfrm>
              <a:off x="1927200" y="1756100"/>
              <a:ext cx="2152400" cy="2162325"/>
            </a:xfrm>
            <a:custGeom>
              <a:avLst/>
              <a:gdLst/>
              <a:ahLst/>
              <a:cxnLst/>
              <a:rect l="l" t="t" r="r" b="b"/>
              <a:pathLst>
                <a:path w="86096" h="86493" extrusionOk="0">
                  <a:moveTo>
                    <a:pt x="43001" y="20861"/>
                  </a:moveTo>
                  <a:cubicBezTo>
                    <a:pt x="55391" y="20861"/>
                    <a:pt x="65436" y="30905"/>
                    <a:pt x="65436" y="43296"/>
                  </a:cubicBezTo>
                  <a:cubicBezTo>
                    <a:pt x="65436" y="55686"/>
                    <a:pt x="55391" y="65732"/>
                    <a:pt x="43001" y="65732"/>
                  </a:cubicBezTo>
                  <a:cubicBezTo>
                    <a:pt x="30611" y="65732"/>
                    <a:pt x="20565" y="55686"/>
                    <a:pt x="20565" y="43296"/>
                  </a:cubicBezTo>
                  <a:cubicBezTo>
                    <a:pt x="20565" y="30905"/>
                    <a:pt x="30611" y="20861"/>
                    <a:pt x="43001" y="20861"/>
                  </a:cubicBezTo>
                  <a:close/>
                  <a:moveTo>
                    <a:pt x="38365" y="1"/>
                  </a:moveTo>
                  <a:lnTo>
                    <a:pt x="36298" y="8203"/>
                  </a:lnTo>
                  <a:cubicBezTo>
                    <a:pt x="33511" y="8734"/>
                    <a:pt x="30798" y="9595"/>
                    <a:pt x="28217" y="10771"/>
                  </a:cubicBezTo>
                  <a:lnTo>
                    <a:pt x="21795" y="5211"/>
                  </a:lnTo>
                  <a:lnTo>
                    <a:pt x="14434" y="10364"/>
                  </a:lnTo>
                  <a:lnTo>
                    <a:pt x="17468" y="18313"/>
                  </a:lnTo>
                  <a:cubicBezTo>
                    <a:pt x="15488" y="20334"/>
                    <a:pt x="13757" y="22582"/>
                    <a:pt x="12306" y="25009"/>
                  </a:cubicBezTo>
                  <a:lnTo>
                    <a:pt x="3846" y="24137"/>
                  </a:lnTo>
                  <a:lnTo>
                    <a:pt x="774" y="32580"/>
                  </a:lnTo>
                  <a:lnTo>
                    <a:pt x="7777" y="37331"/>
                  </a:lnTo>
                  <a:cubicBezTo>
                    <a:pt x="7443" y="39301"/>
                    <a:pt x="7273" y="41297"/>
                    <a:pt x="7272" y="43296"/>
                  </a:cubicBezTo>
                  <a:cubicBezTo>
                    <a:pt x="7272" y="44145"/>
                    <a:pt x="7312" y="44984"/>
                    <a:pt x="7370" y="45820"/>
                  </a:cubicBezTo>
                  <a:lnTo>
                    <a:pt x="0" y="49933"/>
                  </a:lnTo>
                  <a:lnTo>
                    <a:pt x="2326" y="58613"/>
                  </a:lnTo>
                  <a:lnTo>
                    <a:pt x="10668" y="58506"/>
                  </a:lnTo>
                  <a:cubicBezTo>
                    <a:pt x="11896" y="61111"/>
                    <a:pt x="13433" y="63556"/>
                    <a:pt x="15249" y="65793"/>
                  </a:cubicBezTo>
                  <a:lnTo>
                    <a:pt x="11648" y="73272"/>
                  </a:lnTo>
                  <a:lnTo>
                    <a:pt x="18531" y="79049"/>
                  </a:lnTo>
                  <a:lnTo>
                    <a:pt x="25201" y="74270"/>
                  </a:lnTo>
                  <a:cubicBezTo>
                    <a:pt x="27730" y="75727"/>
                    <a:pt x="30428" y="76867"/>
                    <a:pt x="33236" y="77663"/>
                  </a:cubicBezTo>
                  <a:lnTo>
                    <a:pt x="34574" y="85710"/>
                  </a:lnTo>
                  <a:lnTo>
                    <a:pt x="43525" y="86493"/>
                  </a:lnTo>
                  <a:lnTo>
                    <a:pt x="46225" y="78874"/>
                  </a:lnTo>
                  <a:cubicBezTo>
                    <a:pt x="49164" y="78612"/>
                    <a:pt x="52058" y="77986"/>
                    <a:pt x="54841" y="77009"/>
                  </a:cubicBezTo>
                  <a:lnTo>
                    <a:pt x="60489" y="82748"/>
                  </a:lnTo>
                  <a:lnTo>
                    <a:pt x="68270" y="78256"/>
                  </a:lnTo>
                  <a:lnTo>
                    <a:pt x="66134" y="70516"/>
                  </a:lnTo>
                  <a:cubicBezTo>
                    <a:pt x="68386" y="68598"/>
                    <a:pt x="70395" y="66410"/>
                    <a:pt x="72112" y="64000"/>
                  </a:cubicBezTo>
                  <a:lnTo>
                    <a:pt x="80018" y="65459"/>
                  </a:lnTo>
                  <a:lnTo>
                    <a:pt x="83815" y="57315"/>
                  </a:lnTo>
                  <a:lnTo>
                    <a:pt x="77612" y="52194"/>
                  </a:lnTo>
                  <a:cubicBezTo>
                    <a:pt x="78343" y="49336"/>
                    <a:pt x="78717" y="46399"/>
                    <a:pt x="78726" y="43452"/>
                  </a:cubicBezTo>
                  <a:lnTo>
                    <a:pt x="86096" y="40093"/>
                  </a:lnTo>
                  <a:lnTo>
                    <a:pt x="84536" y="31244"/>
                  </a:lnTo>
                  <a:lnTo>
                    <a:pt x="76406" y="30613"/>
                  </a:lnTo>
                  <a:cubicBezTo>
                    <a:pt x="75370" y="27888"/>
                    <a:pt x="74004" y="25301"/>
                    <a:pt x="72336" y="22909"/>
                  </a:cubicBezTo>
                  <a:lnTo>
                    <a:pt x="76528" y="15829"/>
                  </a:lnTo>
                  <a:lnTo>
                    <a:pt x="70176" y="9476"/>
                  </a:lnTo>
                  <a:lnTo>
                    <a:pt x="63039" y="13713"/>
                  </a:lnTo>
                  <a:cubicBezTo>
                    <a:pt x="58935" y="10928"/>
                    <a:pt x="54294" y="9033"/>
                    <a:pt x="49415" y="8151"/>
                  </a:cubicBezTo>
                  <a:lnTo>
                    <a:pt x="47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377;p41">
              <a:extLst>
                <a:ext uri="{FF2B5EF4-FFF2-40B4-BE49-F238E27FC236}">
                  <a16:creationId xmlns:a16="http://schemas.microsoft.com/office/drawing/2014/main" id="{F38EA639-5637-721D-7D9F-06A11238E476}"/>
                </a:ext>
              </a:extLst>
            </p:cNvPr>
            <p:cNvSpPr/>
            <p:nvPr/>
          </p:nvSpPr>
          <p:spPr>
            <a:xfrm>
              <a:off x="1927200" y="1669825"/>
              <a:ext cx="2152400" cy="2162375"/>
            </a:xfrm>
            <a:custGeom>
              <a:avLst/>
              <a:gdLst/>
              <a:ahLst/>
              <a:cxnLst/>
              <a:rect l="l" t="t" r="r" b="b"/>
              <a:pathLst>
                <a:path w="86096" h="86495" extrusionOk="0">
                  <a:moveTo>
                    <a:pt x="43001" y="20861"/>
                  </a:moveTo>
                  <a:cubicBezTo>
                    <a:pt x="55391" y="20861"/>
                    <a:pt x="65436" y="30905"/>
                    <a:pt x="65436" y="43296"/>
                  </a:cubicBezTo>
                  <a:cubicBezTo>
                    <a:pt x="65436" y="55686"/>
                    <a:pt x="55391" y="65730"/>
                    <a:pt x="43001" y="65730"/>
                  </a:cubicBezTo>
                  <a:cubicBezTo>
                    <a:pt x="30611" y="65730"/>
                    <a:pt x="20565" y="55686"/>
                    <a:pt x="20565" y="43296"/>
                  </a:cubicBezTo>
                  <a:cubicBezTo>
                    <a:pt x="20565" y="30905"/>
                    <a:pt x="30611" y="20861"/>
                    <a:pt x="43001" y="20861"/>
                  </a:cubicBezTo>
                  <a:close/>
                  <a:moveTo>
                    <a:pt x="38365" y="1"/>
                  </a:moveTo>
                  <a:lnTo>
                    <a:pt x="36298" y="8203"/>
                  </a:lnTo>
                  <a:cubicBezTo>
                    <a:pt x="33511" y="8732"/>
                    <a:pt x="30798" y="9595"/>
                    <a:pt x="28217" y="10769"/>
                  </a:cubicBezTo>
                  <a:lnTo>
                    <a:pt x="21795" y="5210"/>
                  </a:lnTo>
                  <a:lnTo>
                    <a:pt x="14434" y="10364"/>
                  </a:lnTo>
                  <a:lnTo>
                    <a:pt x="17468" y="18313"/>
                  </a:lnTo>
                  <a:cubicBezTo>
                    <a:pt x="15488" y="20334"/>
                    <a:pt x="13757" y="22581"/>
                    <a:pt x="12306" y="25009"/>
                  </a:cubicBezTo>
                  <a:lnTo>
                    <a:pt x="3846" y="24137"/>
                  </a:lnTo>
                  <a:lnTo>
                    <a:pt x="774" y="32580"/>
                  </a:lnTo>
                  <a:lnTo>
                    <a:pt x="7777" y="37331"/>
                  </a:lnTo>
                  <a:cubicBezTo>
                    <a:pt x="7443" y="39301"/>
                    <a:pt x="7273" y="41297"/>
                    <a:pt x="7272" y="43296"/>
                  </a:cubicBezTo>
                  <a:cubicBezTo>
                    <a:pt x="7272" y="44145"/>
                    <a:pt x="7312" y="44984"/>
                    <a:pt x="7370" y="45820"/>
                  </a:cubicBezTo>
                  <a:lnTo>
                    <a:pt x="0" y="49933"/>
                  </a:lnTo>
                  <a:lnTo>
                    <a:pt x="2327" y="58614"/>
                  </a:lnTo>
                  <a:lnTo>
                    <a:pt x="10668" y="58506"/>
                  </a:lnTo>
                  <a:cubicBezTo>
                    <a:pt x="11896" y="61111"/>
                    <a:pt x="13433" y="63556"/>
                    <a:pt x="15249" y="65791"/>
                  </a:cubicBezTo>
                  <a:lnTo>
                    <a:pt x="11648" y="73272"/>
                  </a:lnTo>
                  <a:lnTo>
                    <a:pt x="18531" y="79047"/>
                  </a:lnTo>
                  <a:lnTo>
                    <a:pt x="25201" y="74270"/>
                  </a:lnTo>
                  <a:cubicBezTo>
                    <a:pt x="27730" y="75727"/>
                    <a:pt x="30428" y="76866"/>
                    <a:pt x="33236" y="77663"/>
                  </a:cubicBezTo>
                  <a:lnTo>
                    <a:pt x="34574" y="85709"/>
                  </a:lnTo>
                  <a:lnTo>
                    <a:pt x="43525" y="86494"/>
                  </a:lnTo>
                  <a:lnTo>
                    <a:pt x="46225" y="78874"/>
                  </a:lnTo>
                  <a:cubicBezTo>
                    <a:pt x="49164" y="78612"/>
                    <a:pt x="52058" y="77986"/>
                    <a:pt x="54841" y="77008"/>
                  </a:cubicBezTo>
                  <a:lnTo>
                    <a:pt x="60489" y="82748"/>
                  </a:lnTo>
                  <a:lnTo>
                    <a:pt x="68270" y="78256"/>
                  </a:lnTo>
                  <a:lnTo>
                    <a:pt x="66134" y="70516"/>
                  </a:lnTo>
                  <a:cubicBezTo>
                    <a:pt x="68386" y="68599"/>
                    <a:pt x="70395" y="66412"/>
                    <a:pt x="72112" y="64002"/>
                  </a:cubicBezTo>
                  <a:lnTo>
                    <a:pt x="80018" y="65459"/>
                  </a:lnTo>
                  <a:lnTo>
                    <a:pt x="83815" y="57315"/>
                  </a:lnTo>
                  <a:lnTo>
                    <a:pt x="77612" y="52194"/>
                  </a:lnTo>
                  <a:cubicBezTo>
                    <a:pt x="78343" y="49336"/>
                    <a:pt x="78717" y="46399"/>
                    <a:pt x="78726" y="43450"/>
                  </a:cubicBezTo>
                  <a:lnTo>
                    <a:pt x="86096" y="40093"/>
                  </a:lnTo>
                  <a:lnTo>
                    <a:pt x="84536" y="31244"/>
                  </a:lnTo>
                  <a:lnTo>
                    <a:pt x="76406" y="30613"/>
                  </a:lnTo>
                  <a:cubicBezTo>
                    <a:pt x="75370" y="27888"/>
                    <a:pt x="74004" y="25301"/>
                    <a:pt x="72336" y="22909"/>
                  </a:cubicBezTo>
                  <a:lnTo>
                    <a:pt x="76528" y="15829"/>
                  </a:lnTo>
                  <a:lnTo>
                    <a:pt x="70174" y="9475"/>
                  </a:lnTo>
                  <a:lnTo>
                    <a:pt x="63039" y="13711"/>
                  </a:lnTo>
                  <a:cubicBezTo>
                    <a:pt x="58935" y="10928"/>
                    <a:pt x="54294" y="9033"/>
                    <a:pt x="49415" y="8151"/>
                  </a:cubicBezTo>
                  <a:lnTo>
                    <a:pt x="47351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378;p41">
              <a:extLst>
                <a:ext uri="{FF2B5EF4-FFF2-40B4-BE49-F238E27FC236}">
                  <a16:creationId xmlns:a16="http://schemas.microsoft.com/office/drawing/2014/main" id="{82242831-DD50-8C0A-6D4D-27655B990BA0}"/>
                </a:ext>
              </a:extLst>
            </p:cNvPr>
            <p:cNvSpPr/>
            <p:nvPr/>
          </p:nvSpPr>
          <p:spPr>
            <a:xfrm>
              <a:off x="1917125" y="1660550"/>
              <a:ext cx="2172350" cy="2180925"/>
            </a:xfrm>
            <a:custGeom>
              <a:avLst/>
              <a:gdLst/>
              <a:ahLst/>
              <a:cxnLst/>
              <a:rect l="l" t="t" r="r" b="b"/>
              <a:pathLst>
                <a:path w="86894" h="87237" extrusionOk="0">
                  <a:moveTo>
                    <a:pt x="43404" y="21603"/>
                  </a:moveTo>
                  <a:cubicBezTo>
                    <a:pt x="55570" y="21603"/>
                    <a:pt x="65467" y="31502"/>
                    <a:pt x="65467" y="43667"/>
                  </a:cubicBezTo>
                  <a:cubicBezTo>
                    <a:pt x="65467" y="55833"/>
                    <a:pt x="55570" y="65730"/>
                    <a:pt x="43404" y="65730"/>
                  </a:cubicBezTo>
                  <a:cubicBezTo>
                    <a:pt x="31238" y="65730"/>
                    <a:pt x="21339" y="55833"/>
                    <a:pt x="21339" y="43667"/>
                  </a:cubicBezTo>
                  <a:cubicBezTo>
                    <a:pt x="21339" y="31501"/>
                    <a:pt x="31238" y="21603"/>
                    <a:pt x="43404" y="21603"/>
                  </a:cubicBezTo>
                  <a:close/>
                  <a:moveTo>
                    <a:pt x="43404" y="20861"/>
                  </a:moveTo>
                  <a:cubicBezTo>
                    <a:pt x="30828" y="20861"/>
                    <a:pt x="20597" y="31092"/>
                    <a:pt x="20597" y="43667"/>
                  </a:cubicBezTo>
                  <a:cubicBezTo>
                    <a:pt x="20597" y="56243"/>
                    <a:pt x="30828" y="66474"/>
                    <a:pt x="43404" y="66474"/>
                  </a:cubicBezTo>
                  <a:cubicBezTo>
                    <a:pt x="55979" y="66474"/>
                    <a:pt x="66210" y="56243"/>
                    <a:pt x="66210" y="43667"/>
                  </a:cubicBezTo>
                  <a:cubicBezTo>
                    <a:pt x="66210" y="31091"/>
                    <a:pt x="55980" y="20861"/>
                    <a:pt x="43404" y="20861"/>
                  </a:cubicBezTo>
                  <a:close/>
                  <a:moveTo>
                    <a:pt x="47465" y="744"/>
                  </a:moveTo>
                  <a:lnTo>
                    <a:pt x="49457" y="8614"/>
                  </a:lnTo>
                  <a:cubicBezTo>
                    <a:pt x="49492" y="8756"/>
                    <a:pt x="49607" y="8862"/>
                    <a:pt x="49751" y="8889"/>
                  </a:cubicBezTo>
                  <a:cubicBezTo>
                    <a:pt x="54617" y="9771"/>
                    <a:pt x="59153" y="11622"/>
                    <a:pt x="63233" y="14391"/>
                  </a:cubicBezTo>
                  <a:cubicBezTo>
                    <a:pt x="63295" y="14433"/>
                    <a:pt x="63368" y="14454"/>
                    <a:pt x="63441" y="14454"/>
                  </a:cubicBezTo>
                  <a:cubicBezTo>
                    <a:pt x="63507" y="14454"/>
                    <a:pt x="63572" y="14437"/>
                    <a:pt x="63631" y="14403"/>
                  </a:cubicBezTo>
                  <a:lnTo>
                    <a:pt x="70519" y="10313"/>
                  </a:lnTo>
                  <a:lnTo>
                    <a:pt x="76463" y="16259"/>
                  </a:lnTo>
                  <a:lnTo>
                    <a:pt x="72420" y="23090"/>
                  </a:lnTo>
                  <a:cubicBezTo>
                    <a:pt x="72346" y="23214"/>
                    <a:pt x="72352" y="23372"/>
                    <a:pt x="72435" y="23491"/>
                  </a:cubicBezTo>
                  <a:cubicBezTo>
                    <a:pt x="74083" y="25858"/>
                    <a:pt x="75434" y="28419"/>
                    <a:pt x="76460" y="31116"/>
                  </a:cubicBezTo>
                  <a:cubicBezTo>
                    <a:pt x="76511" y="31250"/>
                    <a:pt x="76636" y="31343"/>
                    <a:pt x="76780" y="31353"/>
                  </a:cubicBezTo>
                  <a:lnTo>
                    <a:pt x="84623" y="31962"/>
                  </a:lnTo>
                  <a:lnTo>
                    <a:pt x="86083" y="40245"/>
                  </a:lnTo>
                  <a:lnTo>
                    <a:pt x="78976" y="43483"/>
                  </a:lnTo>
                  <a:cubicBezTo>
                    <a:pt x="78844" y="43543"/>
                    <a:pt x="78759" y="43674"/>
                    <a:pt x="78758" y="43820"/>
                  </a:cubicBezTo>
                  <a:cubicBezTo>
                    <a:pt x="78747" y="46738"/>
                    <a:pt x="78378" y="49644"/>
                    <a:pt x="77656" y="52472"/>
                  </a:cubicBezTo>
                  <a:cubicBezTo>
                    <a:pt x="77620" y="52612"/>
                    <a:pt x="77669" y="52759"/>
                    <a:pt x="77779" y="52851"/>
                  </a:cubicBezTo>
                  <a:lnTo>
                    <a:pt x="83759" y="57789"/>
                  </a:lnTo>
                  <a:lnTo>
                    <a:pt x="80205" y="65411"/>
                  </a:lnTo>
                  <a:lnTo>
                    <a:pt x="72582" y="64006"/>
                  </a:lnTo>
                  <a:cubicBezTo>
                    <a:pt x="72557" y="64001"/>
                    <a:pt x="72533" y="63998"/>
                    <a:pt x="72509" y="63998"/>
                  </a:cubicBezTo>
                  <a:cubicBezTo>
                    <a:pt x="72391" y="63998"/>
                    <a:pt x="72280" y="64056"/>
                    <a:pt x="72212" y="64156"/>
                  </a:cubicBezTo>
                  <a:cubicBezTo>
                    <a:pt x="70513" y="66541"/>
                    <a:pt x="68526" y="68706"/>
                    <a:pt x="66296" y="70604"/>
                  </a:cubicBezTo>
                  <a:cubicBezTo>
                    <a:pt x="66186" y="70697"/>
                    <a:pt x="66140" y="70847"/>
                    <a:pt x="66179" y="70987"/>
                  </a:cubicBezTo>
                  <a:lnTo>
                    <a:pt x="68238" y="78449"/>
                  </a:lnTo>
                  <a:lnTo>
                    <a:pt x="60955" y="82653"/>
                  </a:lnTo>
                  <a:lnTo>
                    <a:pt x="55509" y="77118"/>
                  </a:lnTo>
                  <a:cubicBezTo>
                    <a:pt x="55438" y="77046"/>
                    <a:pt x="55342" y="77007"/>
                    <a:pt x="55245" y="77007"/>
                  </a:cubicBezTo>
                  <a:cubicBezTo>
                    <a:pt x="55203" y="77007"/>
                    <a:pt x="55161" y="77014"/>
                    <a:pt x="55120" y="77029"/>
                  </a:cubicBezTo>
                  <a:cubicBezTo>
                    <a:pt x="52366" y="77994"/>
                    <a:pt x="49503" y="78615"/>
                    <a:pt x="46595" y="78875"/>
                  </a:cubicBezTo>
                  <a:cubicBezTo>
                    <a:pt x="46451" y="78887"/>
                    <a:pt x="46326" y="78983"/>
                    <a:pt x="46279" y="79120"/>
                  </a:cubicBezTo>
                  <a:lnTo>
                    <a:pt x="43674" y="86469"/>
                  </a:lnTo>
                  <a:lnTo>
                    <a:pt x="35296" y="85737"/>
                  </a:lnTo>
                  <a:lnTo>
                    <a:pt x="34006" y="77973"/>
                  </a:lnTo>
                  <a:cubicBezTo>
                    <a:pt x="33982" y="77831"/>
                    <a:pt x="33880" y="77715"/>
                    <a:pt x="33742" y="77676"/>
                  </a:cubicBezTo>
                  <a:cubicBezTo>
                    <a:pt x="30962" y="76888"/>
                    <a:pt x="28290" y="75761"/>
                    <a:pt x="25788" y="74320"/>
                  </a:cubicBezTo>
                  <a:cubicBezTo>
                    <a:pt x="25730" y="74287"/>
                    <a:pt x="25666" y="74271"/>
                    <a:pt x="25602" y="74271"/>
                  </a:cubicBezTo>
                  <a:cubicBezTo>
                    <a:pt x="25526" y="74271"/>
                    <a:pt x="25450" y="74294"/>
                    <a:pt x="25386" y="74340"/>
                  </a:cubicBezTo>
                  <a:lnTo>
                    <a:pt x="18950" y="78949"/>
                  </a:lnTo>
                  <a:lnTo>
                    <a:pt x="12508" y="73544"/>
                  </a:lnTo>
                  <a:lnTo>
                    <a:pt x="15985" y="66324"/>
                  </a:lnTo>
                  <a:cubicBezTo>
                    <a:pt x="16047" y="66193"/>
                    <a:pt x="16029" y="66040"/>
                    <a:pt x="15939" y="65928"/>
                  </a:cubicBezTo>
                  <a:cubicBezTo>
                    <a:pt x="14143" y="63716"/>
                    <a:pt x="12621" y="61296"/>
                    <a:pt x="11405" y="58720"/>
                  </a:cubicBezTo>
                  <a:cubicBezTo>
                    <a:pt x="11343" y="58587"/>
                    <a:pt x="11219" y="58518"/>
                    <a:pt x="11065" y="58506"/>
                  </a:cubicBezTo>
                  <a:lnTo>
                    <a:pt x="3012" y="58610"/>
                  </a:lnTo>
                  <a:lnTo>
                    <a:pt x="837" y="50489"/>
                  </a:lnTo>
                  <a:lnTo>
                    <a:pt x="7953" y="46516"/>
                  </a:lnTo>
                  <a:cubicBezTo>
                    <a:pt x="8079" y="46447"/>
                    <a:pt x="8153" y="46310"/>
                    <a:pt x="8143" y="46167"/>
                  </a:cubicBezTo>
                  <a:cubicBezTo>
                    <a:pt x="8076" y="45210"/>
                    <a:pt x="8045" y="44415"/>
                    <a:pt x="8045" y="43668"/>
                  </a:cubicBezTo>
                  <a:cubicBezTo>
                    <a:pt x="8048" y="41689"/>
                    <a:pt x="8215" y="39715"/>
                    <a:pt x="8545" y="37764"/>
                  </a:cubicBezTo>
                  <a:cubicBezTo>
                    <a:pt x="8569" y="37621"/>
                    <a:pt x="8508" y="37476"/>
                    <a:pt x="8388" y="37396"/>
                  </a:cubicBezTo>
                  <a:lnTo>
                    <a:pt x="1624" y="32807"/>
                  </a:lnTo>
                  <a:lnTo>
                    <a:pt x="4499" y="24907"/>
                  </a:lnTo>
                  <a:lnTo>
                    <a:pt x="12670" y="25749"/>
                  </a:lnTo>
                  <a:cubicBezTo>
                    <a:pt x="12683" y="25751"/>
                    <a:pt x="12696" y="25751"/>
                    <a:pt x="12709" y="25751"/>
                  </a:cubicBezTo>
                  <a:cubicBezTo>
                    <a:pt x="12838" y="25751"/>
                    <a:pt x="12959" y="25683"/>
                    <a:pt x="13027" y="25571"/>
                  </a:cubicBezTo>
                  <a:cubicBezTo>
                    <a:pt x="14463" y="23168"/>
                    <a:pt x="16178" y="20944"/>
                    <a:pt x="18135" y="18944"/>
                  </a:cubicBezTo>
                  <a:cubicBezTo>
                    <a:pt x="18237" y="18840"/>
                    <a:pt x="18268" y="18687"/>
                    <a:pt x="18217" y="18552"/>
                  </a:cubicBezTo>
                  <a:lnTo>
                    <a:pt x="15287" y="10873"/>
                  </a:lnTo>
                  <a:lnTo>
                    <a:pt x="22172" y="6051"/>
                  </a:lnTo>
                  <a:lnTo>
                    <a:pt x="28378" y="11423"/>
                  </a:lnTo>
                  <a:cubicBezTo>
                    <a:pt x="28447" y="11482"/>
                    <a:pt x="28533" y="11513"/>
                    <a:pt x="28620" y="11513"/>
                  </a:cubicBezTo>
                  <a:cubicBezTo>
                    <a:pt x="28672" y="11513"/>
                    <a:pt x="28725" y="11502"/>
                    <a:pt x="28774" y="11479"/>
                  </a:cubicBezTo>
                  <a:cubicBezTo>
                    <a:pt x="31329" y="10316"/>
                    <a:pt x="34012" y="9464"/>
                    <a:pt x="36769" y="8940"/>
                  </a:cubicBezTo>
                  <a:cubicBezTo>
                    <a:pt x="36912" y="8913"/>
                    <a:pt x="37025" y="8806"/>
                    <a:pt x="37060" y="8665"/>
                  </a:cubicBezTo>
                  <a:lnTo>
                    <a:pt x="39058" y="744"/>
                  </a:lnTo>
                  <a:close/>
                  <a:moveTo>
                    <a:pt x="38768" y="0"/>
                  </a:moveTo>
                  <a:cubicBezTo>
                    <a:pt x="38599" y="0"/>
                    <a:pt x="38449" y="116"/>
                    <a:pt x="38409" y="281"/>
                  </a:cubicBezTo>
                  <a:lnTo>
                    <a:pt x="36398" y="8255"/>
                  </a:lnTo>
                  <a:cubicBezTo>
                    <a:pt x="33742" y="8778"/>
                    <a:pt x="31155" y="9600"/>
                    <a:pt x="28684" y="10705"/>
                  </a:cubicBezTo>
                  <a:lnTo>
                    <a:pt x="22440" y="5300"/>
                  </a:lnTo>
                  <a:cubicBezTo>
                    <a:pt x="22370" y="5240"/>
                    <a:pt x="22283" y="5209"/>
                    <a:pt x="22196" y="5209"/>
                  </a:cubicBezTo>
                  <a:cubicBezTo>
                    <a:pt x="22122" y="5209"/>
                    <a:pt x="22048" y="5231"/>
                    <a:pt x="21984" y="5276"/>
                  </a:cubicBezTo>
                  <a:lnTo>
                    <a:pt x="14623" y="10431"/>
                  </a:lnTo>
                  <a:cubicBezTo>
                    <a:pt x="14483" y="10527"/>
                    <a:pt x="14428" y="10708"/>
                    <a:pt x="14489" y="10867"/>
                  </a:cubicBezTo>
                  <a:lnTo>
                    <a:pt x="17438" y="18595"/>
                  </a:lnTo>
                  <a:cubicBezTo>
                    <a:pt x="15564" y="20534"/>
                    <a:pt x="13912" y="22678"/>
                    <a:pt x="12513" y="24985"/>
                  </a:cubicBezTo>
                  <a:lnTo>
                    <a:pt x="4288" y="24138"/>
                  </a:lnTo>
                  <a:cubicBezTo>
                    <a:pt x="4278" y="24137"/>
                    <a:pt x="4268" y="24137"/>
                    <a:pt x="4259" y="24137"/>
                  </a:cubicBezTo>
                  <a:cubicBezTo>
                    <a:pt x="4101" y="24137"/>
                    <a:pt x="3955" y="24229"/>
                    <a:pt x="3900" y="24380"/>
                  </a:cubicBezTo>
                  <a:lnTo>
                    <a:pt x="828" y="32824"/>
                  </a:lnTo>
                  <a:cubicBezTo>
                    <a:pt x="770" y="32984"/>
                    <a:pt x="826" y="33162"/>
                    <a:pt x="967" y="33259"/>
                  </a:cubicBezTo>
                  <a:lnTo>
                    <a:pt x="7774" y="37875"/>
                  </a:lnTo>
                  <a:cubicBezTo>
                    <a:pt x="7463" y="39789"/>
                    <a:pt x="7305" y="41727"/>
                    <a:pt x="7302" y="43667"/>
                  </a:cubicBezTo>
                  <a:cubicBezTo>
                    <a:pt x="7302" y="44371"/>
                    <a:pt x="7329" y="45112"/>
                    <a:pt x="7387" y="45982"/>
                  </a:cubicBezTo>
                  <a:lnTo>
                    <a:pt x="222" y="49982"/>
                  </a:lnTo>
                  <a:cubicBezTo>
                    <a:pt x="73" y="50064"/>
                    <a:pt x="1" y="50238"/>
                    <a:pt x="45" y="50402"/>
                  </a:cubicBezTo>
                  <a:lnTo>
                    <a:pt x="2371" y="59080"/>
                  </a:lnTo>
                  <a:cubicBezTo>
                    <a:pt x="2413" y="59236"/>
                    <a:pt x="2549" y="59358"/>
                    <a:pt x="2707" y="59358"/>
                  </a:cubicBezTo>
                  <a:cubicBezTo>
                    <a:pt x="2716" y="59358"/>
                    <a:pt x="2725" y="59357"/>
                    <a:pt x="2734" y="59357"/>
                  </a:cubicBezTo>
                  <a:lnTo>
                    <a:pt x="10838" y="59254"/>
                  </a:lnTo>
                  <a:cubicBezTo>
                    <a:pt x="12027" y="61733"/>
                    <a:pt x="13496" y="64068"/>
                    <a:pt x="15214" y="66214"/>
                  </a:cubicBezTo>
                  <a:lnTo>
                    <a:pt x="11715" y="73483"/>
                  </a:lnTo>
                  <a:cubicBezTo>
                    <a:pt x="11641" y="73636"/>
                    <a:pt x="11681" y="73820"/>
                    <a:pt x="11812" y="73928"/>
                  </a:cubicBezTo>
                  <a:lnTo>
                    <a:pt x="18695" y="79705"/>
                  </a:lnTo>
                  <a:cubicBezTo>
                    <a:pt x="18764" y="79762"/>
                    <a:pt x="18849" y="79792"/>
                    <a:pt x="18934" y="79792"/>
                  </a:cubicBezTo>
                  <a:cubicBezTo>
                    <a:pt x="19009" y="79792"/>
                    <a:pt x="19084" y="79769"/>
                    <a:pt x="19149" y="79723"/>
                  </a:cubicBezTo>
                  <a:lnTo>
                    <a:pt x="25626" y="75084"/>
                  </a:lnTo>
                  <a:cubicBezTo>
                    <a:pt x="28054" y="76459"/>
                    <a:pt x="30632" y="77549"/>
                    <a:pt x="33311" y="78327"/>
                  </a:cubicBezTo>
                  <a:lnTo>
                    <a:pt x="34610" y="86142"/>
                  </a:lnTo>
                  <a:cubicBezTo>
                    <a:pt x="34639" y="86310"/>
                    <a:pt x="34775" y="86436"/>
                    <a:pt x="34944" y="86451"/>
                  </a:cubicBezTo>
                  <a:lnTo>
                    <a:pt x="43896" y="87235"/>
                  </a:lnTo>
                  <a:cubicBezTo>
                    <a:pt x="43908" y="87237"/>
                    <a:pt x="43918" y="87237"/>
                    <a:pt x="43928" y="87237"/>
                  </a:cubicBezTo>
                  <a:cubicBezTo>
                    <a:pt x="44086" y="87235"/>
                    <a:pt x="44227" y="87136"/>
                    <a:pt x="44279" y="86987"/>
                  </a:cubicBezTo>
                  <a:lnTo>
                    <a:pt x="46898" y="79592"/>
                  </a:lnTo>
                  <a:cubicBezTo>
                    <a:pt x="49708" y="79322"/>
                    <a:pt x="52474" y="78723"/>
                    <a:pt x="55143" y="77807"/>
                  </a:cubicBezTo>
                  <a:lnTo>
                    <a:pt x="60626" y="83379"/>
                  </a:lnTo>
                  <a:cubicBezTo>
                    <a:pt x="60698" y="83451"/>
                    <a:pt x="60794" y="83489"/>
                    <a:pt x="60892" y="83489"/>
                  </a:cubicBezTo>
                  <a:cubicBezTo>
                    <a:pt x="60956" y="83489"/>
                    <a:pt x="61020" y="83473"/>
                    <a:pt x="61078" y="83440"/>
                  </a:cubicBezTo>
                  <a:lnTo>
                    <a:pt x="68859" y="78948"/>
                  </a:lnTo>
                  <a:cubicBezTo>
                    <a:pt x="69005" y="78863"/>
                    <a:pt x="69076" y="78691"/>
                    <a:pt x="69031" y="78527"/>
                  </a:cubicBezTo>
                  <a:lnTo>
                    <a:pt x="66957" y="71015"/>
                  </a:lnTo>
                  <a:cubicBezTo>
                    <a:pt x="69101" y="69166"/>
                    <a:pt x="71021" y="67074"/>
                    <a:pt x="72678" y="64778"/>
                  </a:cubicBezTo>
                  <a:lnTo>
                    <a:pt x="80352" y="66193"/>
                  </a:lnTo>
                  <a:cubicBezTo>
                    <a:pt x="80375" y="66198"/>
                    <a:pt x="80398" y="66200"/>
                    <a:pt x="80421" y="66200"/>
                  </a:cubicBezTo>
                  <a:cubicBezTo>
                    <a:pt x="80563" y="66200"/>
                    <a:pt x="80695" y="66117"/>
                    <a:pt x="80756" y="65985"/>
                  </a:cubicBezTo>
                  <a:lnTo>
                    <a:pt x="84555" y="57842"/>
                  </a:lnTo>
                  <a:cubicBezTo>
                    <a:pt x="84626" y="57688"/>
                    <a:pt x="84585" y="57505"/>
                    <a:pt x="84454" y="57398"/>
                  </a:cubicBezTo>
                  <a:lnTo>
                    <a:pt x="78434" y="52426"/>
                  </a:lnTo>
                  <a:cubicBezTo>
                    <a:pt x="79113" y="49690"/>
                    <a:pt x="79470" y="46882"/>
                    <a:pt x="79499" y="44062"/>
                  </a:cubicBezTo>
                  <a:lnTo>
                    <a:pt x="86652" y="40802"/>
                  </a:lnTo>
                  <a:cubicBezTo>
                    <a:pt x="86806" y="40731"/>
                    <a:pt x="86894" y="40566"/>
                    <a:pt x="86864" y="40398"/>
                  </a:cubicBezTo>
                  <a:lnTo>
                    <a:pt x="85305" y="31550"/>
                  </a:lnTo>
                  <a:cubicBezTo>
                    <a:pt x="85275" y="31383"/>
                    <a:pt x="85137" y="31257"/>
                    <a:pt x="84968" y="31244"/>
                  </a:cubicBezTo>
                  <a:lnTo>
                    <a:pt x="77071" y="30632"/>
                  </a:lnTo>
                  <a:cubicBezTo>
                    <a:pt x="76062" y="28033"/>
                    <a:pt x="74757" y="25561"/>
                    <a:pt x="73180" y="23263"/>
                  </a:cubicBezTo>
                  <a:lnTo>
                    <a:pt x="77250" y="16388"/>
                  </a:lnTo>
                  <a:cubicBezTo>
                    <a:pt x="77337" y="16243"/>
                    <a:pt x="77313" y="16057"/>
                    <a:pt x="77193" y="15937"/>
                  </a:cubicBezTo>
                  <a:lnTo>
                    <a:pt x="70840" y="9584"/>
                  </a:lnTo>
                  <a:cubicBezTo>
                    <a:pt x="70768" y="9512"/>
                    <a:pt x="70673" y="9475"/>
                    <a:pt x="70576" y="9475"/>
                  </a:cubicBezTo>
                  <a:cubicBezTo>
                    <a:pt x="70511" y="9475"/>
                    <a:pt x="70446" y="9492"/>
                    <a:pt x="70387" y="9526"/>
                  </a:cubicBezTo>
                  <a:lnTo>
                    <a:pt x="63454" y="13643"/>
                  </a:lnTo>
                  <a:cubicBezTo>
                    <a:pt x="59404" y="10934"/>
                    <a:pt x="54921" y="9103"/>
                    <a:pt x="50119" y="8200"/>
                  </a:cubicBezTo>
                  <a:lnTo>
                    <a:pt x="48114" y="281"/>
                  </a:lnTo>
                  <a:cubicBezTo>
                    <a:pt x="48071" y="116"/>
                    <a:pt x="47924" y="0"/>
                    <a:pt x="477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379;p41">
              <a:extLst>
                <a:ext uri="{FF2B5EF4-FFF2-40B4-BE49-F238E27FC236}">
                  <a16:creationId xmlns:a16="http://schemas.microsoft.com/office/drawing/2014/main" id="{13B1C034-0CAA-AAA5-9BC4-A021F13AE03C}"/>
                </a:ext>
              </a:extLst>
            </p:cNvPr>
            <p:cNvSpPr/>
            <p:nvPr/>
          </p:nvSpPr>
          <p:spPr>
            <a:xfrm>
              <a:off x="3959700" y="2245050"/>
              <a:ext cx="2152375" cy="2162350"/>
            </a:xfrm>
            <a:custGeom>
              <a:avLst/>
              <a:gdLst/>
              <a:ahLst/>
              <a:cxnLst/>
              <a:rect l="l" t="t" r="r" b="b"/>
              <a:pathLst>
                <a:path w="86095" h="86494" extrusionOk="0">
                  <a:moveTo>
                    <a:pt x="43000" y="20861"/>
                  </a:moveTo>
                  <a:cubicBezTo>
                    <a:pt x="55391" y="20861"/>
                    <a:pt x="65435" y="30906"/>
                    <a:pt x="65435" y="43296"/>
                  </a:cubicBezTo>
                  <a:lnTo>
                    <a:pt x="65436" y="43296"/>
                  </a:lnTo>
                  <a:cubicBezTo>
                    <a:pt x="65436" y="55686"/>
                    <a:pt x="55392" y="65731"/>
                    <a:pt x="43002" y="65731"/>
                  </a:cubicBezTo>
                  <a:cubicBezTo>
                    <a:pt x="30611" y="65731"/>
                    <a:pt x="20566" y="55686"/>
                    <a:pt x="20566" y="43296"/>
                  </a:cubicBezTo>
                  <a:cubicBezTo>
                    <a:pt x="20566" y="30906"/>
                    <a:pt x="30610" y="20861"/>
                    <a:pt x="43000" y="20861"/>
                  </a:cubicBezTo>
                  <a:close/>
                  <a:moveTo>
                    <a:pt x="38366" y="1"/>
                  </a:moveTo>
                  <a:lnTo>
                    <a:pt x="36297" y="8204"/>
                  </a:lnTo>
                  <a:cubicBezTo>
                    <a:pt x="33510" y="8732"/>
                    <a:pt x="30799" y="9595"/>
                    <a:pt x="28218" y="10770"/>
                  </a:cubicBezTo>
                  <a:lnTo>
                    <a:pt x="21794" y="5210"/>
                  </a:lnTo>
                  <a:lnTo>
                    <a:pt x="14433" y="10364"/>
                  </a:lnTo>
                  <a:lnTo>
                    <a:pt x="17467" y="18313"/>
                  </a:lnTo>
                  <a:cubicBezTo>
                    <a:pt x="15489" y="20334"/>
                    <a:pt x="13756" y="22581"/>
                    <a:pt x="12305" y="25009"/>
                  </a:cubicBezTo>
                  <a:lnTo>
                    <a:pt x="3847" y="24137"/>
                  </a:lnTo>
                  <a:lnTo>
                    <a:pt x="773" y="32581"/>
                  </a:lnTo>
                  <a:lnTo>
                    <a:pt x="7776" y="37332"/>
                  </a:lnTo>
                  <a:cubicBezTo>
                    <a:pt x="7442" y="39303"/>
                    <a:pt x="7273" y="41297"/>
                    <a:pt x="7271" y="43297"/>
                  </a:cubicBezTo>
                  <a:cubicBezTo>
                    <a:pt x="7271" y="44147"/>
                    <a:pt x="7311" y="44986"/>
                    <a:pt x="7369" y="45822"/>
                  </a:cubicBezTo>
                  <a:lnTo>
                    <a:pt x="1" y="49935"/>
                  </a:lnTo>
                  <a:lnTo>
                    <a:pt x="2326" y="58613"/>
                  </a:lnTo>
                  <a:lnTo>
                    <a:pt x="10667" y="58506"/>
                  </a:lnTo>
                  <a:cubicBezTo>
                    <a:pt x="11895" y="61111"/>
                    <a:pt x="13434" y="63557"/>
                    <a:pt x="15248" y="65791"/>
                  </a:cubicBezTo>
                  <a:lnTo>
                    <a:pt x="11647" y="73273"/>
                  </a:lnTo>
                  <a:lnTo>
                    <a:pt x="18530" y="79049"/>
                  </a:lnTo>
                  <a:lnTo>
                    <a:pt x="25200" y="74271"/>
                  </a:lnTo>
                  <a:cubicBezTo>
                    <a:pt x="27729" y="75727"/>
                    <a:pt x="30429" y="76868"/>
                    <a:pt x="33235" y="77664"/>
                  </a:cubicBezTo>
                  <a:lnTo>
                    <a:pt x="34573" y="85711"/>
                  </a:lnTo>
                  <a:lnTo>
                    <a:pt x="43524" y="86493"/>
                  </a:lnTo>
                  <a:lnTo>
                    <a:pt x="46224" y="78874"/>
                  </a:lnTo>
                  <a:cubicBezTo>
                    <a:pt x="49163" y="78613"/>
                    <a:pt x="52055" y="77986"/>
                    <a:pt x="54840" y="77009"/>
                  </a:cubicBezTo>
                  <a:lnTo>
                    <a:pt x="60487" y="82748"/>
                  </a:lnTo>
                  <a:lnTo>
                    <a:pt x="68270" y="78256"/>
                  </a:lnTo>
                  <a:lnTo>
                    <a:pt x="66133" y="70517"/>
                  </a:lnTo>
                  <a:cubicBezTo>
                    <a:pt x="68385" y="68599"/>
                    <a:pt x="70393" y="66411"/>
                    <a:pt x="72110" y="64002"/>
                  </a:cubicBezTo>
                  <a:lnTo>
                    <a:pt x="80015" y="65459"/>
                  </a:lnTo>
                  <a:lnTo>
                    <a:pt x="83814" y="57315"/>
                  </a:lnTo>
                  <a:lnTo>
                    <a:pt x="77611" y="52194"/>
                  </a:lnTo>
                  <a:cubicBezTo>
                    <a:pt x="78342" y="49337"/>
                    <a:pt x="78716" y="46400"/>
                    <a:pt x="78727" y="43452"/>
                  </a:cubicBezTo>
                  <a:lnTo>
                    <a:pt x="86095" y="40093"/>
                  </a:lnTo>
                  <a:lnTo>
                    <a:pt x="84534" y="31244"/>
                  </a:lnTo>
                  <a:lnTo>
                    <a:pt x="76404" y="30613"/>
                  </a:lnTo>
                  <a:cubicBezTo>
                    <a:pt x="75369" y="27888"/>
                    <a:pt x="74001" y="25300"/>
                    <a:pt x="72335" y="22909"/>
                  </a:cubicBezTo>
                  <a:lnTo>
                    <a:pt x="76527" y="15829"/>
                  </a:lnTo>
                  <a:lnTo>
                    <a:pt x="70173" y="9475"/>
                  </a:lnTo>
                  <a:lnTo>
                    <a:pt x="63038" y="13711"/>
                  </a:lnTo>
                  <a:cubicBezTo>
                    <a:pt x="58934" y="10929"/>
                    <a:pt x="54293" y="9034"/>
                    <a:pt x="49414" y="8152"/>
                  </a:cubicBezTo>
                  <a:lnTo>
                    <a:pt x="4735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380;p41">
              <a:extLst>
                <a:ext uri="{FF2B5EF4-FFF2-40B4-BE49-F238E27FC236}">
                  <a16:creationId xmlns:a16="http://schemas.microsoft.com/office/drawing/2014/main" id="{88206940-185F-B7B6-1C39-254E4029A40C}"/>
                </a:ext>
              </a:extLst>
            </p:cNvPr>
            <p:cNvSpPr/>
            <p:nvPr/>
          </p:nvSpPr>
          <p:spPr>
            <a:xfrm>
              <a:off x="3959700" y="2158775"/>
              <a:ext cx="2152375" cy="2162375"/>
            </a:xfrm>
            <a:custGeom>
              <a:avLst/>
              <a:gdLst/>
              <a:ahLst/>
              <a:cxnLst/>
              <a:rect l="l" t="t" r="r" b="b"/>
              <a:pathLst>
                <a:path w="86095" h="86495" extrusionOk="0">
                  <a:moveTo>
                    <a:pt x="43000" y="20861"/>
                  </a:moveTo>
                  <a:cubicBezTo>
                    <a:pt x="55391" y="20861"/>
                    <a:pt x="65435" y="30906"/>
                    <a:pt x="65435" y="43296"/>
                  </a:cubicBezTo>
                  <a:lnTo>
                    <a:pt x="65436" y="43296"/>
                  </a:lnTo>
                  <a:cubicBezTo>
                    <a:pt x="65436" y="55686"/>
                    <a:pt x="55392" y="65731"/>
                    <a:pt x="43002" y="65731"/>
                  </a:cubicBezTo>
                  <a:cubicBezTo>
                    <a:pt x="30611" y="65731"/>
                    <a:pt x="20566" y="55688"/>
                    <a:pt x="20566" y="43296"/>
                  </a:cubicBezTo>
                  <a:cubicBezTo>
                    <a:pt x="20566" y="30904"/>
                    <a:pt x="30610" y="20861"/>
                    <a:pt x="43000" y="20861"/>
                  </a:cubicBezTo>
                  <a:close/>
                  <a:moveTo>
                    <a:pt x="38366" y="1"/>
                  </a:moveTo>
                  <a:lnTo>
                    <a:pt x="36297" y="8204"/>
                  </a:lnTo>
                  <a:cubicBezTo>
                    <a:pt x="33510" y="8732"/>
                    <a:pt x="30799" y="9594"/>
                    <a:pt x="28216" y="10770"/>
                  </a:cubicBezTo>
                  <a:lnTo>
                    <a:pt x="21794" y="5210"/>
                  </a:lnTo>
                  <a:lnTo>
                    <a:pt x="14433" y="10364"/>
                  </a:lnTo>
                  <a:lnTo>
                    <a:pt x="17467" y="18313"/>
                  </a:lnTo>
                  <a:cubicBezTo>
                    <a:pt x="15489" y="20334"/>
                    <a:pt x="13756" y="22581"/>
                    <a:pt x="12305" y="25009"/>
                  </a:cubicBezTo>
                  <a:lnTo>
                    <a:pt x="3845" y="24136"/>
                  </a:lnTo>
                  <a:lnTo>
                    <a:pt x="773" y="32579"/>
                  </a:lnTo>
                  <a:lnTo>
                    <a:pt x="7776" y="37331"/>
                  </a:lnTo>
                  <a:cubicBezTo>
                    <a:pt x="7442" y="39301"/>
                    <a:pt x="7273" y="41296"/>
                    <a:pt x="7271" y="43296"/>
                  </a:cubicBezTo>
                  <a:cubicBezTo>
                    <a:pt x="7271" y="44145"/>
                    <a:pt x="7311" y="44984"/>
                    <a:pt x="7369" y="45820"/>
                  </a:cubicBezTo>
                  <a:lnTo>
                    <a:pt x="1" y="49934"/>
                  </a:lnTo>
                  <a:lnTo>
                    <a:pt x="2326" y="58613"/>
                  </a:lnTo>
                  <a:lnTo>
                    <a:pt x="10667" y="58505"/>
                  </a:lnTo>
                  <a:cubicBezTo>
                    <a:pt x="11895" y="61109"/>
                    <a:pt x="13434" y="63555"/>
                    <a:pt x="15248" y="65791"/>
                  </a:cubicBezTo>
                  <a:lnTo>
                    <a:pt x="11647" y="73273"/>
                  </a:lnTo>
                  <a:lnTo>
                    <a:pt x="18530" y="79048"/>
                  </a:lnTo>
                  <a:lnTo>
                    <a:pt x="25200" y="74270"/>
                  </a:lnTo>
                  <a:cubicBezTo>
                    <a:pt x="27729" y="75727"/>
                    <a:pt x="30429" y="76868"/>
                    <a:pt x="33237" y="77665"/>
                  </a:cubicBezTo>
                  <a:lnTo>
                    <a:pt x="34573" y="85711"/>
                  </a:lnTo>
                  <a:lnTo>
                    <a:pt x="43524" y="86495"/>
                  </a:lnTo>
                  <a:lnTo>
                    <a:pt x="46224" y="78874"/>
                  </a:lnTo>
                  <a:cubicBezTo>
                    <a:pt x="49163" y="78612"/>
                    <a:pt x="52057" y="77986"/>
                    <a:pt x="54840" y="77009"/>
                  </a:cubicBezTo>
                  <a:lnTo>
                    <a:pt x="60488" y="82748"/>
                  </a:lnTo>
                  <a:lnTo>
                    <a:pt x="68270" y="78256"/>
                  </a:lnTo>
                  <a:lnTo>
                    <a:pt x="66133" y="70518"/>
                  </a:lnTo>
                  <a:cubicBezTo>
                    <a:pt x="68385" y="68599"/>
                    <a:pt x="70395" y="66412"/>
                    <a:pt x="72111" y="64002"/>
                  </a:cubicBezTo>
                  <a:lnTo>
                    <a:pt x="80017" y="65460"/>
                  </a:lnTo>
                  <a:lnTo>
                    <a:pt x="83814" y="57317"/>
                  </a:lnTo>
                  <a:lnTo>
                    <a:pt x="77613" y="52195"/>
                  </a:lnTo>
                  <a:cubicBezTo>
                    <a:pt x="78342" y="49337"/>
                    <a:pt x="78716" y="46399"/>
                    <a:pt x="78727" y="43450"/>
                  </a:cubicBezTo>
                  <a:lnTo>
                    <a:pt x="86095" y="40093"/>
                  </a:lnTo>
                  <a:lnTo>
                    <a:pt x="84534" y="31244"/>
                  </a:lnTo>
                  <a:lnTo>
                    <a:pt x="76404" y="30613"/>
                  </a:lnTo>
                  <a:cubicBezTo>
                    <a:pt x="75369" y="27888"/>
                    <a:pt x="74001" y="25300"/>
                    <a:pt x="72335" y="22908"/>
                  </a:cubicBezTo>
                  <a:lnTo>
                    <a:pt x="76527" y="15829"/>
                  </a:lnTo>
                  <a:lnTo>
                    <a:pt x="70173" y="9475"/>
                  </a:lnTo>
                  <a:lnTo>
                    <a:pt x="63038" y="13711"/>
                  </a:lnTo>
                  <a:cubicBezTo>
                    <a:pt x="58934" y="10927"/>
                    <a:pt x="54293" y="9034"/>
                    <a:pt x="49414" y="8152"/>
                  </a:cubicBezTo>
                  <a:lnTo>
                    <a:pt x="47350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381;p41">
              <a:extLst>
                <a:ext uri="{FF2B5EF4-FFF2-40B4-BE49-F238E27FC236}">
                  <a16:creationId xmlns:a16="http://schemas.microsoft.com/office/drawing/2014/main" id="{4BAF1EE6-82DD-5F52-9C29-7874B1DF6356}"/>
                </a:ext>
              </a:extLst>
            </p:cNvPr>
            <p:cNvSpPr/>
            <p:nvPr/>
          </p:nvSpPr>
          <p:spPr>
            <a:xfrm>
              <a:off x="3949600" y="2149500"/>
              <a:ext cx="2172425" cy="2180900"/>
            </a:xfrm>
            <a:custGeom>
              <a:avLst/>
              <a:gdLst/>
              <a:ahLst/>
              <a:cxnLst/>
              <a:rect l="l" t="t" r="r" b="b"/>
              <a:pathLst>
                <a:path w="86897" h="87236" extrusionOk="0">
                  <a:moveTo>
                    <a:pt x="43404" y="21604"/>
                  </a:moveTo>
                  <a:cubicBezTo>
                    <a:pt x="55570" y="21604"/>
                    <a:pt x="65468" y="31501"/>
                    <a:pt x="65468" y="43667"/>
                  </a:cubicBezTo>
                  <a:cubicBezTo>
                    <a:pt x="65468" y="55833"/>
                    <a:pt x="55570" y="65730"/>
                    <a:pt x="43404" y="65730"/>
                  </a:cubicBezTo>
                  <a:cubicBezTo>
                    <a:pt x="31238" y="65730"/>
                    <a:pt x="21341" y="55833"/>
                    <a:pt x="21341" y="43667"/>
                  </a:cubicBezTo>
                  <a:cubicBezTo>
                    <a:pt x="21341" y="31501"/>
                    <a:pt x="31238" y="21604"/>
                    <a:pt x="43404" y="21604"/>
                  </a:cubicBezTo>
                  <a:close/>
                  <a:moveTo>
                    <a:pt x="43404" y="20861"/>
                  </a:moveTo>
                  <a:cubicBezTo>
                    <a:pt x="30828" y="20861"/>
                    <a:pt x="20599" y="31091"/>
                    <a:pt x="20599" y="43667"/>
                  </a:cubicBezTo>
                  <a:cubicBezTo>
                    <a:pt x="20599" y="56243"/>
                    <a:pt x="30828" y="66473"/>
                    <a:pt x="43404" y="66473"/>
                  </a:cubicBezTo>
                  <a:cubicBezTo>
                    <a:pt x="55980" y="66473"/>
                    <a:pt x="66212" y="56241"/>
                    <a:pt x="66212" y="43667"/>
                  </a:cubicBezTo>
                  <a:cubicBezTo>
                    <a:pt x="66212" y="31092"/>
                    <a:pt x="55980" y="20861"/>
                    <a:pt x="43404" y="20861"/>
                  </a:cubicBezTo>
                  <a:close/>
                  <a:moveTo>
                    <a:pt x="47466" y="743"/>
                  </a:moveTo>
                  <a:lnTo>
                    <a:pt x="49457" y="8613"/>
                  </a:lnTo>
                  <a:cubicBezTo>
                    <a:pt x="49493" y="8754"/>
                    <a:pt x="49608" y="8863"/>
                    <a:pt x="49751" y="8888"/>
                  </a:cubicBezTo>
                  <a:cubicBezTo>
                    <a:pt x="54619" y="9770"/>
                    <a:pt x="59155" y="11622"/>
                    <a:pt x="63234" y="14390"/>
                  </a:cubicBezTo>
                  <a:cubicBezTo>
                    <a:pt x="63297" y="14432"/>
                    <a:pt x="63370" y="14454"/>
                    <a:pt x="63443" y="14454"/>
                  </a:cubicBezTo>
                  <a:cubicBezTo>
                    <a:pt x="63508" y="14454"/>
                    <a:pt x="63573" y="14437"/>
                    <a:pt x="63632" y="14402"/>
                  </a:cubicBezTo>
                  <a:lnTo>
                    <a:pt x="70519" y="10312"/>
                  </a:lnTo>
                  <a:lnTo>
                    <a:pt x="76467" y="16259"/>
                  </a:lnTo>
                  <a:lnTo>
                    <a:pt x="72422" y="23092"/>
                  </a:lnTo>
                  <a:cubicBezTo>
                    <a:pt x="72347" y="23216"/>
                    <a:pt x="72353" y="23374"/>
                    <a:pt x="72436" y="23492"/>
                  </a:cubicBezTo>
                  <a:cubicBezTo>
                    <a:pt x="74085" y="25859"/>
                    <a:pt x="75437" y="28421"/>
                    <a:pt x="76464" y="31116"/>
                  </a:cubicBezTo>
                  <a:cubicBezTo>
                    <a:pt x="76514" y="31251"/>
                    <a:pt x="76639" y="31343"/>
                    <a:pt x="76781" y="31355"/>
                  </a:cubicBezTo>
                  <a:lnTo>
                    <a:pt x="84625" y="31964"/>
                  </a:lnTo>
                  <a:lnTo>
                    <a:pt x="86086" y="40246"/>
                  </a:lnTo>
                  <a:lnTo>
                    <a:pt x="78976" y="43484"/>
                  </a:lnTo>
                  <a:cubicBezTo>
                    <a:pt x="78844" y="43545"/>
                    <a:pt x="78759" y="43676"/>
                    <a:pt x="78759" y="43821"/>
                  </a:cubicBezTo>
                  <a:cubicBezTo>
                    <a:pt x="78749" y="46739"/>
                    <a:pt x="78379" y="49645"/>
                    <a:pt x="77657" y="52473"/>
                  </a:cubicBezTo>
                  <a:cubicBezTo>
                    <a:pt x="77622" y="52612"/>
                    <a:pt x="77669" y="52759"/>
                    <a:pt x="77781" y="52851"/>
                  </a:cubicBezTo>
                  <a:lnTo>
                    <a:pt x="83761" y="57789"/>
                  </a:lnTo>
                  <a:lnTo>
                    <a:pt x="80207" y="65413"/>
                  </a:lnTo>
                  <a:lnTo>
                    <a:pt x="72583" y="64006"/>
                  </a:lnTo>
                  <a:cubicBezTo>
                    <a:pt x="72559" y="64002"/>
                    <a:pt x="72535" y="63999"/>
                    <a:pt x="72512" y="63999"/>
                  </a:cubicBezTo>
                  <a:cubicBezTo>
                    <a:pt x="72393" y="63999"/>
                    <a:pt x="72280" y="64056"/>
                    <a:pt x="72212" y="64155"/>
                  </a:cubicBezTo>
                  <a:cubicBezTo>
                    <a:pt x="70513" y="66541"/>
                    <a:pt x="68527" y="68706"/>
                    <a:pt x="66296" y="70604"/>
                  </a:cubicBezTo>
                  <a:cubicBezTo>
                    <a:pt x="66185" y="70697"/>
                    <a:pt x="66139" y="70846"/>
                    <a:pt x="66179" y="70986"/>
                  </a:cubicBezTo>
                  <a:lnTo>
                    <a:pt x="68238" y="78447"/>
                  </a:lnTo>
                  <a:lnTo>
                    <a:pt x="60955" y="82653"/>
                  </a:lnTo>
                  <a:lnTo>
                    <a:pt x="55508" y="77118"/>
                  </a:lnTo>
                  <a:cubicBezTo>
                    <a:pt x="55437" y="77047"/>
                    <a:pt x="55342" y="77008"/>
                    <a:pt x="55245" y="77008"/>
                  </a:cubicBezTo>
                  <a:cubicBezTo>
                    <a:pt x="55203" y="77008"/>
                    <a:pt x="55161" y="77015"/>
                    <a:pt x="55120" y="77029"/>
                  </a:cubicBezTo>
                  <a:cubicBezTo>
                    <a:pt x="52366" y="77995"/>
                    <a:pt x="49503" y="78615"/>
                    <a:pt x="46595" y="78875"/>
                  </a:cubicBezTo>
                  <a:cubicBezTo>
                    <a:pt x="46451" y="78887"/>
                    <a:pt x="46327" y="78983"/>
                    <a:pt x="46278" y="79120"/>
                  </a:cubicBezTo>
                  <a:lnTo>
                    <a:pt x="43676" y="86469"/>
                  </a:lnTo>
                  <a:lnTo>
                    <a:pt x="35298" y="85736"/>
                  </a:lnTo>
                  <a:lnTo>
                    <a:pt x="34006" y="77974"/>
                  </a:lnTo>
                  <a:cubicBezTo>
                    <a:pt x="33982" y="77833"/>
                    <a:pt x="33880" y="77717"/>
                    <a:pt x="33742" y="77677"/>
                  </a:cubicBezTo>
                  <a:cubicBezTo>
                    <a:pt x="30963" y="76888"/>
                    <a:pt x="28292" y="75761"/>
                    <a:pt x="25790" y="74321"/>
                  </a:cubicBezTo>
                  <a:cubicBezTo>
                    <a:pt x="25732" y="74287"/>
                    <a:pt x="25668" y="74271"/>
                    <a:pt x="25604" y="74271"/>
                  </a:cubicBezTo>
                  <a:cubicBezTo>
                    <a:pt x="25528" y="74271"/>
                    <a:pt x="25452" y="74294"/>
                    <a:pt x="25387" y="74340"/>
                  </a:cubicBezTo>
                  <a:lnTo>
                    <a:pt x="18952" y="78949"/>
                  </a:lnTo>
                  <a:lnTo>
                    <a:pt x="12512" y="73544"/>
                  </a:lnTo>
                  <a:lnTo>
                    <a:pt x="15986" y="66324"/>
                  </a:lnTo>
                  <a:cubicBezTo>
                    <a:pt x="16049" y="66194"/>
                    <a:pt x="16031" y="66041"/>
                    <a:pt x="15940" y="65928"/>
                  </a:cubicBezTo>
                  <a:cubicBezTo>
                    <a:pt x="14145" y="63717"/>
                    <a:pt x="12623" y="61296"/>
                    <a:pt x="11408" y="58720"/>
                  </a:cubicBezTo>
                  <a:cubicBezTo>
                    <a:pt x="11346" y="58588"/>
                    <a:pt x="11221" y="58524"/>
                    <a:pt x="11067" y="58506"/>
                  </a:cubicBezTo>
                  <a:lnTo>
                    <a:pt x="3014" y="58610"/>
                  </a:lnTo>
                  <a:lnTo>
                    <a:pt x="838" y="50490"/>
                  </a:lnTo>
                  <a:lnTo>
                    <a:pt x="7953" y="46517"/>
                  </a:lnTo>
                  <a:cubicBezTo>
                    <a:pt x="8079" y="46447"/>
                    <a:pt x="8153" y="46310"/>
                    <a:pt x="8143" y="46166"/>
                  </a:cubicBezTo>
                  <a:cubicBezTo>
                    <a:pt x="8076" y="45207"/>
                    <a:pt x="8045" y="44412"/>
                    <a:pt x="8045" y="43667"/>
                  </a:cubicBezTo>
                  <a:cubicBezTo>
                    <a:pt x="8048" y="41689"/>
                    <a:pt x="8216" y="39715"/>
                    <a:pt x="8547" y="37764"/>
                  </a:cubicBezTo>
                  <a:cubicBezTo>
                    <a:pt x="8570" y="37622"/>
                    <a:pt x="8508" y="37478"/>
                    <a:pt x="8388" y="37396"/>
                  </a:cubicBezTo>
                  <a:lnTo>
                    <a:pt x="1624" y="32808"/>
                  </a:lnTo>
                  <a:lnTo>
                    <a:pt x="4500" y="24909"/>
                  </a:lnTo>
                  <a:lnTo>
                    <a:pt x="12670" y="25751"/>
                  </a:lnTo>
                  <a:cubicBezTo>
                    <a:pt x="12682" y="25752"/>
                    <a:pt x="12694" y="25753"/>
                    <a:pt x="12706" y="25753"/>
                  </a:cubicBezTo>
                  <a:cubicBezTo>
                    <a:pt x="12837" y="25753"/>
                    <a:pt x="12959" y="25685"/>
                    <a:pt x="13028" y="25571"/>
                  </a:cubicBezTo>
                  <a:cubicBezTo>
                    <a:pt x="14464" y="23169"/>
                    <a:pt x="16178" y="20946"/>
                    <a:pt x="18135" y="18946"/>
                  </a:cubicBezTo>
                  <a:cubicBezTo>
                    <a:pt x="18237" y="18842"/>
                    <a:pt x="18269" y="18689"/>
                    <a:pt x="18217" y="18552"/>
                  </a:cubicBezTo>
                  <a:lnTo>
                    <a:pt x="15287" y="10873"/>
                  </a:lnTo>
                  <a:lnTo>
                    <a:pt x="22174" y="6053"/>
                  </a:lnTo>
                  <a:lnTo>
                    <a:pt x="28378" y="11423"/>
                  </a:lnTo>
                  <a:cubicBezTo>
                    <a:pt x="28447" y="11482"/>
                    <a:pt x="28533" y="11513"/>
                    <a:pt x="28620" y="11513"/>
                  </a:cubicBezTo>
                  <a:cubicBezTo>
                    <a:pt x="28673" y="11513"/>
                    <a:pt x="28726" y="11502"/>
                    <a:pt x="28776" y="11479"/>
                  </a:cubicBezTo>
                  <a:cubicBezTo>
                    <a:pt x="31329" y="10316"/>
                    <a:pt x="34014" y="9464"/>
                    <a:pt x="36770" y="8940"/>
                  </a:cubicBezTo>
                  <a:cubicBezTo>
                    <a:pt x="36912" y="8913"/>
                    <a:pt x="37026" y="8806"/>
                    <a:pt x="37062" y="8665"/>
                  </a:cubicBezTo>
                  <a:lnTo>
                    <a:pt x="39059" y="743"/>
                  </a:lnTo>
                  <a:close/>
                  <a:moveTo>
                    <a:pt x="38770" y="1"/>
                  </a:moveTo>
                  <a:cubicBezTo>
                    <a:pt x="38599" y="1"/>
                    <a:pt x="38451" y="115"/>
                    <a:pt x="38410" y="281"/>
                  </a:cubicBezTo>
                  <a:lnTo>
                    <a:pt x="36398" y="8254"/>
                  </a:lnTo>
                  <a:cubicBezTo>
                    <a:pt x="33742" y="8778"/>
                    <a:pt x="31155" y="9599"/>
                    <a:pt x="28684" y="10704"/>
                  </a:cubicBezTo>
                  <a:lnTo>
                    <a:pt x="22441" y="5300"/>
                  </a:lnTo>
                  <a:cubicBezTo>
                    <a:pt x="22371" y="5240"/>
                    <a:pt x="22284" y="5209"/>
                    <a:pt x="22197" y="5209"/>
                  </a:cubicBezTo>
                  <a:cubicBezTo>
                    <a:pt x="22123" y="5209"/>
                    <a:pt x="22048" y="5232"/>
                    <a:pt x="21984" y="5277"/>
                  </a:cubicBezTo>
                  <a:lnTo>
                    <a:pt x="14625" y="10431"/>
                  </a:lnTo>
                  <a:cubicBezTo>
                    <a:pt x="14485" y="10527"/>
                    <a:pt x="14429" y="10709"/>
                    <a:pt x="14491" y="10867"/>
                  </a:cubicBezTo>
                  <a:lnTo>
                    <a:pt x="17439" y="18595"/>
                  </a:lnTo>
                  <a:cubicBezTo>
                    <a:pt x="15565" y="20536"/>
                    <a:pt x="13912" y="22679"/>
                    <a:pt x="12512" y="24985"/>
                  </a:cubicBezTo>
                  <a:lnTo>
                    <a:pt x="4289" y="24138"/>
                  </a:lnTo>
                  <a:cubicBezTo>
                    <a:pt x="4278" y="24137"/>
                    <a:pt x="4267" y="24137"/>
                    <a:pt x="4256" y="24137"/>
                  </a:cubicBezTo>
                  <a:cubicBezTo>
                    <a:pt x="4100" y="24137"/>
                    <a:pt x="3959" y="24233"/>
                    <a:pt x="3902" y="24380"/>
                  </a:cubicBezTo>
                  <a:lnTo>
                    <a:pt x="828" y="32824"/>
                  </a:lnTo>
                  <a:cubicBezTo>
                    <a:pt x="770" y="32983"/>
                    <a:pt x="828" y="33162"/>
                    <a:pt x="969" y="33257"/>
                  </a:cubicBezTo>
                  <a:lnTo>
                    <a:pt x="7775" y="37876"/>
                  </a:lnTo>
                  <a:cubicBezTo>
                    <a:pt x="7463" y="39790"/>
                    <a:pt x="7305" y="41726"/>
                    <a:pt x="7302" y="43667"/>
                  </a:cubicBezTo>
                  <a:cubicBezTo>
                    <a:pt x="7302" y="44366"/>
                    <a:pt x="7329" y="45109"/>
                    <a:pt x="7387" y="45982"/>
                  </a:cubicBezTo>
                  <a:lnTo>
                    <a:pt x="224" y="49982"/>
                  </a:lnTo>
                  <a:cubicBezTo>
                    <a:pt x="75" y="50064"/>
                    <a:pt x="1" y="50238"/>
                    <a:pt x="45" y="50403"/>
                  </a:cubicBezTo>
                  <a:lnTo>
                    <a:pt x="2371" y="59081"/>
                  </a:lnTo>
                  <a:cubicBezTo>
                    <a:pt x="2414" y="59246"/>
                    <a:pt x="2552" y="59336"/>
                    <a:pt x="2735" y="59357"/>
                  </a:cubicBezTo>
                  <a:lnTo>
                    <a:pt x="10839" y="59253"/>
                  </a:lnTo>
                  <a:cubicBezTo>
                    <a:pt x="12027" y="61733"/>
                    <a:pt x="13496" y="64067"/>
                    <a:pt x="15216" y="66214"/>
                  </a:cubicBezTo>
                  <a:lnTo>
                    <a:pt x="11716" y="73483"/>
                  </a:lnTo>
                  <a:cubicBezTo>
                    <a:pt x="11643" y="73636"/>
                    <a:pt x="11681" y="73820"/>
                    <a:pt x="11812" y="73929"/>
                  </a:cubicBezTo>
                  <a:lnTo>
                    <a:pt x="18695" y="79704"/>
                  </a:lnTo>
                  <a:cubicBezTo>
                    <a:pt x="18764" y="79761"/>
                    <a:pt x="18849" y="79790"/>
                    <a:pt x="18935" y="79790"/>
                  </a:cubicBezTo>
                  <a:cubicBezTo>
                    <a:pt x="19010" y="79790"/>
                    <a:pt x="19086" y="79768"/>
                    <a:pt x="19151" y="79722"/>
                  </a:cubicBezTo>
                  <a:lnTo>
                    <a:pt x="25628" y="75084"/>
                  </a:lnTo>
                  <a:cubicBezTo>
                    <a:pt x="28054" y="76459"/>
                    <a:pt x="30634" y="77548"/>
                    <a:pt x="33313" y="78327"/>
                  </a:cubicBezTo>
                  <a:lnTo>
                    <a:pt x="34612" y="86142"/>
                  </a:lnTo>
                  <a:cubicBezTo>
                    <a:pt x="34639" y="86309"/>
                    <a:pt x="34777" y="86436"/>
                    <a:pt x="34946" y="86451"/>
                  </a:cubicBezTo>
                  <a:lnTo>
                    <a:pt x="43897" y="87234"/>
                  </a:lnTo>
                  <a:cubicBezTo>
                    <a:pt x="43908" y="87235"/>
                    <a:pt x="43918" y="87235"/>
                    <a:pt x="43928" y="87235"/>
                  </a:cubicBezTo>
                  <a:cubicBezTo>
                    <a:pt x="44087" y="87235"/>
                    <a:pt x="44227" y="87136"/>
                    <a:pt x="44280" y="86987"/>
                  </a:cubicBezTo>
                  <a:lnTo>
                    <a:pt x="46900" y="79592"/>
                  </a:lnTo>
                  <a:cubicBezTo>
                    <a:pt x="49709" y="79322"/>
                    <a:pt x="52476" y="78724"/>
                    <a:pt x="55146" y="77807"/>
                  </a:cubicBezTo>
                  <a:lnTo>
                    <a:pt x="60628" y="83379"/>
                  </a:lnTo>
                  <a:cubicBezTo>
                    <a:pt x="60700" y="83452"/>
                    <a:pt x="60796" y="83490"/>
                    <a:pt x="60893" y="83490"/>
                  </a:cubicBezTo>
                  <a:cubicBezTo>
                    <a:pt x="60957" y="83490"/>
                    <a:pt x="61020" y="83473"/>
                    <a:pt x="61078" y="83440"/>
                  </a:cubicBezTo>
                  <a:lnTo>
                    <a:pt x="68859" y="78948"/>
                  </a:lnTo>
                  <a:cubicBezTo>
                    <a:pt x="69006" y="78863"/>
                    <a:pt x="69077" y="78691"/>
                    <a:pt x="69033" y="78528"/>
                  </a:cubicBezTo>
                  <a:lnTo>
                    <a:pt x="66958" y="71015"/>
                  </a:lnTo>
                  <a:cubicBezTo>
                    <a:pt x="69103" y="69166"/>
                    <a:pt x="71023" y="67074"/>
                    <a:pt x="72680" y="64778"/>
                  </a:cubicBezTo>
                  <a:lnTo>
                    <a:pt x="80354" y="66194"/>
                  </a:lnTo>
                  <a:cubicBezTo>
                    <a:pt x="80378" y="66199"/>
                    <a:pt x="80402" y="66201"/>
                    <a:pt x="80426" y="66201"/>
                  </a:cubicBezTo>
                  <a:cubicBezTo>
                    <a:pt x="80567" y="66201"/>
                    <a:pt x="80700" y="66118"/>
                    <a:pt x="80758" y="65986"/>
                  </a:cubicBezTo>
                  <a:lnTo>
                    <a:pt x="84555" y="57842"/>
                  </a:lnTo>
                  <a:cubicBezTo>
                    <a:pt x="84626" y="57688"/>
                    <a:pt x="84585" y="57507"/>
                    <a:pt x="84456" y="57398"/>
                  </a:cubicBezTo>
                  <a:lnTo>
                    <a:pt x="78436" y="52427"/>
                  </a:lnTo>
                  <a:cubicBezTo>
                    <a:pt x="79116" y="49690"/>
                    <a:pt x="79472" y="46882"/>
                    <a:pt x="79500" y="44062"/>
                  </a:cubicBezTo>
                  <a:lnTo>
                    <a:pt x="86655" y="40802"/>
                  </a:lnTo>
                  <a:cubicBezTo>
                    <a:pt x="86809" y="40733"/>
                    <a:pt x="86897" y="40566"/>
                    <a:pt x="86867" y="40400"/>
                  </a:cubicBezTo>
                  <a:lnTo>
                    <a:pt x="85306" y="31551"/>
                  </a:lnTo>
                  <a:cubicBezTo>
                    <a:pt x="85277" y="31383"/>
                    <a:pt x="85139" y="31257"/>
                    <a:pt x="84969" y="31245"/>
                  </a:cubicBezTo>
                  <a:lnTo>
                    <a:pt x="77072" y="30632"/>
                  </a:lnTo>
                  <a:cubicBezTo>
                    <a:pt x="76066" y="28033"/>
                    <a:pt x="74759" y="25561"/>
                    <a:pt x="73182" y="23264"/>
                  </a:cubicBezTo>
                  <a:lnTo>
                    <a:pt x="77252" y="16388"/>
                  </a:lnTo>
                  <a:cubicBezTo>
                    <a:pt x="77338" y="16243"/>
                    <a:pt x="77316" y="16057"/>
                    <a:pt x="77196" y="15937"/>
                  </a:cubicBezTo>
                  <a:lnTo>
                    <a:pt x="70842" y="9583"/>
                  </a:lnTo>
                  <a:cubicBezTo>
                    <a:pt x="70770" y="9512"/>
                    <a:pt x="70675" y="9475"/>
                    <a:pt x="70579" y="9475"/>
                  </a:cubicBezTo>
                  <a:cubicBezTo>
                    <a:pt x="70514" y="9475"/>
                    <a:pt x="70449" y="9492"/>
                    <a:pt x="70390" y="9526"/>
                  </a:cubicBezTo>
                  <a:lnTo>
                    <a:pt x="63455" y="13643"/>
                  </a:lnTo>
                  <a:cubicBezTo>
                    <a:pt x="59408" y="10934"/>
                    <a:pt x="54923" y="9103"/>
                    <a:pt x="50121" y="8200"/>
                  </a:cubicBezTo>
                  <a:lnTo>
                    <a:pt x="48116" y="280"/>
                  </a:lnTo>
                  <a:cubicBezTo>
                    <a:pt x="48074" y="115"/>
                    <a:pt x="47926" y="1"/>
                    <a:pt x="47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382;p41">
              <a:extLst>
                <a:ext uri="{FF2B5EF4-FFF2-40B4-BE49-F238E27FC236}">
                  <a16:creationId xmlns:a16="http://schemas.microsoft.com/office/drawing/2014/main" id="{6236D984-A0AA-33AB-2ED4-77AFC53B4DAB}"/>
                </a:ext>
              </a:extLst>
            </p:cNvPr>
            <p:cNvSpPr/>
            <p:nvPr/>
          </p:nvSpPr>
          <p:spPr>
            <a:xfrm>
              <a:off x="5638800" y="3738150"/>
              <a:ext cx="407500" cy="367050"/>
            </a:xfrm>
            <a:custGeom>
              <a:avLst/>
              <a:gdLst/>
              <a:ahLst/>
              <a:cxnLst/>
              <a:rect l="l" t="t" r="r" b="b"/>
              <a:pathLst>
                <a:path w="16300" h="14682" extrusionOk="0">
                  <a:moveTo>
                    <a:pt x="5682" y="0"/>
                  </a:moveTo>
                  <a:cubicBezTo>
                    <a:pt x="2619" y="0"/>
                    <a:pt x="1854" y="1531"/>
                    <a:pt x="1854" y="1531"/>
                  </a:cubicBezTo>
                  <a:cubicBezTo>
                    <a:pt x="1854" y="1531"/>
                    <a:pt x="2040" y="2086"/>
                    <a:pt x="1483" y="3199"/>
                  </a:cubicBezTo>
                  <a:cubicBezTo>
                    <a:pt x="926" y="4309"/>
                    <a:pt x="1" y="4679"/>
                    <a:pt x="556" y="5236"/>
                  </a:cubicBezTo>
                  <a:cubicBezTo>
                    <a:pt x="1113" y="5791"/>
                    <a:pt x="2408" y="6347"/>
                    <a:pt x="2408" y="6347"/>
                  </a:cubicBezTo>
                  <a:cubicBezTo>
                    <a:pt x="2408" y="6347"/>
                    <a:pt x="2779" y="10050"/>
                    <a:pt x="4445" y="11718"/>
                  </a:cubicBezTo>
                  <a:cubicBezTo>
                    <a:pt x="4929" y="12201"/>
                    <a:pt x="5600" y="12373"/>
                    <a:pt x="6310" y="12373"/>
                  </a:cubicBezTo>
                  <a:cubicBezTo>
                    <a:pt x="8043" y="12373"/>
                    <a:pt x="10002" y="11348"/>
                    <a:pt x="10002" y="11348"/>
                  </a:cubicBezTo>
                  <a:lnTo>
                    <a:pt x="11854" y="14682"/>
                  </a:lnTo>
                  <a:lnTo>
                    <a:pt x="16300" y="12087"/>
                  </a:lnTo>
                  <a:cubicBezTo>
                    <a:pt x="16300" y="12087"/>
                    <a:pt x="15189" y="10977"/>
                    <a:pt x="13892" y="7088"/>
                  </a:cubicBezTo>
                  <a:cubicBezTo>
                    <a:pt x="12596" y="3197"/>
                    <a:pt x="10559" y="420"/>
                    <a:pt x="6670" y="49"/>
                  </a:cubicBezTo>
                  <a:cubicBezTo>
                    <a:pt x="6316" y="15"/>
                    <a:pt x="5988" y="0"/>
                    <a:pt x="56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383;p41">
              <a:extLst>
                <a:ext uri="{FF2B5EF4-FFF2-40B4-BE49-F238E27FC236}">
                  <a16:creationId xmlns:a16="http://schemas.microsoft.com/office/drawing/2014/main" id="{BDFBE943-E9BA-4748-2F0F-AA37B2F2BF07}"/>
                </a:ext>
              </a:extLst>
            </p:cNvPr>
            <p:cNvSpPr/>
            <p:nvPr/>
          </p:nvSpPr>
          <p:spPr>
            <a:xfrm>
              <a:off x="5632450" y="3729600"/>
              <a:ext cx="427800" cy="387400"/>
            </a:xfrm>
            <a:custGeom>
              <a:avLst/>
              <a:gdLst/>
              <a:ahLst/>
              <a:cxnLst/>
              <a:rect l="l" t="t" r="r" b="b"/>
              <a:pathLst>
                <a:path w="17112" h="15496" extrusionOk="0">
                  <a:moveTo>
                    <a:pt x="5924" y="684"/>
                  </a:moveTo>
                  <a:cubicBezTo>
                    <a:pt x="6222" y="684"/>
                    <a:pt x="6544" y="699"/>
                    <a:pt x="6891" y="732"/>
                  </a:cubicBezTo>
                  <a:cubicBezTo>
                    <a:pt x="10222" y="1050"/>
                    <a:pt x="12359" y="3149"/>
                    <a:pt x="13821" y="7538"/>
                  </a:cubicBezTo>
                  <a:cubicBezTo>
                    <a:pt x="14763" y="10362"/>
                    <a:pt x="15615" y="11758"/>
                    <a:pt x="16037" y="12334"/>
                  </a:cubicBezTo>
                  <a:lnTo>
                    <a:pt x="12240" y="14550"/>
                  </a:lnTo>
                  <a:lnTo>
                    <a:pt x="10394" y="11231"/>
                  </a:lnTo>
                  <a:lnTo>
                    <a:pt x="10098" y="11386"/>
                  </a:lnTo>
                  <a:cubicBezTo>
                    <a:pt x="10072" y="11399"/>
                    <a:pt x="8175" y="12378"/>
                    <a:pt x="6566" y="12378"/>
                  </a:cubicBezTo>
                  <a:cubicBezTo>
                    <a:pt x="5939" y="12378"/>
                    <a:pt x="5356" y="12230"/>
                    <a:pt x="4944" y="11818"/>
                  </a:cubicBezTo>
                  <a:cubicBezTo>
                    <a:pt x="3385" y="10258"/>
                    <a:pt x="3009" y="6690"/>
                    <a:pt x="3005" y="6654"/>
                  </a:cubicBezTo>
                  <a:lnTo>
                    <a:pt x="2984" y="6454"/>
                  </a:lnTo>
                  <a:lnTo>
                    <a:pt x="2798" y="6374"/>
                  </a:lnTo>
                  <a:cubicBezTo>
                    <a:pt x="2454" y="6225"/>
                    <a:pt x="1471" y="5750"/>
                    <a:pt x="1054" y="5334"/>
                  </a:cubicBezTo>
                  <a:cubicBezTo>
                    <a:pt x="948" y="5229"/>
                    <a:pt x="929" y="5210"/>
                    <a:pt x="1314" y="4749"/>
                  </a:cubicBezTo>
                  <a:cubicBezTo>
                    <a:pt x="1538" y="4482"/>
                    <a:pt x="1817" y="4148"/>
                    <a:pt x="2044" y="3693"/>
                  </a:cubicBezTo>
                  <a:cubicBezTo>
                    <a:pt x="2488" y="2807"/>
                    <a:pt x="2501" y="2217"/>
                    <a:pt x="2469" y="1941"/>
                  </a:cubicBezTo>
                  <a:cubicBezTo>
                    <a:pt x="2677" y="1646"/>
                    <a:pt x="3545" y="684"/>
                    <a:pt x="5924" y="684"/>
                  </a:cubicBezTo>
                  <a:close/>
                  <a:moveTo>
                    <a:pt x="5947" y="0"/>
                  </a:moveTo>
                  <a:cubicBezTo>
                    <a:pt x="2701" y="0"/>
                    <a:pt x="1840" y="1644"/>
                    <a:pt x="1801" y="1720"/>
                  </a:cubicBezTo>
                  <a:lnTo>
                    <a:pt x="1746" y="1846"/>
                  </a:lnTo>
                  <a:lnTo>
                    <a:pt x="1780" y="1972"/>
                  </a:lnTo>
                  <a:cubicBezTo>
                    <a:pt x="1781" y="1977"/>
                    <a:pt x="1900" y="2449"/>
                    <a:pt x="1431" y="3386"/>
                  </a:cubicBezTo>
                  <a:cubicBezTo>
                    <a:pt x="1239" y="3769"/>
                    <a:pt x="999" y="4056"/>
                    <a:pt x="788" y="4310"/>
                  </a:cubicBezTo>
                  <a:cubicBezTo>
                    <a:pt x="437" y="4730"/>
                    <a:pt x="1" y="5251"/>
                    <a:pt x="568" y="5820"/>
                  </a:cubicBezTo>
                  <a:cubicBezTo>
                    <a:pt x="1040" y="6291"/>
                    <a:pt x="1954" y="6741"/>
                    <a:pt x="2346" y="6922"/>
                  </a:cubicBezTo>
                  <a:cubicBezTo>
                    <a:pt x="2450" y="7736"/>
                    <a:pt x="2934" y="10777"/>
                    <a:pt x="4459" y="12302"/>
                  </a:cubicBezTo>
                  <a:cubicBezTo>
                    <a:pt x="5018" y="12860"/>
                    <a:pt x="5778" y="13056"/>
                    <a:pt x="6568" y="13056"/>
                  </a:cubicBezTo>
                  <a:cubicBezTo>
                    <a:pt x="7978" y="13056"/>
                    <a:pt x="9483" y="12434"/>
                    <a:pt x="10115" y="12140"/>
                  </a:cubicBezTo>
                  <a:lnTo>
                    <a:pt x="11980" y="15496"/>
                  </a:lnTo>
                  <a:lnTo>
                    <a:pt x="17112" y="12504"/>
                  </a:lnTo>
                  <a:lnTo>
                    <a:pt x="16797" y="12187"/>
                  </a:lnTo>
                  <a:cubicBezTo>
                    <a:pt x="16785" y="12177"/>
                    <a:pt x="15728" y="11089"/>
                    <a:pt x="14472" y="7321"/>
                  </a:cubicBezTo>
                  <a:cubicBezTo>
                    <a:pt x="12933" y="2702"/>
                    <a:pt x="10544" y="392"/>
                    <a:pt x="6956" y="49"/>
                  </a:cubicBezTo>
                  <a:cubicBezTo>
                    <a:pt x="6596" y="16"/>
                    <a:pt x="6260" y="0"/>
                    <a:pt x="59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1384;p41">
              <a:extLst>
                <a:ext uri="{FF2B5EF4-FFF2-40B4-BE49-F238E27FC236}">
                  <a16:creationId xmlns:a16="http://schemas.microsoft.com/office/drawing/2014/main" id="{5E1B55DE-2E57-8C89-AC4C-055A618AE271}"/>
                </a:ext>
              </a:extLst>
            </p:cNvPr>
            <p:cNvSpPr/>
            <p:nvPr/>
          </p:nvSpPr>
          <p:spPr>
            <a:xfrm>
              <a:off x="5130575" y="4063075"/>
              <a:ext cx="290675" cy="212750"/>
            </a:xfrm>
            <a:custGeom>
              <a:avLst/>
              <a:gdLst/>
              <a:ahLst/>
              <a:cxnLst/>
              <a:rect l="l" t="t" r="r" b="b"/>
              <a:pathLst>
                <a:path w="11627" h="8510" extrusionOk="0">
                  <a:moveTo>
                    <a:pt x="4348" y="1"/>
                  </a:moveTo>
                  <a:cubicBezTo>
                    <a:pt x="4304" y="1"/>
                    <a:pt x="4260" y="6"/>
                    <a:pt x="4217" y="17"/>
                  </a:cubicBezTo>
                  <a:cubicBezTo>
                    <a:pt x="3477" y="203"/>
                    <a:pt x="4588" y="1313"/>
                    <a:pt x="5143" y="1869"/>
                  </a:cubicBezTo>
                  <a:cubicBezTo>
                    <a:pt x="5699" y="2424"/>
                    <a:pt x="6440" y="2795"/>
                    <a:pt x="6440" y="2795"/>
                  </a:cubicBezTo>
                  <a:cubicBezTo>
                    <a:pt x="6440" y="2795"/>
                    <a:pt x="3847" y="2610"/>
                    <a:pt x="1810" y="2054"/>
                  </a:cubicBezTo>
                  <a:cubicBezTo>
                    <a:pt x="1343" y="1927"/>
                    <a:pt x="1002" y="1868"/>
                    <a:pt x="773" y="1868"/>
                  </a:cubicBezTo>
                  <a:cubicBezTo>
                    <a:pt x="1" y="1868"/>
                    <a:pt x="483" y="2537"/>
                    <a:pt x="1624" y="3536"/>
                  </a:cubicBezTo>
                  <a:cubicBezTo>
                    <a:pt x="3106" y="4833"/>
                    <a:pt x="5329" y="6129"/>
                    <a:pt x="6068" y="6129"/>
                  </a:cubicBezTo>
                  <a:cubicBezTo>
                    <a:pt x="6809" y="6129"/>
                    <a:pt x="8663" y="6684"/>
                    <a:pt x="8663" y="6684"/>
                  </a:cubicBezTo>
                  <a:lnTo>
                    <a:pt x="9665" y="8509"/>
                  </a:lnTo>
                  <a:lnTo>
                    <a:pt x="11627" y="6315"/>
                  </a:lnTo>
                  <a:cubicBezTo>
                    <a:pt x="11627" y="6315"/>
                    <a:pt x="11070" y="4833"/>
                    <a:pt x="10514" y="3351"/>
                  </a:cubicBezTo>
                  <a:cubicBezTo>
                    <a:pt x="9959" y="1869"/>
                    <a:pt x="8663" y="1313"/>
                    <a:pt x="7181" y="1313"/>
                  </a:cubicBezTo>
                  <a:cubicBezTo>
                    <a:pt x="5786" y="1313"/>
                    <a:pt x="5048" y="1"/>
                    <a:pt x="4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1385;p41">
              <a:extLst>
                <a:ext uri="{FF2B5EF4-FFF2-40B4-BE49-F238E27FC236}">
                  <a16:creationId xmlns:a16="http://schemas.microsoft.com/office/drawing/2014/main" id="{18A662F1-B00A-5867-60C0-79862C236DE3}"/>
                </a:ext>
              </a:extLst>
            </p:cNvPr>
            <p:cNvSpPr/>
            <p:nvPr/>
          </p:nvSpPr>
          <p:spPr>
            <a:xfrm>
              <a:off x="5127850" y="4054500"/>
              <a:ext cx="303250" cy="236100"/>
            </a:xfrm>
            <a:custGeom>
              <a:avLst/>
              <a:gdLst/>
              <a:ahLst/>
              <a:cxnLst/>
              <a:rect l="l" t="t" r="r" b="b"/>
              <a:pathLst>
                <a:path w="12130" h="9444" extrusionOk="0">
                  <a:moveTo>
                    <a:pt x="4453" y="687"/>
                  </a:moveTo>
                  <a:cubicBezTo>
                    <a:pt x="4639" y="687"/>
                    <a:pt x="4898" y="892"/>
                    <a:pt x="5184" y="1107"/>
                  </a:cubicBezTo>
                  <a:cubicBezTo>
                    <a:pt x="5707" y="1505"/>
                    <a:pt x="6357" y="1999"/>
                    <a:pt x="7290" y="1999"/>
                  </a:cubicBezTo>
                  <a:cubicBezTo>
                    <a:pt x="8837" y="1999"/>
                    <a:pt x="9851" y="2610"/>
                    <a:pt x="10303" y="3814"/>
                  </a:cubicBezTo>
                  <a:lnTo>
                    <a:pt x="11341" y="6583"/>
                  </a:lnTo>
                  <a:lnTo>
                    <a:pt x="9841" y="8263"/>
                  </a:lnTo>
                  <a:lnTo>
                    <a:pt x="9005" y="6739"/>
                  </a:lnTo>
                  <a:lnTo>
                    <a:pt x="8870" y="6699"/>
                  </a:lnTo>
                  <a:cubicBezTo>
                    <a:pt x="8792" y="6676"/>
                    <a:pt x="6961" y="6129"/>
                    <a:pt x="6179" y="6129"/>
                  </a:cubicBezTo>
                  <a:cubicBezTo>
                    <a:pt x="5588" y="6129"/>
                    <a:pt x="3436" y="4913"/>
                    <a:pt x="1960" y="3621"/>
                  </a:cubicBezTo>
                  <a:cubicBezTo>
                    <a:pt x="1295" y="3039"/>
                    <a:pt x="1028" y="2717"/>
                    <a:pt x="921" y="2553"/>
                  </a:cubicBezTo>
                  <a:lnTo>
                    <a:pt x="921" y="2553"/>
                  </a:lnTo>
                  <a:cubicBezTo>
                    <a:pt x="1068" y="2559"/>
                    <a:pt x="1341" y="2595"/>
                    <a:pt x="1826" y="2727"/>
                  </a:cubicBezTo>
                  <a:cubicBezTo>
                    <a:pt x="3874" y="3285"/>
                    <a:pt x="6416" y="3472"/>
                    <a:pt x="6523" y="3480"/>
                  </a:cubicBezTo>
                  <a:lnTo>
                    <a:pt x="8246" y="3603"/>
                  </a:lnTo>
                  <a:lnTo>
                    <a:pt x="6702" y="2831"/>
                  </a:lnTo>
                  <a:cubicBezTo>
                    <a:pt x="6696" y="2828"/>
                    <a:pt x="6005" y="2479"/>
                    <a:pt x="5494" y="1968"/>
                  </a:cubicBezTo>
                  <a:cubicBezTo>
                    <a:pt x="4854" y="1330"/>
                    <a:pt x="4498" y="899"/>
                    <a:pt x="4434" y="688"/>
                  </a:cubicBezTo>
                  <a:cubicBezTo>
                    <a:pt x="4440" y="688"/>
                    <a:pt x="4447" y="687"/>
                    <a:pt x="4453" y="687"/>
                  </a:cubicBezTo>
                  <a:close/>
                  <a:moveTo>
                    <a:pt x="4460" y="1"/>
                  </a:moveTo>
                  <a:cubicBezTo>
                    <a:pt x="4390" y="1"/>
                    <a:pt x="4318" y="9"/>
                    <a:pt x="4244" y="27"/>
                  </a:cubicBezTo>
                  <a:cubicBezTo>
                    <a:pt x="3902" y="114"/>
                    <a:pt x="3794" y="336"/>
                    <a:pt x="3760" y="461"/>
                  </a:cubicBezTo>
                  <a:cubicBezTo>
                    <a:pt x="3623" y="951"/>
                    <a:pt x="4094" y="1541"/>
                    <a:pt x="5010" y="2455"/>
                  </a:cubicBezTo>
                  <a:cubicBezTo>
                    <a:pt x="5081" y="2525"/>
                    <a:pt x="5156" y="2593"/>
                    <a:pt x="5230" y="2659"/>
                  </a:cubicBezTo>
                  <a:cubicBezTo>
                    <a:pt x="4315" y="2547"/>
                    <a:pt x="3078" y="2357"/>
                    <a:pt x="2009" y="2066"/>
                  </a:cubicBezTo>
                  <a:cubicBezTo>
                    <a:pt x="1567" y="1946"/>
                    <a:pt x="1187" y="1866"/>
                    <a:pt x="886" y="1866"/>
                  </a:cubicBezTo>
                  <a:cubicBezTo>
                    <a:pt x="570" y="1866"/>
                    <a:pt x="343" y="1954"/>
                    <a:pt x="224" y="2173"/>
                  </a:cubicBezTo>
                  <a:cubicBezTo>
                    <a:pt x="0" y="2589"/>
                    <a:pt x="347" y="3122"/>
                    <a:pt x="1509" y="4136"/>
                  </a:cubicBezTo>
                  <a:cubicBezTo>
                    <a:pt x="2922" y="5375"/>
                    <a:pt x="5272" y="6815"/>
                    <a:pt x="6179" y="6815"/>
                  </a:cubicBezTo>
                  <a:cubicBezTo>
                    <a:pt x="6700" y="6815"/>
                    <a:pt x="7953" y="7146"/>
                    <a:pt x="8540" y="7317"/>
                  </a:cubicBezTo>
                  <a:lnTo>
                    <a:pt x="9709" y="9443"/>
                  </a:lnTo>
                  <a:lnTo>
                    <a:pt x="12129" y="6732"/>
                  </a:lnTo>
                  <a:lnTo>
                    <a:pt x="10944" y="3575"/>
                  </a:lnTo>
                  <a:cubicBezTo>
                    <a:pt x="10389" y="2096"/>
                    <a:pt x="9125" y="1315"/>
                    <a:pt x="7290" y="1315"/>
                  </a:cubicBezTo>
                  <a:cubicBezTo>
                    <a:pt x="6589" y="1315"/>
                    <a:pt x="6063" y="914"/>
                    <a:pt x="5598" y="562"/>
                  </a:cubicBezTo>
                  <a:cubicBezTo>
                    <a:pt x="5222" y="274"/>
                    <a:pt x="4863" y="1"/>
                    <a:pt x="4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1386;p41">
              <a:extLst>
                <a:ext uri="{FF2B5EF4-FFF2-40B4-BE49-F238E27FC236}">
                  <a16:creationId xmlns:a16="http://schemas.microsoft.com/office/drawing/2014/main" id="{E5FF2C69-BD00-4150-4A6E-B8DB9DFE200D}"/>
                </a:ext>
              </a:extLst>
            </p:cNvPr>
            <p:cNvSpPr/>
            <p:nvPr/>
          </p:nvSpPr>
          <p:spPr>
            <a:xfrm>
              <a:off x="5741425" y="3353475"/>
              <a:ext cx="210250" cy="262950"/>
            </a:xfrm>
            <a:custGeom>
              <a:avLst/>
              <a:gdLst/>
              <a:ahLst/>
              <a:cxnLst/>
              <a:rect l="l" t="t" r="r" b="b"/>
              <a:pathLst>
                <a:path w="8410" h="10518" extrusionOk="0">
                  <a:moveTo>
                    <a:pt x="1617" y="0"/>
                  </a:moveTo>
                  <a:cubicBezTo>
                    <a:pt x="1321" y="0"/>
                    <a:pt x="1326" y="416"/>
                    <a:pt x="1754" y="1405"/>
                  </a:cubicBezTo>
                  <a:cubicBezTo>
                    <a:pt x="2593" y="3344"/>
                    <a:pt x="3144" y="5883"/>
                    <a:pt x="3144" y="5883"/>
                  </a:cubicBezTo>
                  <a:cubicBezTo>
                    <a:pt x="3144" y="5883"/>
                    <a:pt x="2672" y="5203"/>
                    <a:pt x="2043" y="4732"/>
                  </a:cubicBezTo>
                  <a:cubicBezTo>
                    <a:pt x="1585" y="4388"/>
                    <a:pt x="790" y="3791"/>
                    <a:pt x="364" y="3791"/>
                  </a:cubicBezTo>
                  <a:cubicBezTo>
                    <a:pt x="207" y="3791"/>
                    <a:pt x="100" y="3873"/>
                    <a:pt x="79" y="4078"/>
                  </a:cubicBezTo>
                  <a:cubicBezTo>
                    <a:pt x="0" y="4838"/>
                    <a:pt x="1573" y="5361"/>
                    <a:pt x="1782" y="6828"/>
                  </a:cubicBezTo>
                  <a:cubicBezTo>
                    <a:pt x="1993" y="8293"/>
                    <a:pt x="2727" y="9499"/>
                    <a:pt x="4272" y="9838"/>
                  </a:cubicBezTo>
                  <a:lnTo>
                    <a:pt x="7363" y="10518"/>
                  </a:lnTo>
                  <a:lnTo>
                    <a:pt x="8409" y="8166"/>
                  </a:lnTo>
                  <a:lnTo>
                    <a:pt x="7178" y="6615"/>
                  </a:lnTo>
                  <a:cubicBezTo>
                    <a:pt x="7178" y="6615"/>
                    <a:pt x="6497" y="5778"/>
                    <a:pt x="6391" y="5044"/>
                  </a:cubicBezTo>
                  <a:cubicBezTo>
                    <a:pt x="6286" y="4311"/>
                    <a:pt x="4688" y="2294"/>
                    <a:pt x="3194" y="1011"/>
                  </a:cubicBezTo>
                  <a:cubicBezTo>
                    <a:pt x="2463" y="383"/>
                    <a:pt x="1902" y="0"/>
                    <a:pt x="16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1387;p41">
              <a:extLst>
                <a:ext uri="{FF2B5EF4-FFF2-40B4-BE49-F238E27FC236}">
                  <a16:creationId xmlns:a16="http://schemas.microsoft.com/office/drawing/2014/main" id="{21FDB8FE-4254-504E-DD33-F12AF2BE8E25}"/>
                </a:ext>
              </a:extLst>
            </p:cNvPr>
            <p:cNvSpPr/>
            <p:nvPr/>
          </p:nvSpPr>
          <p:spPr>
            <a:xfrm>
              <a:off x="5733575" y="3344875"/>
              <a:ext cx="228050" cy="281425"/>
            </a:xfrm>
            <a:custGeom>
              <a:avLst/>
              <a:gdLst/>
              <a:ahLst/>
              <a:cxnLst/>
              <a:rect l="l" t="t" r="r" b="b"/>
              <a:pathLst>
                <a:path w="9122" h="11257" extrusionOk="0">
                  <a:moveTo>
                    <a:pt x="2083" y="737"/>
                  </a:moveTo>
                  <a:cubicBezTo>
                    <a:pt x="2259" y="821"/>
                    <a:pt x="2616" y="1040"/>
                    <a:pt x="3286" y="1617"/>
                  </a:cubicBezTo>
                  <a:cubicBezTo>
                    <a:pt x="4815" y="2929"/>
                    <a:pt x="6282" y="4846"/>
                    <a:pt x="6367" y="5437"/>
                  </a:cubicBezTo>
                  <a:cubicBezTo>
                    <a:pt x="6484" y="6256"/>
                    <a:pt x="7197" y="7139"/>
                    <a:pt x="7225" y="7173"/>
                  </a:cubicBezTo>
                  <a:lnTo>
                    <a:pt x="8327" y="8560"/>
                  </a:lnTo>
                  <a:lnTo>
                    <a:pt x="7479" y="10467"/>
                  </a:lnTo>
                  <a:lnTo>
                    <a:pt x="4659" y="9846"/>
                  </a:lnTo>
                  <a:cubicBezTo>
                    <a:pt x="3404" y="9570"/>
                    <a:pt x="2656" y="8654"/>
                    <a:pt x="2436" y="7121"/>
                  </a:cubicBezTo>
                  <a:cubicBezTo>
                    <a:pt x="2304" y="6199"/>
                    <a:pt x="1722" y="5626"/>
                    <a:pt x="1254" y="5164"/>
                  </a:cubicBezTo>
                  <a:cubicBezTo>
                    <a:pt x="1002" y="4916"/>
                    <a:pt x="764" y="4680"/>
                    <a:pt x="740" y="4482"/>
                  </a:cubicBezTo>
                  <a:lnTo>
                    <a:pt x="740" y="4482"/>
                  </a:lnTo>
                  <a:cubicBezTo>
                    <a:pt x="962" y="4521"/>
                    <a:pt x="1434" y="4812"/>
                    <a:pt x="2154" y="5351"/>
                  </a:cubicBezTo>
                  <a:cubicBezTo>
                    <a:pt x="2729" y="5782"/>
                    <a:pt x="3174" y="6417"/>
                    <a:pt x="3177" y="6423"/>
                  </a:cubicBezTo>
                  <a:lnTo>
                    <a:pt x="4159" y="7834"/>
                  </a:lnTo>
                  <a:lnTo>
                    <a:pt x="4159" y="7834"/>
                  </a:lnTo>
                  <a:lnTo>
                    <a:pt x="3795" y="6155"/>
                  </a:lnTo>
                  <a:cubicBezTo>
                    <a:pt x="3771" y="6049"/>
                    <a:pt x="3226" y="3559"/>
                    <a:pt x="2384" y="1614"/>
                  </a:cubicBezTo>
                  <a:cubicBezTo>
                    <a:pt x="2184" y="1149"/>
                    <a:pt x="2108" y="883"/>
                    <a:pt x="2083" y="737"/>
                  </a:cubicBezTo>
                  <a:close/>
                  <a:moveTo>
                    <a:pt x="1927" y="0"/>
                  </a:moveTo>
                  <a:cubicBezTo>
                    <a:pt x="1805" y="0"/>
                    <a:pt x="1700" y="35"/>
                    <a:pt x="1608" y="103"/>
                  </a:cubicBezTo>
                  <a:cubicBezTo>
                    <a:pt x="1214" y="393"/>
                    <a:pt x="1382" y="1026"/>
                    <a:pt x="1755" y="1885"/>
                  </a:cubicBezTo>
                  <a:cubicBezTo>
                    <a:pt x="2194" y="2901"/>
                    <a:pt x="2556" y="4099"/>
                    <a:pt x="2797" y="4990"/>
                  </a:cubicBezTo>
                  <a:cubicBezTo>
                    <a:pt x="2721" y="4925"/>
                    <a:pt x="2643" y="4860"/>
                    <a:pt x="2561" y="4799"/>
                  </a:cubicBezTo>
                  <a:cubicBezTo>
                    <a:pt x="1827" y="4249"/>
                    <a:pt x="1168" y="3794"/>
                    <a:pt x="674" y="3794"/>
                  </a:cubicBezTo>
                  <a:cubicBezTo>
                    <a:pt x="581" y="3794"/>
                    <a:pt x="493" y="3810"/>
                    <a:pt x="412" y="3845"/>
                  </a:cubicBezTo>
                  <a:cubicBezTo>
                    <a:pt x="295" y="3899"/>
                    <a:pt x="90" y="4037"/>
                    <a:pt x="53" y="4386"/>
                  </a:cubicBezTo>
                  <a:cubicBezTo>
                    <a:pt x="1" y="4892"/>
                    <a:pt x="375" y="5262"/>
                    <a:pt x="773" y="5653"/>
                  </a:cubicBezTo>
                  <a:cubicBezTo>
                    <a:pt x="1187" y="6062"/>
                    <a:pt x="1658" y="6526"/>
                    <a:pt x="1756" y="7221"/>
                  </a:cubicBezTo>
                  <a:cubicBezTo>
                    <a:pt x="2017" y="9038"/>
                    <a:pt x="2971" y="10179"/>
                    <a:pt x="4512" y="10517"/>
                  </a:cubicBezTo>
                  <a:lnTo>
                    <a:pt x="7877" y="11257"/>
                  </a:lnTo>
                  <a:lnTo>
                    <a:pt x="9121" y="8459"/>
                  </a:lnTo>
                  <a:lnTo>
                    <a:pt x="7760" y="6744"/>
                  </a:lnTo>
                  <a:cubicBezTo>
                    <a:pt x="7586" y="6532"/>
                    <a:pt x="7121" y="5865"/>
                    <a:pt x="7047" y="5339"/>
                  </a:cubicBezTo>
                  <a:cubicBezTo>
                    <a:pt x="6918" y="4442"/>
                    <a:pt x="5160" y="2322"/>
                    <a:pt x="3732" y="1097"/>
                  </a:cubicBezTo>
                  <a:cubicBezTo>
                    <a:pt x="2850" y="337"/>
                    <a:pt x="2304" y="0"/>
                    <a:pt x="19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1388;p41">
              <a:extLst>
                <a:ext uri="{FF2B5EF4-FFF2-40B4-BE49-F238E27FC236}">
                  <a16:creationId xmlns:a16="http://schemas.microsoft.com/office/drawing/2014/main" id="{E1DE7210-5A13-3838-F765-060FD449EE6B}"/>
                </a:ext>
              </a:extLst>
            </p:cNvPr>
            <p:cNvSpPr/>
            <p:nvPr/>
          </p:nvSpPr>
          <p:spPr>
            <a:xfrm>
              <a:off x="5347125" y="4216450"/>
              <a:ext cx="194475" cy="425450"/>
            </a:xfrm>
            <a:custGeom>
              <a:avLst/>
              <a:gdLst/>
              <a:ahLst/>
              <a:cxnLst/>
              <a:rect l="l" t="t" r="r" b="b"/>
              <a:pathLst>
                <a:path w="7779" h="17018" extrusionOk="0">
                  <a:moveTo>
                    <a:pt x="1882" y="1"/>
                  </a:moveTo>
                  <a:cubicBezTo>
                    <a:pt x="768" y="1"/>
                    <a:pt x="1" y="549"/>
                    <a:pt x="1" y="549"/>
                  </a:cubicBezTo>
                  <a:lnTo>
                    <a:pt x="1113" y="16291"/>
                  </a:lnTo>
                  <a:cubicBezTo>
                    <a:pt x="1705" y="16810"/>
                    <a:pt x="2328" y="17018"/>
                    <a:pt x="2944" y="17018"/>
                  </a:cubicBezTo>
                  <a:cubicBezTo>
                    <a:pt x="5409" y="17018"/>
                    <a:pt x="7779" y="13699"/>
                    <a:pt x="7779" y="13699"/>
                  </a:cubicBezTo>
                  <a:lnTo>
                    <a:pt x="2965" y="178"/>
                  </a:lnTo>
                  <a:cubicBezTo>
                    <a:pt x="2580" y="50"/>
                    <a:pt x="2215" y="1"/>
                    <a:pt x="1882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1389;p41">
              <a:extLst>
                <a:ext uri="{FF2B5EF4-FFF2-40B4-BE49-F238E27FC236}">
                  <a16:creationId xmlns:a16="http://schemas.microsoft.com/office/drawing/2014/main" id="{FEF464F1-8CA2-086B-315A-DA8BF12E22E2}"/>
                </a:ext>
              </a:extLst>
            </p:cNvPr>
            <p:cNvSpPr/>
            <p:nvPr/>
          </p:nvSpPr>
          <p:spPr>
            <a:xfrm>
              <a:off x="5338250" y="4207900"/>
              <a:ext cx="212975" cy="442575"/>
            </a:xfrm>
            <a:custGeom>
              <a:avLst/>
              <a:gdLst/>
              <a:ahLst/>
              <a:cxnLst/>
              <a:rect l="l" t="t" r="r" b="b"/>
              <a:pathLst>
                <a:path w="8519" h="17703" extrusionOk="0">
                  <a:moveTo>
                    <a:pt x="2229" y="685"/>
                  </a:moveTo>
                  <a:cubicBezTo>
                    <a:pt x="2485" y="685"/>
                    <a:pt x="2762" y="717"/>
                    <a:pt x="3054" y="798"/>
                  </a:cubicBezTo>
                  <a:lnTo>
                    <a:pt x="7749" y="13981"/>
                  </a:lnTo>
                  <a:cubicBezTo>
                    <a:pt x="7298" y="14566"/>
                    <a:pt x="5474" y="16782"/>
                    <a:pt x="3590" y="17000"/>
                  </a:cubicBezTo>
                  <a:cubicBezTo>
                    <a:pt x="3491" y="17011"/>
                    <a:pt x="3395" y="17017"/>
                    <a:pt x="3299" y="17017"/>
                  </a:cubicBezTo>
                  <a:cubicBezTo>
                    <a:pt x="2758" y="17017"/>
                    <a:pt x="2262" y="16837"/>
                    <a:pt x="1799" y="16466"/>
                  </a:cubicBezTo>
                  <a:lnTo>
                    <a:pt x="712" y="1074"/>
                  </a:lnTo>
                  <a:cubicBezTo>
                    <a:pt x="968" y="932"/>
                    <a:pt x="1518" y="685"/>
                    <a:pt x="2229" y="685"/>
                  </a:cubicBezTo>
                  <a:close/>
                  <a:moveTo>
                    <a:pt x="2232" y="1"/>
                  </a:moveTo>
                  <a:cubicBezTo>
                    <a:pt x="1032" y="1"/>
                    <a:pt x="201" y="580"/>
                    <a:pt x="157" y="612"/>
                  </a:cubicBezTo>
                  <a:lnTo>
                    <a:pt x="1" y="724"/>
                  </a:lnTo>
                  <a:lnTo>
                    <a:pt x="1135" y="16798"/>
                  </a:lnTo>
                  <a:lnTo>
                    <a:pt x="1242" y="16892"/>
                  </a:lnTo>
                  <a:cubicBezTo>
                    <a:pt x="1858" y="17431"/>
                    <a:pt x="2547" y="17703"/>
                    <a:pt x="3297" y="17703"/>
                  </a:cubicBezTo>
                  <a:cubicBezTo>
                    <a:pt x="3422" y="17703"/>
                    <a:pt x="3547" y="17695"/>
                    <a:pt x="3670" y="17682"/>
                  </a:cubicBezTo>
                  <a:cubicBezTo>
                    <a:pt x="6135" y="17394"/>
                    <a:pt x="8321" y="14369"/>
                    <a:pt x="8414" y="14240"/>
                  </a:cubicBezTo>
                  <a:lnTo>
                    <a:pt x="8518" y="14094"/>
                  </a:lnTo>
                  <a:lnTo>
                    <a:pt x="3642" y="406"/>
                  </a:lnTo>
                  <a:lnTo>
                    <a:pt x="3587" y="248"/>
                  </a:lnTo>
                  <a:lnTo>
                    <a:pt x="3428" y="197"/>
                  </a:lnTo>
                  <a:cubicBezTo>
                    <a:pt x="3003" y="55"/>
                    <a:pt x="2600" y="1"/>
                    <a:pt x="2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1390;p41">
              <a:extLst>
                <a:ext uri="{FF2B5EF4-FFF2-40B4-BE49-F238E27FC236}">
                  <a16:creationId xmlns:a16="http://schemas.microsoft.com/office/drawing/2014/main" id="{9F4DAAC9-3CAC-8D23-5413-C951CCD67EEA}"/>
                </a:ext>
              </a:extLst>
            </p:cNvPr>
            <p:cNvSpPr/>
            <p:nvPr/>
          </p:nvSpPr>
          <p:spPr>
            <a:xfrm>
              <a:off x="5523425" y="4919025"/>
              <a:ext cx="365475" cy="181875"/>
            </a:xfrm>
            <a:custGeom>
              <a:avLst/>
              <a:gdLst/>
              <a:ahLst/>
              <a:cxnLst/>
              <a:rect l="l" t="t" r="r" b="b"/>
              <a:pathLst>
                <a:path w="14619" h="7275" extrusionOk="0">
                  <a:moveTo>
                    <a:pt x="3038" y="0"/>
                  </a:moveTo>
                  <a:cubicBezTo>
                    <a:pt x="1792" y="0"/>
                    <a:pt x="746" y="322"/>
                    <a:pt x="543" y="1339"/>
                  </a:cubicBezTo>
                  <a:cubicBezTo>
                    <a:pt x="1" y="4045"/>
                    <a:pt x="8234" y="7274"/>
                    <a:pt x="11406" y="7274"/>
                  </a:cubicBezTo>
                  <a:cubicBezTo>
                    <a:pt x="11493" y="7274"/>
                    <a:pt x="11576" y="7272"/>
                    <a:pt x="11654" y="7267"/>
                  </a:cubicBezTo>
                  <a:cubicBezTo>
                    <a:pt x="14618" y="7081"/>
                    <a:pt x="11840" y="2450"/>
                    <a:pt x="7951" y="968"/>
                  </a:cubicBezTo>
                  <a:cubicBezTo>
                    <a:pt x="7951" y="968"/>
                    <a:pt x="5196" y="0"/>
                    <a:pt x="30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1391;p41">
              <a:extLst>
                <a:ext uri="{FF2B5EF4-FFF2-40B4-BE49-F238E27FC236}">
                  <a16:creationId xmlns:a16="http://schemas.microsoft.com/office/drawing/2014/main" id="{865EE0B9-26BE-9A32-13B8-9EDFDDC74587}"/>
                </a:ext>
              </a:extLst>
            </p:cNvPr>
            <p:cNvSpPr/>
            <p:nvPr/>
          </p:nvSpPr>
          <p:spPr>
            <a:xfrm>
              <a:off x="5525475" y="4910550"/>
              <a:ext cx="334650" cy="198850"/>
            </a:xfrm>
            <a:custGeom>
              <a:avLst/>
              <a:gdLst/>
              <a:ahLst/>
              <a:cxnLst/>
              <a:rect l="l" t="t" r="r" b="b"/>
              <a:pathLst>
                <a:path w="13386" h="7954" extrusionOk="0">
                  <a:moveTo>
                    <a:pt x="2940" y="685"/>
                  </a:moveTo>
                  <a:cubicBezTo>
                    <a:pt x="4620" y="685"/>
                    <a:pt x="6809" y="1299"/>
                    <a:pt x="7749" y="1629"/>
                  </a:cubicBezTo>
                  <a:cubicBezTo>
                    <a:pt x="10604" y="2719"/>
                    <a:pt x="12642" y="5444"/>
                    <a:pt x="12459" y="6647"/>
                  </a:cubicBezTo>
                  <a:cubicBezTo>
                    <a:pt x="12438" y="6786"/>
                    <a:pt x="12374" y="7211"/>
                    <a:pt x="11550" y="7262"/>
                  </a:cubicBezTo>
                  <a:cubicBezTo>
                    <a:pt x="11477" y="7266"/>
                    <a:pt x="11399" y="7268"/>
                    <a:pt x="11318" y="7268"/>
                  </a:cubicBezTo>
                  <a:cubicBezTo>
                    <a:pt x="8924" y="7268"/>
                    <a:pt x="3240" y="5288"/>
                    <a:pt x="1335" y="3108"/>
                  </a:cubicBezTo>
                  <a:cubicBezTo>
                    <a:pt x="899" y="2606"/>
                    <a:pt x="716" y="2147"/>
                    <a:pt x="796" y="1745"/>
                  </a:cubicBezTo>
                  <a:cubicBezTo>
                    <a:pt x="863" y="1415"/>
                    <a:pt x="1043" y="1170"/>
                    <a:pt x="1349" y="998"/>
                  </a:cubicBezTo>
                  <a:cubicBezTo>
                    <a:pt x="1742" y="772"/>
                    <a:pt x="2305" y="685"/>
                    <a:pt x="2940" y="685"/>
                  </a:cubicBezTo>
                  <a:close/>
                  <a:moveTo>
                    <a:pt x="2962" y="0"/>
                  </a:moveTo>
                  <a:cubicBezTo>
                    <a:pt x="2212" y="0"/>
                    <a:pt x="1521" y="110"/>
                    <a:pt x="1009" y="401"/>
                  </a:cubicBezTo>
                  <a:cubicBezTo>
                    <a:pt x="527" y="676"/>
                    <a:pt x="230" y="1083"/>
                    <a:pt x="125" y="1611"/>
                  </a:cubicBezTo>
                  <a:cubicBezTo>
                    <a:pt x="0" y="2232"/>
                    <a:pt x="233" y="2888"/>
                    <a:pt x="820" y="3558"/>
                  </a:cubicBezTo>
                  <a:cubicBezTo>
                    <a:pt x="2868" y="5904"/>
                    <a:pt x="8758" y="7954"/>
                    <a:pt x="11335" y="7954"/>
                  </a:cubicBezTo>
                  <a:cubicBezTo>
                    <a:pt x="11425" y="7954"/>
                    <a:pt x="11512" y="7952"/>
                    <a:pt x="11593" y="7946"/>
                  </a:cubicBezTo>
                  <a:cubicBezTo>
                    <a:pt x="12792" y="7872"/>
                    <a:pt x="13077" y="7165"/>
                    <a:pt x="13139" y="6749"/>
                  </a:cubicBezTo>
                  <a:cubicBezTo>
                    <a:pt x="13386" y="5132"/>
                    <a:pt x="11057" y="2155"/>
                    <a:pt x="7991" y="988"/>
                  </a:cubicBezTo>
                  <a:lnTo>
                    <a:pt x="7982" y="983"/>
                  </a:lnTo>
                  <a:cubicBezTo>
                    <a:pt x="7831" y="931"/>
                    <a:pt x="5150" y="0"/>
                    <a:pt x="29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1392;p41">
              <a:extLst>
                <a:ext uri="{FF2B5EF4-FFF2-40B4-BE49-F238E27FC236}">
                  <a16:creationId xmlns:a16="http://schemas.microsoft.com/office/drawing/2014/main" id="{3AD1F0D7-F513-81BF-1F5C-DD7349FB7072}"/>
                </a:ext>
              </a:extLst>
            </p:cNvPr>
            <p:cNvSpPr/>
            <p:nvPr/>
          </p:nvSpPr>
          <p:spPr>
            <a:xfrm>
              <a:off x="5453625" y="4504375"/>
              <a:ext cx="1037200" cy="744450"/>
            </a:xfrm>
            <a:custGeom>
              <a:avLst/>
              <a:gdLst/>
              <a:ahLst/>
              <a:cxnLst/>
              <a:rect l="l" t="t" r="r" b="b"/>
              <a:pathLst>
                <a:path w="41488" h="29778" extrusionOk="0">
                  <a:moveTo>
                    <a:pt x="36940" y="1"/>
                  </a:moveTo>
                  <a:cubicBezTo>
                    <a:pt x="36177" y="1"/>
                    <a:pt x="35335" y="429"/>
                    <a:pt x="34449" y="1442"/>
                  </a:cubicBezTo>
                  <a:cubicBezTo>
                    <a:pt x="31886" y="4371"/>
                    <a:pt x="25526" y="12002"/>
                    <a:pt x="22875" y="12002"/>
                  </a:cubicBezTo>
                  <a:cubicBezTo>
                    <a:pt x="22843" y="12002"/>
                    <a:pt x="22812" y="12001"/>
                    <a:pt x="22781" y="11999"/>
                  </a:cubicBezTo>
                  <a:cubicBezTo>
                    <a:pt x="22781" y="11999"/>
                    <a:pt x="11854" y="5146"/>
                    <a:pt x="8891" y="3665"/>
                  </a:cubicBezTo>
                  <a:cubicBezTo>
                    <a:pt x="7788" y="3113"/>
                    <a:pt x="6633" y="2818"/>
                    <a:pt x="5551" y="2818"/>
                  </a:cubicBezTo>
                  <a:cubicBezTo>
                    <a:pt x="3727" y="2818"/>
                    <a:pt x="2111" y="3657"/>
                    <a:pt x="1297" y="5517"/>
                  </a:cubicBezTo>
                  <a:cubicBezTo>
                    <a:pt x="1" y="8479"/>
                    <a:pt x="12964" y="20518"/>
                    <a:pt x="15928" y="24593"/>
                  </a:cubicBezTo>
                  <a:cubicBezTo>
                    <a:pt x="18891" y="28667"/>
                    <a:pt x="26115" y="29778"/>
                    <a:pt x="29819" y="29778"/>
                  </a:cubicBezTo>
                  <a:cubicBezTo>
                    <a:pt x="33523" y="29778"/>
                    <a:pt x="40005" y="25705"/>
                    <a:pt x="40746" y="22185"/>
                  </a:cubicBezTo>
                  <a:cubicBezTo>
                    <a:pt x="41487" y="18666"/>
                    <a:pt x="41117" y="6813"/>
                    <a:pt x="40191" y="3665"/>
                  </a:cubicBezTo>
                  <a:cubicBezTo>
                    <a:pt x="39581" y="1592"/>
                    <a:pt x="38409" y="1"/>
                    <a:pt x="369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1393;p41">
              <a:extLst>
                <a:ext uri="{FF2B5EF4-FFF2-40B4-BE49-F238E27FC236}">
                  <a16:creationId xmlns:a16="http://schemas.microsoft.com/office/drawing/2014/main" id="{DDC69782-6C0F-3197-E498-CEF8AA7BABC0}"/>
                </a:ext>
              </a:extLst>
            </p:cNvPr>
            <p:cNvSpPr/>
            <p:nvPr/>
          </p:nvSpPr>
          <p:spPr>
            <a:xfrm>
              <a:off x="5913475" y="4810525"/>
              <a:ext cx="96075" cy="285950"/>
            </a:xfrm>
            <a:custGeom>
              <a:avLst/>
              <a:gdLst/>
              <a:ahLst/>
              <a:cxnLst/>
              <a:rect l="l" t="t" r="r" b="b"/>
              <a:pathLst>
                <a:path w="3843" h="11438" extrusionOk="0">
                  <a:moveTo>
                    <a:pt x="3525" y="1"/>
                  </a:moveTo>
                  <a:cubicBezTo>
                    <a:pt x="3381" y="350"/>
                    <a:pt x="1" y="8587"/>
                    <a:pt x="408" y="11438"/>
                  </a:cubicBezTo>
                  <a:lnTo>
                    <a:pt x="746" y="11389"/>
                  </a:lnTo>
                  <a:cubicBezTo>
                    <a:pt x="353" y="8631"/>
                    <a:pt x="3807" y="216"/>
                    <a:pt x="3842" y="131"/>
                  </a:cubicBezTo>
                  <a:lnTo>
                    <a:pt x="35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1394;p41">
              <a:extLst>
                <a:ext uri="{FF2B5EF4-FFF2-40B4-BE49-F238E27FC236}">
                  <a16:creationId xmlns:a16="http://schemas.microsoft.com/office/drawing/2014/main" id="{7093F4A8-D150-9B39-7C41-D72820BD79F5}"/>
                </a:ext>
              </a:extLst>
            </p:cNvPr>
            <p:cNvSpPr/>
            <p:nvPr/>
          </p:nvSpPr>
          <p:spPr>
            <a:xfrm>
              <a:off x="6387250" y="4779000"/>
              <a:ext cx="85275" cy="178575"/>
            </a:xfrm>
            <a:custGeom>
              <a:avLst/>
              <a:gdLst/>
              <a:ahLst/>
              <a:cxnLst/>
              <a:rect l="l" t="t" r="r" b="b"/>
              <a:pathLst>
                <a:path w="3411" h="7143" extrusionOk="0">
                  <a:moveTo>
                    <a:pt x="262" y="1"/>
                  </a:moveTo>
                  <a:lnTo>
                    <a:pt x="1" y="222"/>
                  </a:lnTo>
                  <a:cubicBezTo>
                    <a:pt x="29" y="256"/>
                    <a:pt x="2936" y="3728"/>
                    <a:pt x="3067" y="7142"/>
                  </a:cubicBezTo>
                  <a:lnTo>
                    <a:pt x="3410" y="7129"/>
                  </a:lnTo>
                  <a:cubicBezTo>
                    <a:pt x="3274" y="3599"/>
                    <a:pt x="385" y="145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1395;p41">
              <a:extLst>
                <a:ext uri="{FF2B5EF4-FFF2-40B4-BE49-F238E27FC236}">
                  <a16:creationId xmlns:a16="http://schemas.microsoft.com/office/drawing/2014/main" id="{A8844C7D-38A5-B64D-570F-11014E3062CA}"/>
                </a:ext>
              </a:extLst>
            </p:cNvPr>
            <p:cNvSpPr/>
            <p:nvPr/>
          </p:nvSpPr>
          <p:spPr>
            <a:xfrm>
              <a:off x="5356400" y="3558800"/>
              <a:ext cx="1041800" cy="1322550"/>
            </a:xfrm>
            <a:custGeom>
              <a:avLst/>
              <a:gdLst/>
              <a:ahLst/>
              <a:cxnLst/>
              <a:rect l="l" t="t" r="r" b="b"/>
              <a:pathLst>
                <a:path w="41672" h="52902" extrusionOk="0">
                  <a:moveTo>
                    <a:pt x="22780" y="0"/>
                  </a:moveTo>
                  <a:lnTo>
                    <a:pt x="22039" y="2779"/>
                  </a:lnTo>
                  <a:cubicBezTo>
                    <a:pt x="22039" y="2779"/>
                    <a:pt x="33151" y="10928"/>
                    <a:pt x="33336" y="11669"/>
                  </a:cubicBezTo>
                  <a:cubicBezTo>
                    <a:pt x="33522" y="12410"/>
                    <a:pt x="27781" y="18336"/>
                    <a:pt x="27781" y="18336"/>
                  </a:cubicBezTo>
                  <a:cubicBezTo>
                    <a:pt x="27781" y="18336"/>
                    <a:pt x="23706" y="20558"/>
                    <a:pt x="22040" y="22411"/>
                  </a:cubicBezTo>
                  <a:cubicBezTo>
                    <a:pt x="20373" y="24263"/>
                    <a:pt x="3519" y="39265"/>
                    <a:pt x="1853" y="40190"/>
                  </a:cubicBezTo>
                  <a:cubicBezTo>
                    <a:pt x="185" y="41115"/>
                    <a:pt x="1" y="44820"/>
                    <a:pt x="2963" y="45192"/>
                  </a:cubicBezTo>
                  <a:cubicBezTo>
                    <a:pt x="3032" y="45200"/>
                    <a:pt x="3107" y="45204"/>
                    <a:pt x="3188" y="45204"/>
                  </a:cubicBezTo>
                  <a:cubicBezTo>
                    <a:pt x="6590" y="45204"/>
                    <a:pt x="20372" y="37784"/>
                    <a:pt x="20373" y="37783"/>
                  </a:cubicBezTo>
                  <a:lnTo>
                    <a:pt x="20373" y="37783"/>
                  </a:lnTo>
                  <a:cubicBezTo>
                    <a:pt x="20373" y="37783"/>
                    <a:pt x="19076" y="41117"/>
                    <a:pt x="20373" y="42228"/>
                  </a:cubicBezTo>
                  <a:cubicBezTo>
                    <a:pt x="21669" y="43338"/>
                    <a:pt x="25003" y="44265"/>
                    <a:pt x="25374" y="45747"/>
                  </a:cubicBezTo>
                  <a:cubicBezTo>
                    <a:pt x="25744" y="47229"/>
                    <a:pt x="25188" y="50191"/>
                    <a:pt x="27040" y="51673"/>
                  </a:cubicBezTo>
                  <a:cubicBezTo>
                    <a:pt x="27946" y="52398"/>
                    <a:pt x="29782" y="52901"/>
                    <a:pt x="31834" y="52901"/>
                  </a:cubicBezTo>
                  <a:cubicBezTo>
                    <a:pt x="33977" y="52901"/>
                    <a:pt x="36355" y="52352"/>
                    <a:pt x="38153" y="50932"/>
                  </a:cubicBezTo>
                  <a:cubicBezTo>
                    <a:pt x="41671" y="48154"/>
                    <a:pt x="41487" y="41487"/>
                    <a:pt x="40746" y="37042"/>
                  </a:cubicBezTo>
                  <a:cubicBezTo>
                    <a:pt x="40005" y="32596"/>
                    <a:pt x="41302" y="16299"/>
                    <a:pt x="40375" y="12594"/>
                  </a:cubicBezTo>
                  <a:cubicBezTo>
                    <a:pt x="39448" y="8891"/>
                    <a:pt x="22780" y="0"/>
                    <a:pt x="22780" y="0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1396;p41">
              <a:extLst>
                <a:ext uri="{FF2B5EF4-FFF2-40B4-BE49-F238E27FC236}">
                  <a16:creationId xmlns:a16="http://schemas.microsoft.com/office/drawing/2014/main" id="{BFD85A79-9D1B-5873-5DAF-93D35B405AE8}"/>
                </a:ext>
              </a:extLst>
            </p:cNvPr>
            <p:cNvSpPr/>
            <p:nvPr/>
          </p:nvSpPr>
          <p:spPr>
            <a:xfrm>
              <a:off x="5359225" y="3546175"/>
              <a:ext cx="1057750" cy="1344000"/>
            </a:xfrm>
            <a:custGeom>
              <a:avLst/>
              <a:gdLst/>
              <a:ahLst/>
              <a:cxnLst/>
              <a:rect l="l" t="t" r="r" b="b"/>
              <a:pathLst>
                <a:path w="42310" h="53760" extrusionOk="0">
                  <a:moveTo>
                    <a:pt x="22888" y="1012"/>
                  </a:moveTo>
                  <a:cubicBezTo>
                    <a:pt x="27738" y="3630"/>
                    <a:pt x="39220" y="10341"/>
                    <a:pt x="39931" y="13182"/>
                  </a:cubicBezTo>
                  <a:cubicBezTo>
                    <a:pt x="40403" y="15074"/>
                    <a:pt x="40278" y="20491"/>
                    <a:pt x="40158" y="25731"/>
                  </a:cubicBezTo>
                  <a:cubicBezTo>
                    <a:pt x="40044" y="30728"/>
                    <a:pt x="39935" y="35449"/>
                    <a:pt x="40295" y="37602"/>
                  </a:cubicBezTo>
                  <a:cubicBezTo>
                    <a:pt x="40696" y="40011"/>
                    <a:pt x="41704" y="48107"/>
                    <a:pt x="37828" y="51169"/>
                  </a:cubicBezTo>
                  <a:cubicBezTo>
                    <a:pt x="36082" y="52546"/>
                    <a:pt x="33789" y="53067"/>
                    <a:pt x="31733" y="53067"/>
                  </a:cubicBezTo>
                  <a:cubicBezTo>
                    <a:pt x="29744" y="53067"/>
                    <a:pt x="27978" y="52580"/>
                    <a:pt x="27142" y="51911"/>
                  </a:cubicBezTo>
                  <a:cubicBezTo>
                    <a:pt x="25943" y="50952"/>
                    <a:pt x="25852" y="49283"/>
                    <a:pt x="25773" y="47811"/>
                  </a:cubicBezTo>
                  <a:cubicBezTo>
                    <a:pt x="25739" y="47202"/>
                    <a:pt x="25708" y="46628"/>
                    <a:pt x="25594" y="46169"/>
                  </a:cubicBezTo>
                  <a:cubicBezTo>
                    <a:pt x="25323" y="45086"/>
                    <a:pt x="23864" y="44345"/>
                    <a:pt x="22450" y="43628"/>
                  </a:cubicBezTo>
                  <a:cubicBezTo>
                    <a:pt x="21670" y="43233"/>
                    <a:pt x="20934" y="42859"/>
                    <a:pt x="20482" y="42471"/>
                  </a:cubicBezTo>
                  <a:cubicBezTo>
                    <a:pt x="19572" y="41692"/>
                    <a:pt x="20243" y="39276"/>
                    <a:pt x="20579" y="38411"/>
                  </a:cubicBezTo>
                  <a:lnTo>
                    <a:pt x="20916" y="37544"/>
                  </a:lnTo>
                  <a:lnTo>
                    <a:pt x="20916" y="37544"/>
                  </a:lnTo>
                  <a:lnTo>
                    <a:pt x="20096" y="37985"/>
                  </a:lnTo>
                  <a:cubicBezTo>
                    <a:pt x="16206" y="40082"/>
                    <a:pt x="5774" y="45367"/>
                    <a:pt x="3084" y="45367"/>
                  </a:cubicBezTo>
                  <a:cubicBezTo>
                    <a:pt x="3015" y="45367"/>
                    <a:pt x="2952" y="45364"/>
                    <a:pt x="2893" y="45357"/>
                  </a:cubicBezTo>
                  <a:cubicBezTo>
                    <a:pt x="1450" y="45175"/>
                    <a:pt x="1046" y="44173"/>
                    <a:pt x="933" y="43592"/>
                  </a:cubicBezTo>
                  <a:cubicBezTo>
                    <a:pt x="731" y="42551"/>
                    <a:pt x="1159" y="41410"/>
                    <a:pt x="1906" y="40995"/>
                  </a:cubicBezTo>
                  <a:cubicBezTo>
                    <a:pt x="3645" y="40029"/>
                    <a:pt x="20447" y="25072"/>
                    <a:pt x="22183" y="23143"/>
                  </a:cubicBezTo>
                  <a:cubicBezTo>
                    <a:pt x="23789" y="21358"/>
                    <a:pt x="27793" y="19164"/>
                    <a:pt x="27833" y="19141"/>
                  </a:cubicBezTo>
                  <a:lnTo>
                    <a:pt x="27915" y="19079"/>
                  </a:lnTo>
                  <a:cubicBezTo>
                    <a:pt x="30595" y="16314"/>
                    <a:pt x="33749" y="12855"/>
                    <a:pt x="33557" y="12091"/>
                  </a:cubicBezTo>
                  <a:cubicBezTo>
                    <a:pt x="33373" y="11353"/>
                    <a:pt x="26526" y="6233"/>
                    <a:pt x="22319" y="3145"/>
                  </a:cubicBezTo>
                  <a:lnTo>
                    <a:pt x="22888" y="1012"/>
                  </a:lnTo>
                  <a:close/>
                  <a:moveTo>
                    <a:pt x="22449" y="0"/>
                  </a:moveTo>
                  <a:lnTo>
                    <a:pt x="21535" y="3422"/>
                  </a:lnTo>
                  <a:lnTo>
                    <a:pt x="21724" y="3561"/>
                  </a:lnTo>
                  <a:cubicBezTo>
                    <a:pt x="25763" y="6524"/>
                    <a:pt x="32257" y="11425"/>
                    <a:pt x="32874" y="12251"/>
                  </a:cubicBezTo>
                  <a:cubicBezTo>
                    <a:pt x="32663" y="12921"/>
                    <a:pt x="30001" y="15938"/>
                    <a:pt x="27457" y="18565"/>
                  </a:cubicBezTo>
                  <a:cubicBezTo>
                    <a:pt x="26978" y="18829"/>
                    <a:pt x="23282" y="20896"/>
                    <a:pt x="21672" y="22686"/>
                  </a:cubicBezTo>
                  <a:cubicBezTo>
                    <a:pt x="20036" y="24503"/>
                    <a:pt x="3198" y="39492"/>
                    <a:pt x="1573" y="40395"/>
                  </a:cubicBezTo>
                  <a:cubicBezTo>
                    <a:pt x="565" y="40955"/>
                    <a:pt x="1" y="42387"/>
                    <a:pt x="261" y="43723"/>
                  </a:cubicBezTo>
                  <a:cubicBezTo>
                    <a:pt x="511" y="45022"/>
                    <a:pt x="1440" y="45866"/>
                    <a:pt x="2807" y="46037"/>
                  </a:cubicBezTo>
                  <a:cubicBezTo>
                    <a:pt x="2883" y="46046"/>
                    <a:pt x="2965" y="46051"/>
                    <a:pt x="3053" y="46051"/>
                  </a:cubicBezTo>
                  <a:cubicBezTo>
                    <a:pt x="6105" y="46051"/>
                    <a:pt x="16700" y="40561"/>
                    <a:pt x="19666" y="38994"/>
                  </a:cubicBezTo>
                  <a:lnTo>
                    <a:pt x="19666" y="38994"/>
                  </a:lnTo>
                  <a:cubicBezTo>
                    <a:pt x="19342" y="40131"/>
                    <a:pt x="18987" y="42093"/>
                    <a:pt x="20037" y="42993"/>
                  </a:cubicBezTo>
                  <a:cubicBezTo>
                    <a:pt x="20551" y="43434"/>
                    <a:pt x="21323" y="43826"/>
                    <a:pt x="22140" y="44240"/>
                  </a:cubicBezTo>
                  <a:cubicBezTo>
                    <a:pt x="23356" y="44858"/>
                    <a:pt x="24734" y="45557"/>
                    <a:pt x="24928" y="46335"/>
                  </a:cubicBezTo>
                  <a:cubicBezTo>
                    <a:pt x="25026" y="46730"/>
                    <a:pt x="25056" y="47274"/>
                    <a:pt x="25087" y="47848"/>
                  </a:cubicBezTo>
                  <a:cubicBezTo>
                    <a:pt x="25170" y="49384"/>
                    <a:pt x="25274" y="51296"/>
                    <a:pt x="26713" y="52447"/>
                  </a:cubicBezTo>
                  <a:cubicBezTo>
                    <a:pt x="27713" y="53246"/>
                    <a:pt x="29602" y="53760"/>
                    <a:pt x="31689" y="53760"/>
                  </a:cubicBezTo>
                  <a:cubicBezTo>
                    <a:pt x="33930" y="53760"/>
                    <a:pt x="36401" y="53169"/>
                    <a:pt x="38251" y="51708"/>
                  </a:cubicBezTo>
                  <a:cubicBezTo>
                    <a:pt x="42310" y="48503"/>
                    <a:pt x="41505" y="40698"/>
                    <a:pt x="40970" y="37491"/>
                  </a:cubicBezTo>
                  <a:cubicBezTo>
                    <a:pt x="40621" y="35401"/>
                    <a:pt x="40734" y="30494"/>
                    <a:pt x="40844" y="25748"/>
                  </a:cubicBezTo>
                  <a:cubicBezTo>
                    <a:pt x="40970" y="20219"/>
                    <a:pt x="41091" y="14998"/>
                    <a:pt x="40595" y="13017"/>
                  </a:cubicBezTo>
                  <a:cubicBezTo>
                    <a:pt x="39643" y="9208"/>
                    <a:pt x="23516" y="569"/>
                    <a:pt x="22829" y="202"/>
                  </a:cubicBezTo>
                  <a:lnTo>
                    <a:pt x="224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1397;p41">
              <a:extLst>
                <a:ext uri="{FF2B5EF4-FFF2-40B4-BE49-F238E27FC236}">
                  <a16:creationId xmlns:a16="http://schemas.microsoft.com/office/drawing/2014/main" id="{91A89D67-3407-9374-1F42-FD76E6988DA9}"/>
                </a:ext>
              </a:extLst>
            </p:cNvPr>
            <p:cNvSpPr/>
            <p:nvPr/>
          </p:nvSpPr>
          <p:spPr>
            <a:xfrm>
              <a:off x="5856600" y="4439350"/>
              <a:ext cx="187175" cy="72575"/>
            </a:xfrm>
            <a:custGeom>
              <a:avLst/>
              <a:gdLst/>
              <a:ahLst/>
              <a:cxnLst/>
              <a:rect l="l" t="t" r="r" b="b"/>
              <a:pathLst>
                <a:path w="7487" h="2903" extrusionOk="0">
                  <a:moveTo>
                    <a:pt x="7102" y="0"/>
                  </a:moveTo>
                  <a:cubicBezTo>
                    <a:pt x="7067" y="0"/>
                    <a:pt x="7031" y="6"/>
                    <a:pt x="6995" y="17"/>
                  </a:cubicBezTo>
                  <a:lnTo>
                    <a:pt x="258" y="2235"/>
                  </a:lnTo>
                  <a:cubicBezTo>
                    <a:pt x="97" y="2288"/>
                    <a:pt x="1" y="2448"/>
                    <a:pt x="28" y="2615"/>
                  </a:cubicBezTo>
                  <a:cubicBezTo>
                    <a:pt x="54" y="2781"/>
                    <a:pt x="197" y="2903"/>
                    <a:pt x="365" y="2903"/>
                  </a:cubicBezTo>
                  <a:cubicBezTo>
                    <a:pt x="369" y="2903"/>
                    <a:pt x="372" y="2903"/>
                    <a:pt x="376" y="2903"/>
                  </a:cubicBezTo>
                  <a:cubicBezTo>
                    <a:pt x="409" y="2903"/>
                    <a:pt x="441" y="2897"/>
                    <a:pt x="472" y="2888"/>
                  </a:cubicBezTo>
                  <a:lnTo>
                    <a:pt x="7209" y="669"/>
                  </a:lnTo>
                  <a:cubicBezTo>
                    <a:pt x="7389" y="610"/>
                    <a:pt x="7487" y="415"/>
                    <a:pt x="7427" y="236"/>
                  </a:cubicBezTo>
                  <a:cubicBezTo>
                    <a:pt x="7380" y="92"/>
                    <a:pt x="7246" y="0"/>
                    <a:pt x="7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1398;p41">
              <a:extLst>
                <a:ext uri="{FF2B5EF4-FFF2-40B4-BE49-F238E27FC236}">
                  <a16:creationId xmlns:a16="http://schemas.microsoft.com/office/drawing/2014/main" id="{A351D4BC-7039-6E56-3B90-44F6FD86AD77}"/>
                </a:ext>
              </a:extLst>
            </p:cNvPr>
            <p:cNvSpPr/>
            <p:nvPr/>
          </p:nvSpPr>
          <p:spPr>
            <a:xfrm>
              <a:off x="5874475" y="4483475"/>
              <a:ext cx="168700" cy="65725"/>
            </a:xfrm>
            <a:custGeom>
              <a:avLst/>
              <a:gdLst/>
              <a:ahLst/>
              <a:cxnLst/>
              <a:rect l="l" t="t" r="r" b="b"/>
              <a:pathLst>
                <a:path w="6748" h="2629" extrusionOk="0">
                  <a:moveTo>
                    <a:pt x="385" y="1"/>
                  </a:moveTo>
                  <a:cubicBezTo>
                    <a:pt x="240" y="1"/>
                    <a:pt x="106" y="93"/>
                    <a:pt x="60" y="238"/>
                  </a:cubicBezTo>
                  <a:cubicBezTo>
                    <a:pt x="0" y="418"/>
                    <a:pt x="100" y="611"/>
                    <a:pt x="279" y="670"/>
                  </a:cubicBezTo>
                  <a:lnTo>
                    <a:pt x="6282" y="2611"/>
                  </a:lnTo>
                  <a:cubicBezTo>
                    <a:pt x="6316" y="2623"/>
                    <a:pt x="6351" y="2629"/>
                    <a:pt x="6387" y="2629"/>
                  </a:cubicBezTo>
                  <a:lnTo>
                    <a:pt x="6387" y="2627"/>
                  </a:lnTo>
                  <a:cubicBezTo>
                    <a:pt x="6555" y="2626"/>
                    <a:pt x="6696" y="2504"/>
                    <a:pt x="6723" y="2338"/>
                  </a:cubicBezTo>
                  <a:cubicBezTo>
                    <a:pt x="6748" y="2173"/>
                    <a:pt x="6651" y="2012"/>
                    <a:pt x="6492" y="1959"/>
                  </a:cubicBezTo>
                  <a:lnTo>
                    <a:pt x="492" y="18"/>
                  </a:lnTo>
                  <a:cubicBezTo>
                    <a:pt x="456" y="6"/>
                    <a:pt x="420" y="1"/>
                    <a:pt x="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1399;p41">
              <a:extLst>
                <a:ext uri="{FF2B5EF4-FFF2-40B4-BE49-F238E27FC236}">
                  <a16:creationId xmlns:a16="http://schemas.microsoft.com/office/drawing/2014/main" id="{1D741EDA-E40E-326C-B083-D61CC32D45FD}"/>
                </a:ext>
              </a:extLst>
            </p:cNvPr>
            <p:cNvSpPr/>
            <p:nvPr/>
          </p:nvSpPr>
          <p:spPr>
            <a:xfrm>
              <a:off x="5583275" y="3511925"/>
              <a:ext cx="1060350" cy="1271750"/>
            </a:xfrm>
            <a:custGeom>
              <a:avLst/>
              <a:gdLst/>
              <a:ahLst/>
              <a:cxnLst/>
              <a:rect l="l" t="t" r="r" b="b"/>
              <a:pathLst>
                <a:path w="42414" h="50870" extrusionOk="0">
                  <a:moveTo>
                    <a:pt x="15598" y="0"/>
                  </a:moveTo>
                  <a:cubicBezTo>
                    <a:pt x="13531" y="0"/>
                    <a:pt x="11504" y="845"/>
                    <a:pt x="10001" y="1691"/>
                  </a:cubicBezTo>
                  <a:cubicBezTo>
                    <a:pt x="10001" y="1691"/>
                    <a:pt x="8749" y="674"/>
                    <a:pt x="6906" y="674"/>
                  </a:cubicBezTo>
                  <a:cubicBezTo>
                    <a:pt x="5914" y="674"/>
                    <a:pt x="4750" y="969"/>
                    <a:pt x="3518" y="1877"/>
                  </a:cubicBezTo>
                  <a:cubicBezTo>
                    <a:pt x="0" y="4469"/>
                    <a:pt x="2222" y="8358"/>
                    <a:pt x="3147" y="9471"/>
                  </a:cubicBezTo>
                  <a:lnTo>
                    <a:pt x="4073" y="10581"/>
                  </a:lnTo>
                  <a:cubicBezTo>
                    <a:pt x="4073" y="10581"/>
                    <a:pt x="6852" y="15583"/>
                    <a:pt x="9630" y="17620"/>
                  </a:cubicBezTo>
                  <a:cubicBezTo>
                    <a:pt x="12408" y="19657"/>
                    <a:pt x="18706" y="20211"/>
                    <a:pt x="18706" y="20211"/>
                  </a:cubicBezTo>
                  <a:cubicBezTo>
                    <a:pt x="18706" y="20211"/>
                    <a:pt x="21115" y="22618"/>
                    <a:pt x="20743" y="29471"/>
                  </a:cubicBezTo>
                  <a:cubicBezTo>
                    <a:pt x="20374" y="36324"/>
                    <a:pt x="17965" y="40028"/>
                    <a:pt x="22225" y="45585"/>
                  </a:cubicBezTo>
                  <a:cubicBezTo>
                    <a:pt x="24710" y="48826"/>
                    <a:pt x="28330" y="50869"/>
                    <a:pt x="31651" y="50869"/>
                  </a:cubicBezTo>
                  <a:cubicBezTo>
                    <a:pt x="34022" y="50869"/>
                    <a:pt x="36240" y="49828"/>
                    <a:pt x="37783" y="47436"/>
                  </a:cubicBezTo>
                  <a:cubicBezTo>
                    <a:pt x="41487" y="41696"/>
                    <a:pt x="42413" y="35768"/>
                    <a:pt x="37969" y="29841"/>
                  </a:cubicBezTo>
                  <a:cubicBezTo>
                    <a:pt x="33524" y="23915"/>
                    <a:pt x="26115" y="21322"/>
                    <a:pt x="24077" y="20397"/>
                  </a:cubicBezTo>
                  <a:cubicBezTo>
                    <a:pt x="22040" y="19470"/>
                    <a:pt x="21299" y="17988"/>
                    <a:pt x="21299" y="17247"/>
                  </a:cubicBezTo>
                  <a:cubicBezTo>
                    <a:pt x="21299" y="16506"/>
                    <a:pt x="24633" y="7987"/>
                    <a:pt x="21299" y="3172"/>
                  </a:cubicBezTo>
                  <a:cubicBezTo>
                    <a:pt x="19656" y="799"/>
                    <a:pt x="17608" y="0"/>
                    <a:pt x="15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1400;p41">
              <a:extLst>
                <a:ext uri="{FF2B5EF4-FFF2-40B4-BE49-F238E27FC236}">
                  <a16:creationId xmlns:a16="http://schemas.microsoft.com/office/drawing/2014/main" id="{60420218-2189-7B40-6EDB-E85741CFEE54}"/>
                </a:ext>
              </a:extLst>
            </p:cNvPr>
            <p:cNvSpPr/>
            <p:nvPr/>
          </p:nvSpPr>
          <p:spPr>
            <a:xfrm>
              <a:off x="5714400" y="3569250"/>
              <a:ext cx="205975" cy="396225"/>
            </a:xfrm>
            <a:custGeom>
              <a:avLst/>
              <a:gdLst/>
              <a:ahLst/>
              <a:cxnLst/>
              <a:rect l="l" t="t" r="r" b="b"/>
              <a:pathLst>
                <a:path w="8239" h="15849" extrusionOk="0">
                  <a:moveTo>
                    <a:pt x="3226" y="1"/>
                  </a:moveTo>
                  <a:cubicBezTo>
                    <a:pt x="2865" y="1"/>
                    <a:pt x="2421" y="73"/>
                    <a:pt x="1991" y="335"/>
                  </a:cubicBezTo>
                  <a:cubicBezTo>
                    <a:pt x="1219" y="804"/>
                    <a:pt x="729" y="1731"/>
                    <a:pt x="536" y="3090"/>
                  </a:cubicBezTo>
                  <a:cubicBezTo>
                    <a:pt x="0" y="6838"/>
                    <a:pt x="2326" y="13533"/>
                    <a:pt x="7934" y="15835"/>
                  </a:cubicBezTo>
                  <a:cubicBezTo>
                    <a:pt x="7955" y="15844"/>
                    <a:pt x="7977" y="15848"/>
                    <a:pt x="8000" y="15848"/>
                  </a:cubicBezTo>
                  <a:cubicBezTo>
                    <a:pt x="8187" y="15848"/>
                    <a:pt x="8239" y="15590"/>
                    <a:pt x="8065" y="15519"/>
                  </a:cubicBezTo>
                  <a:cubicBezTo>
                    <a:pt x="2615" y="13282"/>
                    <a:pt x="355" y="6778"/>
                    <a:pt x="875" y="3139"/>
                  </a:cubicBezTo>
                  <a:cubicBezTo>
                    <a:pt x="1053" y="1888"/>
                    <a:pt x="1488" y="1043"/>
                    <a:pt x="2167" y="631"/>
                  </a:cubicBezTo>
                  <a:cubicBezTo>
                    <a:pt x="2532" y="407"/>
                    <a:pt x="2916" y="346"/>
                    <a:pt x="3229" y="346"/>
                  </a:cubicBezTo>
                  <a:cubicBezTo>
                    <a:pt x="3610" y="346"/>
                    <a:pt x="3886" y="437"/>
                    <a:pt x="3891" y="439"/>
                  </a:cubicBezTo>
                  <a:cubicBezTo>
                    <a:pt x="3910" y="446"/>
                    <a:pt x="3929" y="449"/>
                    <a:pt x="3948" y="449"/>
                  </a:cubicBezTo>
                  <a:cubicBezTo>
                    <a:pt x="4018" y="449"/>
                    <a:pt x="4084" y="405"/>
                    <a:pt x="4109" y="334"/>
                  </a:cubicBezTo>
                  <a:cubicBezTo>
                    <a:pt x="4140" y="244"/>
                    <a:pt x="4094" y="146"/>
                    <a:pt x="4004" y="115"/>
                  </a:cubicBezTo>
                  <a:cubicBezTo>
                    <a:pt x="3981" y="108"/>
                    <a:pt x="3664" y="1"/>
                    <a:pt x="3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1401;p41">
              <a:extLst>
                <a:ext uri="{FF2B5EF4-FFF2-40B4-BE49-F238E27FC236}">
                  <a16:creationId xmlns:a16="http://schemas.microsoft.com/office/drawing/2014/main" id="{AB6FA3E8-0FD5-3273-F5F7-2678FF551869}"/>
                </a:ext>
              </a:extLst>
            </p:cNvPr>
            <p:cNvSpPr/>
            <p:nvPr/>
          </p:nvSpPr>
          <p:spPr>
            <a:xfrm>
              <a:off x="5777825" y="3713750"/>
              <a:ext cx="323375" cy="285500"/>
            </a:xfrm>
            <a:custGeom>
              <a:avLst/>
              <a:gdLst/>
              <a:ahLst/>
              <a:cxnLst/>
              <a:rect l="l" t="t" r="r" b="b"/>
              <a:pathLst>
                <a:path w="12935" h="11420" extrusionOk="0">
                  <a:moveTo>
                    <a:pt x="195" y="0"/>
                  </a:moveTo>
                  <a:cubicBezTo>
                    <a:pt x="175" y="0"/>
                    <a:pt x="155" y="3"/>
                    <a:pt x="136" y="11"/>
                  </a:cubicBezTo>
                  <a:cubicBezTo>
                    <a:pt x="47" y="43"/>
                    <a:pt x="1" y="141"/>
                    <a:pt x="34" y="231"/>
                  </a:cubicBezTo>
                  <a:cubicBezTo>
                    <a:pt x="48" y="271"/>
                    <a:pt x="1572" y="4357"/>
                    <a:pt x="4938" y="7588"/>
                  </a:cubicBezTo>
                  <a:cubicBezTo>
                    <a:pt x="8318" y="10833"/>
                    <a:pt x="12693" y="11412"/>
                    <a:pt x="12736" y="11418"/>
                  </a:cubicBezTo>
                  <a:cubicBezTo>
                    <a:pt x="12743" y="11420"/>
                    <a:pt x="12751" y="11420"/>
                    <a:pt x="12757" y="11420"/>
                  </a:cubicBezTo>
                  <a:cubicBezTo>
                    <a:pt x="12847" y="11420"/>
                    <a:pt x="12923" y="11348"/>
                    <a:pt x="12929" y="11258"/>
                  </a:cubicBezTo>
                  <a:cubicBezTo>
                    <a:pt x="12935" y="11167"/>
                    <a:pt x="12868" y="11088"/>
                    <a:pt x="12779" y="11077"/>
                  </a:cubicBezTo>
                  <a:cubicBezTo>
                    <a:pt x="12736" y="11072"/>
                    <a:pt x="8474" y="10508"/>
                    <a:pt x="5176" y="7342"/>
                  </a:cubicBezTo>
                  <a:cubicBezTo>
                    <a:pt x="1869" y="4167"/>
                    <a:pt x="371" y="152"/>
                    <a:pt x="356" y="112"/>
                  </a:cubicBezTo>
                  <a:cubicBezTo>
                    <a:pt x="330" y="42"/>
                    <a:pt x="265" y="0"/>
                    <a:pt x="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1402;p41">
              <a:extLst>
                <a:ext uri="{FF2B5EF4-FFF2-40B4-BE49-F238E27FC236}">
                  <a16:creationId xmlns:a16="http://schemas.microsoft.com/office/drawing/2014/main" id="{6A0EAFD0-4422-C623-D796-DA84E0AAEA43}"/>
                </a:ext>
              </a:extLst>
            </p:cNvPr>
            <p:cNvSpPr/>
            <p:nvPr/>
          </p:nvSpPr>
          <p:spPr>
            <a:xfrm>
              <a:off x="6129100" y="4061550"/>
              <a:ext cx="424450" cy="684700"/>
            </a:xfrm>
            <a:custGeom>
              <a:avLst/>
              <a:gdLst/>
              <a:ahLst/>
              <a:cxnLst/>
              <a:rect l="l" t="t" r="r" b="b"/>
              <a:pathLst>
                <a:path w="16978" h="27388" extrusionOk="0">
                  <a:moveTo>
                    <a:pt x="192" y="0"/>
                  </a:moveTo>
                  <a:cubicBezTo>
                    <a:pt x="151" y="0"/>
                    <a:pt x="110" y="15"/>
                    <a:pt x="76" y="44"/>
                  </a:cubicBezTo>
                  <a:cubicBezTo>
                    <a:pt x="6" y="108"/>
                    <a:pt x="0" y="216"/>
                    <a:pt x="64" y="286"/>
                  </a:cubicBezTo>
                  <a:cubicBezTo>
                    <a:pt x="113" y="341"/>
                    <a:pt x="4976" y="5844"/>
                    <a:pt x="3132" y="12961"/>
                  </a:cubicBezTo>
                  <a:cubicBezTo>
                    <a:pt x="2041" y="17173"/>
                    <a:pt x="2963" y="21797"/>
                    <a:pt x="5483" y="24746"/>
                  </a:cubicBezTo>
                  <a:cubicBezTo>
                    <a:pt x="6953" y="26464"/>
                    <a:pt x="8787" y="27388"/>
                    <a:pt x="10702" y="27388"/>
                  </a:cubicBezTo>
                  <a:cubicBezTo>
                    <a:pt x="10895" y="27388"/>
                    <a:pt x="11091" y="27377"/>
                    <a:pt x="11285" y="27360"/>
                  </a:cubicBezTo>
                  <a:cubicBezTo>
                    <a:pt x="16912" y="26810"/>
                    <a:pt x="16978" y="19027"/>
                    <a:pt x="16978" y="18949"/>
                  </a:cubicBezTo>
                  <a:cubicBezTo>
                    <a:pt x="16978" y="18854"/>
                    <a:pt x="16901" y="18777"/>
                    <a:pt x="16806" y="18777"/>
                  </a:cubicBezTo>
                  <a:cubicBezTo>
                    <a:pt x="16710" y="18777"/>
                    <a:pt x="16635" y="18854"/>
                    <a:pt x="16635" y="18949"/>
                  </a:cubicBezTo>
                  <a:cubicBezTo>
                    <a:pt x="16635" y="19025"/>
                    <a:pt x="16572" y="26498"/>
                    <a:pt x="11252" y="27018"/>
                  </a:cubicBezTo>
                  <a:cubicBezTo>
                    <a:pt x="11069" y="27036"/>
                    <a:pt x="10886" y="27045"/>
                    <a:pt x="10705" y="27045"/>
                  </a:cubicBezTo>
                  <a:cubicBezTo>
                    <a:pt x="8892" y="27045"/>
                    <a:pt x="7146" y="26163"/>
                    <a:pt x="5744" y="24523"/>
                  </a:cubicBezTo>
                  <a:cubicBezTo>
                    <a:pt x="3294" y="21657"/>
                    <a:pt x="2400" y="17153"/>
                    <a:pt x="3465" y="13048"/>
                  </a:cubicBezTo>
                  <a:cubicBezTo>
                    <a:pt x="5357" y="5749"/>
                    <a:pt x="370" y="112"/>
                    <a:pt x="318" y="56"/>
                  </a:cubicBezTo>
                  <a:cubicBezTo>
                    <a:pt x="284" y="19"/>
                    <a:pt x="238" y="0"/>
                    <a:pt x="1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1403;p41">
              <a:extLst>
                <a:ext uri="{FF2B5EF4-FFF2-40B4-BE49-F238E27FC236}">
                  <a16:creationId xmlns:a16="http://schemas.microsoft.com/office/drawing/2014/main" id="{69AE248A-8A69-9A98-8E27-A5EC399D9A0F}"/>
                </a:ext>
              </a:extLst>
            </p:cNvPr>
            <p:cNvSpPr/>
            <p:nvPr/>
          </p:nvSpPr>
          <p:spPr>
            <a:xfrm>
              <a:off x="6105925" y="4034525"/>
              <a:ext cx="387425" cy="650650"/>
            </a:xfrm>
            <a:custGeom>
              <a:avLst/>
              <a:gdLst/>
              <a:ahLst/>
              <a:cxnLst/>
              <a:rect l="l" t="t" r="r" b="b"/>
              <a:pathLst>
                <a:path w="15497" h="26026" extrusionOk="0">
                  <a:moveTo>
                    <a:pt x="175" y="1"/>
                  </a:moveTo>
                  <a:cubicBezTo>
                    <a:pt x="84" y="1"/>
                    <a:pt x="10" y="72"/>
                    <a:pt x="5" y="164"/>
                  </a:cubicBezTo>
                  <a:cubicBezTo>
                    <a:pt x="1" y="256"/>
                    <a:pt x="71" y="336"/>
                    <a:pt x="164" y="344"/>
                  </a:cubicBezTo>
                  <a:cubicBezTo>
                    <a:pt x="194" y="345"/>
                    <a:pt x="3125" y="572"/>
                    <a:pt x="7464" y="6487"/>
                  </a:cubicBezTo>
                  <a:cubicBezTo>
                    <a:pt x="10525" y="10661"/>
                    <a:pt x="10162" y="14571"/>
                    <a:pt x="9843" y="18022"/>
                  </a:cubicBezTo>
                  <a:cubicBezTo>
                    <a:pt x="9697" y="19586"/>
                    <a:pt x="9561" y="21063"/>
                    <a:pt x="9729" y="22481"/>
                  </a:cubicBezTo>
                  <a:cubicBezTo>
                    <a:pt x="10048" y="25199"/>
                    <a:pt x="11462" y="25843"/>
                    <a:pt x="12274" y="25986"/>
                  </a:cubicBezTo>
                  <a:cubicBezTo>
                    <a:pt x="12428" y="26013"/>
                    <a:pt x="12586" y="26026"/>
                    <a:pt x="12743" y="26026"/>
                  </a:cubicBezTo>
                  <a:cubicBezTo>
                    <a:pt x="13848" y="26026"/>
                    <a:pt x="14979" y="25383"/>
                    <a:pt x="15455" y="24427"/>
                  </a:cubicBezTo>
                  <a:cubicBezTo>
                    <a:pt x="15496" y="24342"/>
                    <a:pt x="15462" y="24240"/>
                    <a:pt x="15377" y="24197"/>
                  </a:cubicBezTo>
                  <a:cubicBezTo>
                    <a:pt x="15353" y="24185"/>
                    <a:pt x="15327" y="24179"/>
                    <a:pt x="15302" y="24179"/>
                  </a:cubicBezTo>
                  <a:cubicBezTo>
                    <a:pt x="15239" y="24179"/>
                    <a:pt x="15178" y="24214"/>
                    <a:pt x="15147" y="24274"/>
                  </a:cubicBezTo>
                  <a:cubicBezTo>
                    <a:pt x="14727" y="25116"/>
                    <a:pt x="13731" y="25683"/>
                    <a:pt x="12750" y="25683"/>
                  </a:cubicBezTo>
                  <a:cubicBezTo>
                    <a:pt x="12610" y="25683"/>
                    <a:pt x="12471" y="25671"/>
                    <a:pt x="12333" y="25647"/>
                  </a:cubicBezTo>
                  <a:cubicBezTo>
                    <a:pt x="11613" y="25521"/>
                    <a:pt x="10363" y="24936"/>
                    <a:pt x="10069" y="22440"/>
                  </a:cubicBezTo>
                  <a:cubicBezTo>
                    <a:pt x="9905" y="21057"/>
                    <a:pt x="10041" y="19598"/>
                    <a:pt x="10185" y="18052"/>
                  </a:cubicBezTo>
                  <a:cubicBezTo>
                    <a:pt x="10510" y="14541"/>
                    <a:pt x="10878" y="10562"/>
                    <a:pt x="7740" y="6284"/>
                  </a:cubicBezTo>
                  <a:cubicBezTo>
                    <a:pt x="3286" y="209"/>
                    <a:pt x="305" y="7"/>
                    <a:pt x="180" y="1"/>
                  </a:cubicBezTo>
                  <a:cubicBezTo>
                    <a:pt x="179" y="1"/>
                    <a:pt x="177" y="1"/>
                    <a:pt x="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1404;p41">
              <a:extLst>
                <a:ext uri="{FF2B5EF4-FFF2-40B4-BE49-F238E27FC236}">
                  <a16:creationId xmlns:a16="http://schemas.microsoft.com/office/drawing/2014/main" id="{D2C43E2D-FF74-3885-A128-0E28010DEBD5}"/>
                </a:ext>
              </a:extLst>
            </p:cNvPr>
            <p:cNvSpPr/>
            <p:nvPr/>
          </p:nvSpPr>
          <p:spPr>
            <a:xfrm>
              <a:off x="4612200" y="693350"/>
              <a:ext cx="1274525" cy="1028100"/>
            </a:xfrm>
            <a:custGeom>
              <a:avLst/>
              <a:gdLst/>
              <a:ahLst/>
              <a:cxnLst/>
              <a:rect l="l" t="t" r="r" b="b"/>
              <a:pathLst>
                <a:path w="50981" h="41124" extrusionOk="0">
                  <a:moveTo>
                    <a:pt x="13441" y="0"/>
                  </a:moveTo>
                  <a:cubicBezTo>
                    <a:pt x="9177" y="0"/>
                    <a:pt x="5353" y="1744"/>
                    <a:pt x="5736" y="6643"/>
                  </a:cubicBezTo>
                  <a:cubicBezTo>
                    <a:pt x="5462" y="6821"/>
                    <a:pt x="5189" y="7010"/>
                    <a:pt x="4920" y="7219"/>
                  </a:cubicBezTo>
                  <a:cubicBezTo>
                    <a:pt x="4470" y="7285"/>
                    <a:pt x="4030" y="7408"/>
                    <a:pt x="3612" y="7586"/>
                  </a:cubicBezTo>
                  <a:cubicBezTo>
                    <a:pt x="261" y="8997"/>
                    <a:pt x="0" y="15951"/>
                    <a:pt x="2501" y="19133"/>
                  </a:cubicBezTo>
                  <a:cubicBezTo>
                    <a:pt x="3830" y="20823"/>
                    <a:pt x="6439" y="22247"/>
                    <a:pt x="8836" y="23043"/>
                  </a:cubicBezTo>
                  <a:lnTo>
                    <a:pt x="8849" y="23116"/>
                  </a:lnTo>
                  <a:cubicBezTo>
                    <a:pt x="8849" y="23116"/>
                    <a:pt x="9052" y="23811"/>
                    <a:pt x="16015" y="24471"/>
                  </a:cubicBezTo>
                  <a:cubicBezTo>
                    <a:pt x="22978" y="25131"/>
                    <a:pt x="25013" y="27891"/>
                    <a:pt x="24695" y="31238"/>
                  </a:cubicBezTo>
                  <a:cubicBezTo>
                    <a:pt x="24462" y="33749"/>
                    <a:pt x="25321" y="36240"/>
                    <a:pt x="27054" y="38071"/>
                  </a:cubicBezTo>
                  <a:cubicBezTo>
                    <a:pt x="27902" y="39259"/>
                    <a:pt x="29268" y="40191"/>
                    <a:pt x="31472" y="40730"/>
                  </a:cubicBezTo>
                  <a:cubicBezTo>
                    <a:pt x="32565" y="40998"/>
                    <a:pt x="33618" y="41124"/>
                    <a:pt x="34627" y="41124"/>
                  </a:cubicBezTo>
                  <a:cubicBezTo>
                    <a:pt x="45362" y="41124"/>
                    <a:pt x="50981" y="26888"/>
                    <a:pt x="44008" y="18331"/>
                  </a:cubicBezTo>
                  <a:cubicBezTo>
                    <a:pt x="40383" y="13881"/>
                    <a:pt x="34111" y="13009"/>
                    <a:pt x="29460" y="9839"/>
                  </a:cubicBezTo>
                  <a:cubicBezTo>
                    <a:pt x="26356" y="7723"/>
                    <a:pt x="23369" y="5378"/>
                    <a:pt x="20561" y="2880"/>
                  </a:cubicBezTo>
                  <a:cubicBezTo>
                    <a:pt x="20489" y="2880"/>
                    <a:pt x="20418" y="2885"/>
                    <a:pt x="20348" y="2897"/>
                  </a:cubicBezTo>
                  <a:cubicBezTo>
                    <a:pt x="18716" y="1311"/>
                    <a:pt x="16860" y="231"/>
                    <a:pt x="14844" y="60"/>
                  </a:cubicBezTo>
                  <a:cubicBezTo>
                    <a:pt x="14374" y="21"/>
                    <a:pt x="13905" y="0"/>
                    <a:pt x="13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1405;p41">
              <a:extLst>
                <a:ext uri="{FF2B5EF4-FFF2-40B4-BE49-F238E27FC236}">
                  <a16:creationId xmlns:a16="http://schemas.microsoft.com/office/drawing/2014/main" id="{068BDC2F-712D-CED4-AEC5-FD6522B380F1}"/>
                </a:ext>
              </a:extLst>
            </p:cNvPr>
            <p:cNvSpPr/>
            <p:nvPr/>
          </p:nvSpPr>
          <p:spPr>
            <a:xfrm>
              <a:off x="4825175" y="909275"/>
              <a:ext cx="942150" cy="497100"/>
            </a:xfrm>
            <a:custGeom>
              <a:avLst/>
              <a:gdLst/>
              <a:ahLst/>
              <a:cxnLst/>
              <a:rect l="l" t="t" r="r" b="b"/>
              <a:pathLst>
                <a:path w="37686" h="19884" extrusionOk="0">
                  <a:moveTo>
                    <a:pt x="192" y="1"/>
                  </a:moveTo>
                  <a:cubicBezTo>
                    <a:pt x="153" y="1"/>
                    <a:pt x="113" y="14"/>
                    <a:pt x="80" y="42"/>
                  </a:cubicBezTo>
                  <a:cubicBezTo>
                    <a:pt x="9" y="101"/>
                    <a:pt x="0" y="207"/>
                    <a:pt x="58" y="280"/>
                  </a:cubicBezTo>
                  <a:cubicBezTo>
                    <a:pt x="106" y="336"/>
                    <a:pt x="4932" y="5906"/>
                    <a:pt x="12267" y="7946"/>
                  </a:cubicBezTo>
                  <a:cubicBezTo>
                    <a:pt x="15479" y="8839"/>
                    <a:pt x="18770" y="8879"/>
                    <a:pt x="21954" y="8916"/>
                  </a:cubicBezTo>
                  <a:cubicBezTo>
                    <a:pt x="25978" y="8964"/>
                    <a:pt x="29781" y="9008"/>
                    <a:pt x="32463" y="10921"/>
                  </a:cubicBezTo>
                  <a:cubicBezTo>
                    <a:pt x="36989" y="14147"/>
                    <a:pt x="37329" y="17462"/>
                    <a:pt x="36818" y="19673"/>
                  </a:cubicBezTo>
                  <a:cubicBezTo>
                    <a:pt x="36797" y="19765"/>
                    <a:pt x="36854" y="19857"/>
                    <a:pt x="36946" y="19879"/>
                  </a:cubicBezTo>
                  <a:cubicBezTo>
                    <a:pt x="36959" y="19882"/>
                    <a:pt x="36972" y="19884"/>
                    <a:pt x="36986" y="19884"/>
                  </a:cubicBezTo>
                  <a:cubicBezTo>
                    <a:pt x="37064" y="19884"/>
                    <a:pt x="37133" y="19829"/>
                    <a:pt x="37151" y="19752"/>
                  </a:cubicBezTo>
                  <a:cubicBezTo>
                    <a:pt x="37685" y="17437"/>
                    <a:pt x="37341" y="13978"/>
                    <a:pt x="32662" y="10643"/>
                  </a:cubicBezTo>
                  <a:cubicBezTo>
                    <a:pt x="29891" y="8667"/>
                    <a:pt x="26037" y="8622"/>
                    <a:pt x="21957" y="8573"/>
                  </a:cubicBezTo>
                  <a:cubicBezTo>
                    <a:pt x="18797" y="8536"/>
                    <a:pt x="15528" y="8497"/>
                    <a:pt x="12359" y="7617"/>
                  </a:cubicBezTo>
                  <a:cubicBezTo>
                    <a:pt x="5126" y="5605"/>
                    <a:pt x="366" y="113"/>
                    <a:pt x="320" y="57"/>
                  </a:cubicBezTo>
                  <a:cubicBezTo>
                    <a:pt x="286" y="20"/>
                    <a:pt x="239" y="1"/>
                    <a:pt x="1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1406;p41">
              <a:extLst>
                <a:ext uri="{FF2B5EF4-FFF2-40B4-BE49-F238E27FC236}">
                  <a16:creationId xmlns:a16="http://schemas.microsoft.com/office/drawing/2014/main" id="{F1C54AEC-3B6A-1426-3F19-E4BD62A5321C}"/>
                </a:ext>
              </a:extLst>
            </p:cNvPr>
            <p:cNvSpPr/>
            <p:nvPr/>
          </p:nvSpPr>
          <p:spPr>
            <a:xfrm>
              <a:off x="4793625" y="826875"/>
              <a:ext cx="828125" cy="283075"/>
            </a:xfrm>
            <a:custGeom>
              <a:avLst/>
              <a:gdLst/>
              <a:ahLst/>
              <a:cxnLst/>
              <a:rect l="l" t="t" r="r" b="b"/>
              <a:pathLst>
                <a:path w="33125" h="11323" extrusionOk="0">
                  <a:moveTo>
                    <a:pt x="4582" y="1"/>
                  </a:moveTo>
                  <a:cubicBezTo>
                    <a:pt x="2029" y="1"/>
                    <a:pt x="211" y="959"/>
                    <a:pt x="114" y="1011"/>
                  </a:cubicBezTo>
                  <a:cubicBezTo>
                    <a:pt x="31" y="1056"/>
                    <a:pt x="0" y="1160"/>
                    <a:pt x="45" y="1243"/>
                  </a:cubicBezTo>
                  <a:cubicBezTo>
                    <a:pt x="75" y="1300"/>
                    <a:pt x="135" y="1333"/>
                    <a:pt x="196" y="1333"/>
                  </a:cubicBezTo>
                  <a:cubicBezTo>
                    <a:pt x="224" y="1333"/>
                    <a:pt x="252" y="1326"/>
                    <a:pt x="278" y="1312"/>
                  </a:cubicBezTo>
                  <a:cubicBezTo>
                    <a:pt x="300" y="1300"/>
                    <a:pt x="2105" y="349"/>
                    <a:pt x="4609" y="349"/>
                  </a:cubicBezTo>
                  <a:cubicBezTo>
                    <a:pt x="5307" y="349"/>
                    <a:pt x="6060" y="423"/>
                    <a:pt x="6843" y="612"/>
                  </a:cubicBezTo>
                  <a:cubicBezTo>
                    <a:pt x="8537" y="1020"/>
                    <a:pt x="10019" y="2279"/>
                    <a:pt x="11734" y="3737"/>
                  </a:cubicBezTo>
                  <a:cubicBezTo>
                    <a:pt x="13765" y="5464"/>
                    <a:pt x="16069" y="7422"/>
                    <a:pt x="19548" y="8835"/>
                  </a:cubicBezTo>
                  <a:cubicBezTo>
                    <a:pt x="23130" y="10292"/>
                    <a:pt x="25860" y="10363"/>
                    <a:pt x="28055" y="10421"/>
                  </a:cubicBezTo>
                  <a:cubicBezTo>
                    <a:pt x="29916" y="10470"/>
                    <a:pt x="31384" y="10510"/>
                    <a:pt x="32802" y="11302"/>
                  </a:cubicBezTo>
                  <a:cubicBezTo>
                    <a:pt x="32829" y="11315"/>
                    <a:pt x="32857" y="11323"/>
                    <a:pt x="32887" y="11323"/>
                  </a:cubicBezTo>
                  <a:cubicBezTo>
                    <a:pt x="32888" y="11323"/>
                    <a:pt x="32888" y="11323"/>
                    <a:pt x="32889" y="11323"/>
                  </a:cubicBezTo>
                  <a:cubicBezTo>
                    <a:pt x="33064" y="11323"/>
                    <a:pt x="33124" y="11088"/>
                    <a:pt x="32970" y="11002"/>
                  </a:cubicBezTo>
                  <a:cubicBezTo>
                    <a:pt x="31478" y="10169"/>
                    <a:pt x="29896" y="10127"/>
                    <a:pt x="28064" y="10078"/>
                  </a:cubicBezTo>
                  <a:cubicBezTo>
                    <a:pt x="25897" y="10022"/>
                    <a:pt x="23201" y="9950"/>
                    <a:pt x="19677" y="8519"/>
                  </a:cubicBezTo>
                  <a:cubicBezTo>
                    <a:pt x="16248" y="7125"/>
                    <a:pt x="13969" y="5187"/>
                    <a:pt x="11957" y="3476"/>
                  </a:cubicBezTo>
                  <a:cubicBezTo>
                    <a:pt x="10209" y="1990"/>
                    <a:pt x="8697" y="705"/>
                    <a:pt x="6923" y="277"/>
                  </a:cubicBezTo>
                  <a:cubicBezTo>
                    <a:pt x="6098" y="79"/>
                    <a:pt x="5310" y="1"/>
                    <a:pt x="45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1407;p41">
              <a:extLst>
                <a:ext uri="{FF2B5EF4-FFF2-40B4-BE49-F238E27FC236}">
                  <a16:creationId xmlns:a16="http://schemas.microsoft.com/office/drawing/2014/main" id="{19472C15-C291-9AFC-F5E7-7FF3E16A98F1}"/>
                </a:ext>
              </a:extLst>
            </p:cNvPr>
            <p:cNvSpPr/>
            <p:nvPr/>
          </p:nvSpPr>
          <p:spPr>
            <a:xfrm>
              <a:off x="4714250" y="932600"/>
              <a:ext cx="88225" cy="275250"/>
            </a:xfrm>
            <a:custGeom>
              <a:avLst/>
              <a:gdLst/>
              <a:ahLst/>
              <a:cxnLst/>
              <a:rect l="l" t="t" r="r" b="b"/>
              <a:pathLst>
                <a:path w="3529" h="11010" extrusionOk="0">
                  <a:moveTo>
                    <a:pt x="3333" y="0"/>
                  </a:moveTo>
                  <a:cubicBezTo>
                    <a:pt x="3302" y="0"/>
                    <a:pt x="3270" y="9"/>
                    <a:pt x="3242" y="27"/>
                  </a:cubicBezTo>
                  <a:cubicBezTo>
                    <a:pt x="3209" y="47"/>
                    <a:pt x="0" y="2122"/>
                    <a:pt x="21" y="6225"/>
                  </a:cubicBezTo>
                  <a:cubicBezTo>
                    <a:pt x="43" y="10374"/>
                    <a:pt x="3205" y="11000"/>
                    <a:pt x="3237" y="11006"/>
                  </a:cubicBezTo>
                  <a:cubicBezTo>
                    <a:pt x="3248" y="11008"/>
                    <a:pt x="3258" y="11009"/>
                    <a:pt x="3269" y="11009"/>
                  </a:cubicBezTo>
                  <a:cubicBezTo>
                    <a:pt x="3356" y="11009"/>
                    <a:pt x="3430" y="10941"/>
                    <a:pt x="3439" y="10853"/>
                  </a:cubicBezTo>
                  <a:cubicBezTo>
                    <a:pt x="3447" y="10764"/>
                    <a:pt x="3386" y="10684"/>
                    <a:pt x="3298" y="10669"/>
                  </a:cubicBezTo>
                  <a:cubicBezTo>
                    <a:pt x="3270" y="10663"/>
                    <a:pt x="385" y="10090"/>
                    <a:pt x="364" y="6222"/>
                  </a:cubicBezTo>
                  <a:cubicBezTo>
                    <a:pt x="343" y="2315"/>
                    <a:pt x="3395" y="336"/>
                    <a:pt x="3425" y="316"/>
                  </a:cubicBezTo>
                  <a:cubicBezTo>
                    <a:pt x="3505" y="266"/>
                    <a:pt x="3528" y="160"/>
                    <a:pt x="3478" y="80"/>
                  </a:cubicBezTo>
                  <a:cubicBezTo>
                    <a:pt x="3445" y="28"/>
                    <a:pt x="3390" y="0"/>
                    <a:pt x="33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1408;p41">
              <a:extLst>
                <a:ext uri="{FF2B5EF4-FFF2-40B4-BE49-F238E27FC236}">
                  <a16:creationId xmlns:a16="http://schemas.microsoft.com/office/drawing/2014/main" id="{0828ACFB-4BA7-E1D7-71C4-C88BFA01A436}"/>
                </a:ext>
              </a:extLst>
            </p:cNvPr>
            <p:cNvSpPr/>
            <p:nvPr/>
          </p:nvSpPr>
          <p:spPr>
            <a:xfrm>
              <a:off x="4639150" y="916625"/>
              <a:ext cx="137825" cy="260825"/>
            </a:xfrm>
            <a:custGeom>
              <a:avLst/>
              <a:gdLst/>
              <a:ahLst/>
              <a:cxnLst/>
              <a:rect l="l" t="t" r="r" b="b"/>
              <a:pathLst>
                <a:path w="5513" h="10433" extrusionOk="0">
                  <a:moveTo>
                    <a:pt x="5316" y="1"/>
                  </a:moveTo>
                  <a:cubicBezTo>
                    <a:pt x="5288" y="1"/>
                    <a:pt x="5259" y="8"/>
                    <a:pt x="5233" y="23"/>
                  </a:cubicBezTo>
                  <a:cubicBezTo>
                    <a:pt x="5019" y="143"/>
                    <a:pt x="0" y="3007"/>
                    <a:pt x="386" y="6227"/>
                  </a:cubicBezTo>
                  <a:cubicBezTo>
                    <a:pt x="772" y="9437"/>
                    <a:pt x="3331" y="10411"/>
                    <a:pt x="3356" y="10422"/>
                  </a:cubicBezTo>
                  <a:cubicBezTo>
                    <a:pt x="3375" y="10428"/>
                    <a:pt x="3395" y="10432"/>
                    <a:pt x="3416" y="10432"/>
                  </a:cubicBezTo>
                  <a:lnTo>
                    <a:pt x="3416" y="10431"/>
                  </a:lnTo>
                  <a:cubicBezTo>
                    <a:pt x="3606" y="10431"/>
                    <a:pt x="3653" y="10165"/>
                    <a:pt x="3474" y="10098"/>
                  </a:cubicBezTo>
                  <a:cubicBezTo>
                    <a:pt x="3450" y="10091"/>
                    <a:pt x="1087" y="9189"/>
                    <a:pt x="726" y="6185"/>
                  </a:cubicBezTo>
                  <a:cubicBezTo>
                    <a:pt x="368" y="3193"/>
                    <a:pt x="5350" y="351"/>
                    <a:pt x="5401" y="323"/>
                  </a:cubicBezTo>
                  <a:cubicBezTo>
                    <a:pt x="5484" y="275"/>
                    <a:pt x="5512" y="171"/>
                    <a:pt x="5466" y="88"/>
                  </a:cubicBezTo>
                  <a:cubicBezTo>
                    <a:pt x="5435" y="32"/>
                    <a:pt x="5376" y="1"/>
                    <a:pt x="5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1409;p41">
              <a:extLst>
                <a:ext uri="{FF2B5EF4-FFF2-40B4-BE49-F238E27FC236}">
                  <a16:creationId xmlns:a16="http://schemas.microsoft.com/office/drawing/2014/main" id="{83F3E52E-D65F-2A5D-7A50-393B8DFA7A13}"/>
                </a:ext>
              </a:extLst>
            </p:cNvPr>
            <p:cNvSpPr/>
            <p:nvPr/>
          </p:nvSpPr>
          <p:spPr>
            <a:xfrm>
              <a:off x="4688850" y="1495400"/>
              <a:ext cx="762925" cy="871700"/>
            </a:xfrm>
            <a:custGeom>
              <a:avLst/>
              <a:gdLst/>
              <a:ahLst/>
              <a:cxnLst/>
              <a:rect l="l" t="t" r="r" b="b"/>
              <a:pathLst>
                <a:path w="30517" h="34868" extrusionOk="0">
                  <a:moveTo>
                    <a:pt x="16009" y="0"/>
                  </a:moveTo>
                  <a:cubicBezTo>
                    <a:pt x="12651" y="0"/>
                    <a:pt x="8440" y="948"/>
                    <a:pt x="7410" y="2543"/>
                  </a:cubicBezTo>
                  <a:cubicBezTo>
                    <a:pt x="7410" y="2543"/>
                    <a:pt x="3091" y="6335"/>
                    <a:pt x="2023" y="10962"/>
                  </a:cubicBezTo>
                  <a:cubicBezTo>
                    <a:pt x="955" y="15587"/>
                    <a:pt x="1" y="32462"/>
                    <a:pt x="1578" y="34002"/>
                  </a:cubicBezTo>
                  <a:cubicBezTo>
                    <a:pt x="2206" y="34615"/>
                    <a:pt x="2883" y="34868"/>
                    <a:pt x="3543" y="34868"/>
                  </a:cubicBezTo>
                  <a:cubicBezTo>
                    <a:pt x="4542" y="34868"/>
                    <a:pt x="5500" y="34290"/>
                    <a:pt x="6185" y="33512"/>
                  </a:cubicBezTo>
                  <a:cubicBezTo>
                    <a:pt x="7323" y="32220"/>
                    <a:pt x="13003" y="14168"/>
                    <a:pt x="13003" y="14168"/>
                  </a:cubicBezTo>
                  <a:lnTo>
                    <a:pt x="14629" y="14585"/>
                  </a:lnTo>
                  <a:cubicBezTo>
                    <a:pt x="14629" y="14585"/>
                    <a:pt x="21128" y="29191"/>
                    <a:pt x="21834" y="30866"/>
                  </a:cubicBezTo>
                  <a:cubicBezTo>
                    <a:pt x="22393" y="32193"/>
                    <a:pt x="24177" y="34175"/>
                    <a:pt x="26219" y="34175"/>
                  </a:cubicBezTo>
                  <a:cubicBezTo>
                    <a:pt x="26752" y="34175"/>
                    <a:pt x="27302" y="34040"/>
                    <a:pt x="27852" y="33724"/>
                  </a:cubicBezTo>
                  <a:cubicBezTo>
                    <a:pt x="30516" y="32195"/>
                    <a:pt x="28510" y="20687"/>
                    <a:pt x="27181" y="16431"/>
                  </a:cubicBezTo>
                  <a:cubicBezTo>
                    <a:pt x="25853" y="12176"/>
                    <a:pt x="22206" y="1590"/>
                    <a:pt x="19357" y="469"/>
                  </a:cubicBezTo>
                  <a:cubicBezTo>
                    <a:pt x="18545" y="150"/>
                    <a:pt x="17345" y="0"/>
                    <a:pt x="16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1410;p41">
              <a:extLst>
                <a:ext uri="{FF2B5EF4-FFF2-40B4-BE49-F238E27FC236}">
                  <a16:creationId xmlns:a16="http://schemas.microsoft.com/office/drawing/2014/main" id="{639452F8-519B-6EF1-2560-EA02150C8F8B}"/>
                </a:ext>
              </a:extLst>
            </p:cNvPr>
            <p:cNvSpPr/>
            <p:nvPr/>
          </p:nvSpPr>
          <p:spPr>
            <a:xfrm>
              <a:off x="4858250" y="1527775"/>
              <a:ext cx="333825" cy="184425"/>
            </a:xfrm>
            <a:custGeom>
              <a:avLst/>
              <a:gdLst/>
              <a:ahLst/>
              <a:cxnLst/>
              <a:rect l="l" t="t" r="r" b="b"/>
              <a:pathLst>
                <a:path w="13353" h="7377" extrusionOk="0">
                  <a:moveTo>
                    <a:pt x="12567" y="1"/>
                  </a:moveTo>
                  <a:cubicBezTo>
                    <a:pt x="9957" y="1"/>
                    <a:pt x="0" y="2909"/>
                    <a:pt x="0" y="2909"/>
                  </a:cubicBezTo>
                  <a:cubicBezTo>
                    <a:pt x="0" y="2909"/>
                    <a:pt x="2965" y="7376"/>
                    <a:pt x="6815" y="7376"/>
                  </a:cubicBezTo>
                  <a:cubicBezTo>
                    <a:pt x="7141" y="7376"/>
                    <a:pt x="7475" y="7344"/>
                    <a:pt x="7813" y="7274"/>
                  </a:cubicBezTo>
                  <a:cubicBezTo>
                    <a:pt x="12135" y="6382"/>
                    <a:pt x="13353" y="1286"/>
                    <a:pt x="13185" y="197"/>
                  </a:cubicBezTo>
                  <a:cubicBezTo>
                    <a:pt x="13164" y="60"/>
                    <a:pt x="12941" y="1"/>
                    <a:pt x="1256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1411;p41">
              <a:extLst>
                <a:ext uri="{FF2B5EF4-FFF2-40B4-BE49-F238E27FC236}">
                  <a16:creationId xmlns:a16="http://schemas.microsoft.com/office/drawing/2014/main" id="{7DBEE6AB-4A31-17EC-042B-07C5344D1E87}"/>
                </a:ext>
              </a:extLst>
            </p:cNvPr>
            <p:cNvSpPr/>
            <p:nvPr/>
          </p:nvSpPr>
          <p:spPr>
            <a:xfrm>
              <a:off x="4844650" y="1519800"/>
              <a:ext cx="356525" cy="200975"/>
            </a:xfrm>
            <a:custGeom>
              <a:avLst/>
              <a:gdLst/>
              <a:ahLst/>
              <a:cxnLst/>
              <a:rect l="l" t="t" r="r" b="b"/>
              <a:pathLst>
                <a:path w="14261" h="8039" extrusionOk="0">
                  <a:moveTo>
                    <a:pt x="13111" y="650"/>
                  </a:moveTo>
                  <a:cubicBezTo>
                    <a:pt x="13232" y="650"/>
                    <a:pt x="13329" y="658"/>
                    <a:pt x="13400" y="675"/>
                  </a:cubicBezTo>
                  <a:cubicBezTo>
                    <a:pt x="13431" y="1728"/>
                    <a:pt x="12359" y="6417"/>
                    <a:pt x="8288" y="7256"/>
                  </a:cubicBezTo>
                  <a:cubicBezTo>
                    <a:pt x="7977" y="7321"/>
                    <a:pt x="7670" y="7351"/>
                    <a:pt x="7367" y="7351"/>
                  </a:cubicBezTo>
                  <a:cubicBezTo>
                    <a:pt x="4396" y="7351"/>
                    <a:pt x="1919" y="4476"/>
                    <a:pt x="1110" y="3421"/>
                  </a:cubicBezTo>
                  <a:lnTo>
                    <a:pt x="1109" y="3421"/>
                  </a:lnTo>
                  <a:cubicBezTo>
                    <a:pt x="6174" y="1957"/>
                    <a:pt x="11582" y="650"/>
                    <a:pt x="13111" y="650"/>
                  </a:cubicBezTo>
                  <a:close/>
                  <a:moveTo>
                    <a:pt x="13123" y="0"/>
                  </a:moveTo>
                  <a:cubicBezTo>
                    <a:pt x="10593" y="0"/>
                    <a:pt x="2968" y="2164"/>
                    <a:pt x="448" y="2899"/>
                  </a:cubicBezTo>
                  <a:lnTo>
                    <a:pt x="1" y="3029"/>
                  </a:lnTo>
                  <a:lnTo>
                    <a:pt x="258" y="3418"/>
                  </a:lnTo>
                  <a:cubicBezTo>
                    <a:pt x="393" y="3621"/>
                    <a:pt x="3376" y="8039"/>
                    <a:pt x="7347" y="8039"/>
                  </a:cubicBezTo>
                  <a:cubicBezTo>
                    <a:pt x="7354" y="8039"/>
                    <a:pt x="7361" y="8039"/>
                    <a:pt x="7368" y="8039"/>
                  </a:cubicBezTo>
                  <a:cubicBezTo>
                    <a:pt x="7723" y="8039"/>
                    <a:pt x="8078" y="8002"/>
                    <a:pt x="8426" y="7930"/>
                  </a:cubicBezTo>
                  <a:cubicBezTo>
                    <a:pt x="12969" y="6992"/>
                    <a:pt x="14261" y="1717"/>
                    <a:pt x="14068" y="464"/>
                  </a:cubicBezTo>
                  <a:cubicBezTo>
                    <a:pt x="14044" y="322"/>
                    <a:pt x="13959" y="197"/>
                    <a:pt x="13836" y="123"/>
                  </a:cubicBezTo>
                  <a:cubicBezTo>
                    <a:pt x="13703" y="38"/>
                    <a:pt x="13458" y="0"/>
                    <a:pt x="131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1412;p41">
              <a:extLst>
                <a:ext uri="{FF2B5EF4-FFF2-40B4-BE49-F238E27FC236}">
                  <a16:creationId xmlns:a16="http://schemas.microsoft.com/office/drawing/2014/main" id="{ED60E903-AC3B-EF4D-9F29-FCF47E5D3EB9}"/>
                </a:ext>
              </a:extLst>
            </p:cNvPr>
            <p:cNvSpPr/>
            <p:nvPr/>
          </p:nvSpPr>
          <p:spPr>
            <a:xfrm>
              <a:off x="4398550" y="1135475"/>
              <a:ext cx="1147700" cy="1132850"/>
            </a:xfrm>
            <a:custGeom>
              <a:avLst/>
              <a:gdLst/>
              <a:ahLst/>
              <a:cxnLst/>
              <a:rect l="l" t="t" r="r" b="b"/>
              <a:pathLst>
                <a:path w="45908" h="45314" extrusionOk="0">
                  <a:moveTo>
                    <a:pt x="28493" y="1"/>
                  </a:moveTo>
                  <a:cubicBezTo>
                    <a:pt x="25318" y="1"/>
                    <a:pt x="21822" y="449"/>
                    <a:pt x="21822" y="449"/>
                  </a:cubicBezTo>
                  <a:cubicBezTo>
                    <a:pt x="21822" y="449"/>
                    <a:pt x="12071" y="3744"/>
                    <a:pt x="10232" y="6259"/>
                  </a:cubicBezTo>
                  <a:cubicBezTo>
                    <a:pt x="8390" y="8775"/>
                    <a:pt x="5795" y="26573"/>
                    <a:pt x="5460" y="27294"/>
                  </a:cubicBezTo>
                  <a:cubicBezTo>
                    <a:pt x="5126" y="28014"/>
                    <a:pt x="0" y="45313"/>
                    <a:pt x="0" y="45313"/>
                  </a:cubicBezTo>
                  <a:lnTo>
                    <a:pt x="2865" y="45092"/>
                  </a:lnTo>
                  <a:cubicBezTo>
                    <a:pt x="2865" y="45092"/>
                    <a:pt x="11360" y="27941"/>
                    <a:pt x="11694" y="27221"/>
                  </a:cubicBezTo>
                  <a:cubicBezTo>
                    <a:pt x="12028" y="26499"/>
                    <a:pt x="14581" y="15622"/>
                    <a:pt x="14581" y="15622"/>
                  </a:cubicBezTo>
                  <a:cubicBezTo>
                    <a:pt x="14581" y="15622"/>
                    <a:pt x="15741" y="18788"/>
                    <a:pt x="17585" y="19171"/>
                  </a:cubicBezTo>
                  <a:cubicBezTo>
                    <a:pt x="17928" y="19242"/>
                    <a:pt x="18381" y="19273"/>
                    <a:pt x="18914" y="19273"/>
                  </a:cubicBezTo>
                  <a:cubicBezTo>
                    <a:pt x="21241" y="19273"/>
                    <a:pt x="25087" y="18678"/>
                    <a:pt x="27923" y="18238"/>
                  </a:cubicBezTo>
                  <a:cubicBezTo>
                    <a:pt x="31410" y="17699"/>
                    <a:pt x="32498" y="17530"/>
                    <a:pt x="33786" y="15770"/>
                  </a:cubicBezTo>
                  <a:cubicBezTo>
                    <a:pt x="35075" y="14009"/>
                    <a:pt x="34888" y="11362"/>
                    <a:pt x="34888" y="11362"/>
                  </a:cubicBezTo>
                  <a:lnTo>
                    <a:pt x="34888" y="11362"/>
                  </a:lnTo>
                  <a:lnTo>
                    <a:pt x="40581" y="23639"/>
                  </a:lnTo>
                  <a:lnTo>
                    <a:pt x="36729" y="43416"/>
                  </a:lnTo>
                  <a:lnTo>
                    <a:pt x="39578" y="44535"/>
                  </a:lnTo>
                  <a:cubicBezTo>
                    <a:pt x="39578" y="44535"/>
                    <a:pt x="45509" y="26667"/>
                    <a:pt x="45708" y="25074"/>
                  </a:cubicBezTo>
                  <a:cubicBezTo>
                    <a:pt x="45907" y="23482"/>
                    <a:pt x="41656" y="11874"/>
                    <a:pt x="38852" y="6731"/>
                  </a:cubicBezTo>
                  <a:cubicBezTo>
                    <a:pt x="36049" y="1591"/>
                    <a:pt x="35395" y="1692"/>
                    <a:pt x="32764" y="538"/>
                  </a:cubicBezTo>
                  <a:cubicBezTo>
                    <a:pt x="31839" y="132"/>
                    <a:pt x="30213" y="1"/>
                    <a:pt x="2849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1413;p41">
              <a:extLst>
                <a:ext uri="{FF2B5EF4-FFF2-40B4-BE49-F238E27FC236}">
                  <a16:creationId xmlns:a16="http://schemas.microsoft.com/office/drawing/2014/main" id="{BD879712-7153-8E33-C361-A2C3E1117A8C}"/>
                </a:ext>
              </a:extLst>
            </p:cNvPr>
            <p:cNvSpPr/>
            <p:nvPr/>
          </p:nvSpPr>
          <p:spPr>
            <a:xfrm>
              <a:off x="4386750" y="1126925"/>
              <a:ext cx="1168525" cy="1150900"/>
            </a:xfrm>
            <a:custGeom>
              <a:avLst/>
              <a:gdLst/>
              <a:ahLst/>
              <a:cxnLst/>
              <a:rect l="l" t="t" r="r" b="b"/>
              <a:pathLst>
                <a:path w="46741" h="46036" extrusionOk="0">
                  <a:moveTo>
                    <a:pt x="28993" y="684"/>
                  </a:moveTo>
                  <a:cubicBezTo>
                    <a:pt x="30660" y="684"/>
                    <a:pt x="32222" y="810"/>
                    <a:pt x="33098" y="1195"/>
                  </a:cubicBezTo>
                  <a:cubicBezTo>
                    <a:pt x="33330" y="1296"/>
                    <a:pt x="33546" y="1388"/>
                    <a:pt x="33750" y="1474"/>
                  </a:cubicBezTo>
                  <a:cubicBezTo>
                    <a:pt x="35824" y="2354"/>
                    <a:pt x="36524" y="2651"/>
                    <a:pt x="39024" y="7238"/>
                  </a:cubicBezTo>
                  <a:cubicBezTo>
                    <a:pt x="41850" y="12419"/>
                    <a:pt x="46029" y="23876"/>
                    <a:pt x="45840" y="25374"/>
                  </a:cubicBezTo>
                  <a:cubicBezTo>
                    <a:pt x="45689" y="26584"/>
                    <a:pt x="41914" y="38165"/>
                    <a:pt x="39840" y="44426"/>
                  </a:cubicBezTo>
                  <a:lnTo>
                    <a:pt x="37593" y="43542"/>
                  </a:lnTo>
                  <a:lnTo>
                    <a:pt x="41388" y="24046"/>
                  </a:lnTo>
                  <a:lnTo>
                    <a:pt x="41409" y="23937"/>
                  </a:lnTo>
                  <a:lnTo>
                    <a:pt x="34887" y="9874"/>
                  </a:lnTo>
                  <a:lnTo>
                    <a:pt x="35017" y="11727"/>
                  </a:lnTo>
                  <a:cubicBezTo>
                    <a:pt x="35018" y="11753"/>
                    <a:pt x="35178" y="14272"/>
                    <a:pt x="33982" y="15909"/>
                  </a:cubicBezTo>
                  <a:cubicBezTo>
                    <a:pt x="32776" y="17554"/>
                    <a:pt x="31837" y="17701"/>
                    <a:pt x="28343" y="18242"/>
                  </a:cubicBezTo>
                  <a:cubicBezTo>
                    <a:pt x="25590" y="18668"/>
                    <a:pt x="21684" y="19273"/>
                    <a:pt x="19383" y="19273"/>
                  </a:cubicBezTo>
                  <a:cubicBezTo>
                    <a:pt x="18877" y="19273"/>
                    <a:pt x="18448" y="19244"/>
                    <a:pt x="18127" y="19177"/>
                  </a:cubicBezTo>
                  <a:cubicBezTo>
                    <a:pt x="16492" y="18837"/>
                    <a:pt x="15387" y="15875"/>
                    <a:pt x="15377" y="15845"/>
                  </a:cubicBezTo>
                  <a:lnTo>
                    <a:pt x="14982" y="14771"/>
                  </a:lnTo>
                  <a:lnTo>
                    <a:pt x="14720" y="15885"/>
                  </a:lnTo>
                  <a:cubicBezTo>
                    <a:pt x="13697" y="20243"/>
                    <a:pt x="12089" y="26912"/>
                    <a:pt x="11856" y="27419"/>
                  </a:cubicBezTo>
                  <a:cubicBezTo>
                    <a:pt x="11546" y="28088"/>
                    <a:pt x="4014" y="43296"/>
                    <a:pt x="3117" y="45107"/>
                  </a:cubicBezTo>
                  <a:lnTo>
                    <a:pt x="942" y="45275"/>
                  </a:lnTo>
                  <a:cubicBezTo>
                    <a:pt x="3000" y="38336"/>
                    <a:pt x="6013" y="28280"/>
                    <a:pt x="6244" y="27780"/>
                  </a:cubicBezTo>
                  <a:cubicBezTo>
                    <a:pt x="6348" y="27557"/>
                    <a:pt x="6516" y="26630"/>
                    <a:pt x="7011" y="23822"/>
                  </a:cubicBezTo>
                  <a:cubicBezTo>
                    <a:pt x="7950" y="18487"/>
                    <a:pt x="9700" y="8554"/>
                    <a:pt x="10981" y="6803"/>
                  </a:cubicBezTo>
                  <a:cubicBezTo>
                    <a:pt x="12686" y="4473"/>
                    <a:pt x="21753" y="1339"/>
                    <a:pt x="22372" y="1126"/>
                  </a:cubicBezTo>
                  <a:cubicBezTo>
                    <a:pt x="22742" y="1081"/>
                    <a:pt x="26033" y="684"/>
                    <a:pt x="28993" y="684"/>
                  </a:cubicBezTo>
                  <a:close/>
                  <a:moveTo>
                    <a:pt x="28931" y="1"/>
                  </a:moveTo>
                  <a:cubicBezTo>
                    <a:pt x="25825" y="1"/>
                    <a:pt x="22467" y="423"/>
                    <a:pt x="22249" y="451"/>
                  </a:cubicBezTo>
                  <a:lnTo>
                    <a:pt x="22184" y="465"/>
                  </a:lnTo>
                  <a:cubicBezTo>
                    <a:pt x="21781" y="602"/>
                    <a:pt x="12310" y="3824"/>
                    <a:pt x="10427" y="6398"/>
                  </a:cubicBezTo>
                  <a:cubicBezTo>
                    <a:pt x="9158" y="8132"/>
                    <a:pt x="7649" y="16240"/>
                    <a:pt x="6333" y="23703"/>
                  </a:cubicBezTo>
                  <a:cubicBezTo>
                    <a:pt x="6011" y="25543"/>
                    <a:pt x="5704" y="27282"/>
                    <a:pt x="5621" y="27491"/>
                  </a:cubicBezTo>
                  <a:cubicBezTo>
                    <a:pt x="5285" y="28215"/>
                    <a:pt x="668" y="43784"/>
                    <a:pt x="143" y="45557"/>
                  </a:cubicBezTo>
                  <a:lnTo>
                    <a:pt x="0" y="46036"/>
                  </a:lnTo>
                  <a:lnTo>
                    <a:pt x="3558" y="45761"/>
                  </a:lnTo>
                  <a:lnTo>
                    <a:pt x="3646" y="45587"/>
                  </a:lnTo>
                  <a:cubicBezTo>
                    <a:pt x="3992" y="44886"/>
                    <a:pt x="12145" y="28423"/>
                    <a:pt x="12478" y="27707"/>
                  </a:cubicBezTo>
                  <a:cubicBezTo>
                    <a:pt x="12768" y="27082"/>
                    <a:pt x="14495" y="19831"/>
                    <a:pt x="15155" y="17032"/>
                  </a:cubicBezTo>
                  <a:cubicBezTo>
                    <a:pt x="15675" y="18055"/>
                    <a:pt x="16652" y="19571"/>
                    <a:pt x="17987" y="19848"/>
                  </a:cubicBezTo>
                  <a:cubicBezTo>
                    <a:pt x="18352" y="19924"/>
                    <a:pt x="18830" y="19957"/>
                    <a:pt x="19388" y="19957"/>
                  </a:cubicBezTo>
                  <a:cubicBezTo>
                    <a:pt x="21740" y="19957"/>
                    <a:pt x="25530" y="19371"/>
                    <a:pt x="28447" y="18919"/>
                  </a:cubicBezTo>
                  <a:cubicBezTo>
                    <a:pt x="31974" y="18374"/>
                    <a:pt x="33162" y="18190"/>
                    <a:pt x="34534" y="16314"/>
                  </a:cubicBezTo>
                  <a:cubicBezTo>
                    <a:pt x="35259" y="15324"/>
                    <a:pt x="35544" y="14093"/>
                    <a:pt x="35651" y="13148"/>
                  </a:cubicBezTo>
                  <a:lnTo>
                    <a:pt x="40695" y="24024"/>
                  </a:lnTo>
                  <a:lnTo>
                    <a:pt x="36810" y="43971"/>
                  </a:lnTo>
                  <a:lnTo>
                    <a:pt x="40263" y="45329"/>
                  </a:lnTo>
                  <a:lnTo>
                    <a:pt x="40377" y="44986"/>
                  </a:lnTo>
                  <a:cubicBezTo>
                    <a:pt x="40618" y="44255"/>
                    <a:pt x="46318" y="27065"/>
                    <a:pt x="46520" y="25459"/>
                  </a:cubicBezTo>
                  <a:cubicBezTo>
                    <a:pt x="46740" y="23708"/>
                    <a:pt x="42358" y="11920"/>
                    <a:pt x="39626" y="6910"/>
                  </a:cubicBezTo>
                  <a:cubicBezTo>
                    <a:pt x="37011" y="2112"/>
                    <a:pt x="36196" y="1766"/>
                    <a:pt x="34017" y="843"/>
                  </a:cubicBezTo>
                  <a:cubicBezTo>
                    <a:pt x="33817" y="758"/>
                    <a:pt x="33603" y="666"/>
                    <a:pt x="33374" y="566"/>
                  </a:cubicBezTo>
                  <a:cubicBezTo>
                    <a:pt x="32397" y="138"/>
                    <a:pt x="30705" y="1"/>
                    <a:pt x="28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1414;p41">
              <a:extLst>
                <a:ext uri="{FF2B5EF4-FFF2-40B4-BE49-F238E27FC236}">
                  <a16:creationId xmlns:a16="http://schemas.microsoft.com/office/drawing/2014/main" id="{5A2FFCCF-6D99-CD70-F1F5-BD7CB7889FE6}"/>
                </a:ext>
              </a:extLst>
            </p:cNvPr>
            <p:cNvSpPr/>
            <p:nvPr/>
          </p:nvSpPr>
          <p:spPr>
            <a:xfrm>
              <a:off x="4924500" y="1268075"/>
              <a:ext cx="117175" cy="145525"/>
            </a:xfrm>
            <a:custGeom>
              <a:avLst/>
              <a:gdLst/>
              <a:ahLst/>
              <a:cxnLst/>
              <a:rect l="l" t="t" r="r" b="b"/>
              <a:pathLst>
                <a:path w="4687" h="5821" extrusionOk="0">
                  <a:moveTo>
                    <a:pt x="3990" y="0"/>
                  </a:moveTo>
                  <a:lnTo>
                    <a:pt x="1" y="173"/>
                  </a:lnTo>
                  <a:cubicBezTo>
                    <a:pt x="1" y="173"/>
                    <a:pt x="559" y="5216"/>
                    <a:pt x="2655" y="5784"/>
                  </a:cubicBezTo>
                  <a:cubicBezTo>
                    <a:pt x="2744" y="5809"/>
                    <a:pt x="2828" y="5820"/>
                    <a:pt x="2908" y="5820"/>
                  </a:cubicBezTo>
                  <a:cubicBezTo>
                    <a:pt x="4686" y="5820"/>
                    <a:pt x="3990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1415;p41">
              <a:extLst>
                <a:ext uri="{FF2B5EF4-FFF2-40B4-BE49-F238E27FC236}">
                  <a16:creationId xmlns:a16="http://schemas.microsoft.com/office/drawing/2014/main" id="{E42B8B88-6A59-CDD6-794F-F485ABA78972}"/>
                </a:ext>
              </a:extLst>
            </p:cNvPr>
            <p:cNvSpPr/>
            <p:nvPr/>
          </p:nvSpPr>
          <p:spPr>
            <a:xfrm>
              <a:off x="4914975" y="1259175"/>
              <a:ext cx="131300" cy="162975"/>
            </a:xfrm>
            <a:custGeom>
              <a:avLst/>
              <a:gdLst/>
              <a:ahLst/>
              <a:cxnLst/>
              <a:rect l="l" t="t" r="r" b="b"/>
              <a:pathLst>
                <a:path w="5252" h="6519" extrusionOk="0">
                  <a:moveTo>
                    <a:pt x="4063" y="713"/>
                  </a:moveTo>
                  <a:lnTo>
                    <a:pt x="4063" y="713"/>
                  </a:lnTo>
                  <a:cubicBezTo>
                    <a:pt x="4238" y="2464"/>
                    <a:pt x="4246" y="5132"/>
                    <a:pt x="3554" y="5730"/>
                  </a:cubicBezTo>
                  <a:cubicBezTo>
                    <a:pt x="3495" y="5781"/>
                    <a:pt x="3414" y="5832"/>
                    <a:pt x="3285" y="5832"/>
                  </a:cubicBezTo>
                  <a:cubicBezTo>
                    <a:pt x="3238" y="5832"/>
                    <a:pt x="3185" y="5825"/>
                    <a:pt x="3125" y="5809"/>
                  </a:cubicBezTo>
                  <a:cubicBezTo>
                    <a:pt x="1717" y="5428"/>
                    <a:pt x="992" y="2383"/>
                    <a:pt x="770" y="855"/>
                  </a:cubicBezTo>
                  <a:lnTo>
                    <a:pt x="4063" y="713"/>
                  </a:lnTo>
                  <a:close/>
                  <a:moveTo>
                    <a:pt x="4672" y="0"/>
                  </a:moveTo>
                  <a:lnTo>
                    <a:pt x="0" y="202"/>
                  </a:lnTo>
                  <a:lnTo>
                    <a:pt x="40" y="566"/>
                  </a:lnTo>
                  <a:cubicBezTo>
                    <a:pt x="100" y="1106"/>
                    <a:pt x="691" y="5860"/>
                    <a:pt x="2945" y="6470"/>
                  </a:cubicBezTo>
                  <a:cubicBezTo>
                    <a:pt x="3058" y="6501"/>
                    <a:pt x="3172" y="6517"/>
                    <a:pt x="3288" y="6519"/>
                  </a:cubicBezTo>
                  <a:cubicBezTo>
                    <a:pt x="3551" y="6519"/>
                    <a:pt x="3805" y="6424"/>
                    <a:pt x="4001" y="6250"/>
                  </a:cubicBezTo>
                  <a:cubicBezTo>
                    <a:pt x="5251" y="5169"/>
                    <a:pt x="4769" y="809"/>
                    <a:pt x="4709" y="316"/>
                  </a:cubicBezTo>
                  <a:lnTo>
                    <a:pt x="46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1416;p41">
              <a:extLst>
                <a:ext uri="{FF2B5EF4-FFF2-40B4-BE49-F238E27FC236}">
                  <a16:creationId xmlns:a16="http://schemas.microsoft.com/office/drawing/2014/main" id="{35DDE4E5-1837-B9AF-B8B3-17B22DE43442}"/>
                </a:ext>
              </a:extLst>
            </p:cNvPr>
            <p:cNvSpPr/>
            <p:nvPr/>
          </p:nvSpPr>
          <p:spPr>
            <a:xfrm>
              <a:off x="4807250" y="1023050"/>
              <a:ext cx="278950" cy="303000"/>
            </a:xfrm>
            <a:custGeom>
              <a:avLst/>
              <a:gdLst/>
              <a:ahLst/>
              <a:cxnLst/>
              <a:rect l="l" t="t" r="r" b="b"/>
              <a:pathLst>
                <a:path w="11158" h="12120" extrusionOk="0">
                  <a:moveTo>
                    <a:pt x="3205" y="1"/>
                  </a:moveTo>
                  <a:cubicBezTo>
                    <a:pt x="2570" y="1434"/>
                    <a:pt x="1179" y="2602"/>
                    <a:pt x="0" y="3394"/>
                  </a:cubicBezTo>
                  <a:cubicBezTo>
                    <a:pt x="500" y="5113"/>
                    <a:pt x="1270" y="6990"/>
                    <a:pt x="2461" y="8535"/>
                  </a:cubicBezTo>
                  <a:cubicBezTo>
                    <a:pt x="4460" y="11129"/>
                    <a:pt x="5832" y="12119"/>
                    <a:pt x="6981" y="12119"/>
                  </a:cubicBezTo>
                  <a:cubicBezTo>
                    <a:pt x="7597" y="12119"/>
                    <a:pt x="8148" y="11835"/>
                    <a:pt x="8697" y="11361"/>
                  </a:cubicBezTo>
                  <a:cubicBezTo>
                    <a:pt x="10032" y="10208"/>
                    <a:pt x="11156" y="6682"/>
                    <a:pt x="11158" y="3642"/>
                  </a:cubicBezTo>
                  <a:cubicBezTo>
                    <a:pt x="4342" y="1784"/>
                    <a:pt x="3205" y="1"/>
                    <a:pt x="3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1417;p41">
              <a:extLst>
                <a:ext uri="{FF2B5EF4-FFF2-40B4-BE49-F238E27FC236}">
                  <a16:creationId xmlns:a16="http://schemas.microsoft.com/office/drawing/2014/main" id="{23135399-4BBF-1ECE-5673-BAEA32231750}"/>
                </a:ext>
              </a:extLst>
            </p:cNvPr>
            <p:cNvSpPr/>
            <p:nvPr/>
          </p:nvSpPr>
          <p:spPr>
            <a:xfrm>
              <a:off x="4797300" y="1004975"/>
              <a:ext cx="297475" cy="329650"/>
            </a:xfrm>
            <a:custGeom>
              <a:avLst/>
              <a:gdLst/>
              <a:ahLst/>
              <a:cxnLst/>
              <a:rect l="l" t="t" r="r" b="b"/>
              <a:pathLst>
                <a:path w="11899" h="13186" extrusionOk="0">
                  <a:moveTo>
                    <a:pt x="3689" y="1313"/>
                  </a:moveTo>
                  <a:cubicBezTo>
                    <a:pt x="4409" y="1958"/>
                    <a:pt x="6363" y="3278"/>
                    <a:pt x="11210" y="4626"/>
                  </a:cubicBezTo>
                  <a:cubicBezTo>
                    <a:pt x="11148" y="7513"/>
                    <a:pt x="10101" y="10762"/>
                    <a:pt x="8871" y="11824"/>
                  </a:cubicBezTo>
                  <a:cubicBezTo>
                    <a:pt x="8335" y="12286"/>
                    <a:pt x="7867" y="12499"/>
                    <a:pt x="7379" y="12499"/>
                  </a:cubicBezTo>
                  <a:cubicBezTo>
                    <a:pt x="7322" y="12499"/>
                    <a:pt x="7264" y="12496"/>
                    <a:pt x="7207" y="12490"/>
                  </a:cubicBezTo>
                  <a:cubicBezTo>
                    <a:pt x="6152" y="12384"/>
                    <a:pt x="4857" y="11289"/>
                    <a:pt x="3130" y="9048"/>
                  </a:cubicBezTo>
                  <a:cubicBezTo>
                    <a:pt x="2167" y="7798"/>
                    <a:pt x="1383" y="6188"/>
                    <a:pt x="799" y="4259"/>
                  </a:cubicBezTo>
                  <a:cubicBezTo>
                    <a:pt x="2149" y="3322"/>
                    <a:pt x="3118" y="2335"/>
                    <a:pt x="3689" y="1313"/>
                  </a:cubicBezTo>
                  <a:close/>
                  <a:moveTo>
                    <a:pt x="3548" y="1"/>
                  </a:moveTo>
                  <a:lnTo>
                    <a:pt x="3289" y="586"/>
                  </a:lnTo>
                  <a:cubicBezTo>
                    <a:pt x="2676" y="1971"/>
                    <a:pt x="1274" y="3116"/>
                    <a:pt x="208" y="3832"/>
                  </a:cubicBezTo>
                  <a:lnTo>
                    <a:pt x="0" y="3971"/>
                  </a:lnTo>
                  <a:lnTo>
                    <a:pt x="68" y="4212"/>
                  </a:lnTo>
                  <a:cubicBezTo>
                    <a:pt x="685" y="6329"/>
                    <a:pt x="1531" y="8097"/>
                    <a:pt x="2587" y="9467"/>
                  </a:cubicBezTo>
                  <a:cubicBezTo>
                    <a:pt x="4462" y="11901"/>
                    <a:pt x="5866" y="13044"/>
                    <a:pt x="7138" y="13172"/>
                  </a:cubicBezTo>
                  <a:cubicBezTo>
                    <a:pt x="7220" y="13181"/>
                    <a:pt x="7302" y="13185"/>
                    <a:pt x="7383" y="13185"/>
                  </a:cubicBezTo>
                  <a:cubicBezTo>
                    <a:pt x="8037" y="13185"/>
                    <a:pt x="8660" y="12914"/>
                    <a:pt x="9320" y="12342"/>
                  </a:cubicBezTo>
                  <a:cubicBezTo>
                    <a:pt x="10739" y="11117"/>
                    <a:pt x="11896" y="7538"/>
                    <a:pt x="11899" y="4365"/>
                  </a:cubicBezTo>
                  <a:lnTo>
                    <a:pt x="11899" y="4103"/>
                  </a:lnTo>
                  <a:lnTo>
                    <a:pt x="11646" y="4034"/>
                  </a:lnTo>
                  <a:cubicBezTo>
                    <a:pt x="5194" y="2277"/>
                    <a:pt x="3926" y="586"/>
                    <a:pt x="3889" y="535"/>
                  </a:cubicBezTo>
                  <a:lnTo>
                    <a:pt x="3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1418;p41">
              <a:extLst>
                <a:ext uri="{FF2B5EF4-FFF2-40B4-BE49-F238E27FC236}">
                  <a16:creationId xmlns:a16="http://schemas.microsoft.com/office/drawing/2014/main" id="{D6C4D693-4149-2ED8-CA51-7987233233CD}"/>
                </a:ext>
              </a:extLst>
            </p:cNvPr>
            <p:cNvSpPr/>
            <p:nvPr/>
          </p:nvSpPr>
          <p:spPr>
            <a:xfrm>
              <a:off x="4840175" y="1114775"/>
              <a:ext cx="145575" cy="130075"/>
            </a:xfrm>
            <a:custGeom>
              <a:avLst/>
              <a:gdLst/>
              <a:ahLst/>
              <a:cxnLst/>
              <a:rect l="l" t="t" r="r" b="b"/>
              <a:pathLst>
                <a:path w="5823" h="5203" extrusionOk="0">
                  <a:moveTo>
                    <a:pt x="1676" y="1"/>
                  </a:moveTo>
                  <a:cubicBezTo>
                    <a:pt x="623" y="1"/>
                    <a:pt x="82" y="711"/>
                    <a:pt x="57" y="745"/>
                  </a:cubicBezTo>
                  <a:cubicBezTo>
                    <a:pt x="0" y="821"/>
                    <a:pt x="17" y="929"/>
                    <a:pt x="92" y="984"/>
                  </a:cubicBezTo>
                  <a:cubicBezTo>
                    <a:pt x="123" y="1007"/>
                    <a:pt x="159" y="1018"/>
                    <a:pt x="195" y="1018"/>
                  </a:cubicBezTo>
                  <a:cubicBezTo>
                    <a:pt x="247" y="1018"/>
                    <a:pt x="299" y="994"/>
                    <a:pt x="333" y="948"/>
                  </a:cubicBezTo>
                  <a:cubicBezTo>
                    <a:pt x="352" y="921"/>
                    <a:pt x="796" y="343"/>
                    <a:pt x="1670" y="343"/>
                  </a:cubicBezTo>
                  <a:cubicBezTo>
                    <a:pt x="1787" y="343"/>
                    <a:pt x="1912" y="353"/>
                    <a:pt x="2045" y="377"/>
                  </a:cubicBezTo>
                  <a:cubicBezTo>
                    <a:pt x="2985" y="539"/>
                    <a:pt x="3269" y="1635"/>
                    <a:pt x="3520" y="2600"/>
                  </a:cubicBezTo>
                  <a:cubicBezTo>
                    <a:pt x="3569" y="2788"/>
                    <a:pt x="3615" y="2968"/>
                    <a:pt x="3665" y="3133"/>
                  </a:cubicBezTo>
                  <a:cubicBezTo>
                    <a:pt x="3713" y="3293"/>
                    <a:pt x="3756" y="3476"/>
                    <a:pt x="3800" y="3664"/>
                  </a:cubicBezTo>
                  <a:cubicBezTo>
                    <a:pt x="3965" y="4356"/>
                    <a:pt x="4136" y="5074"/>
                    <a:pt x="4618" y="5188"/>
                  </a:cubicBezTo>
                  <a:cubicBezTo>
                    <a:pt x="4661" y="5197"/>
                    <a:pt x="4704" y="5203"/>
                    <a:pt x="4749" y="5203"/>
                  </a:cubicBezTo>
                  <a:cubicBezTo>
                    <a:pt x="5042" y="5203"/>
                    <a:pt x="5367" y="4977"/>
                    <a:pt x="5762" y="4503"/>
                  </a:cubicBezTo>
                  <a:cubicBezTo>
                    <a:pt x="5823" y="4432"/>
                    <a:pt x="5814" y="4324"/>
                    <a:pt x="5741" y="4263"/>
                  </a:cubicBezTo>
                  <a:cubicBezTo>
                    <a:pt x="5709" y="4236"/>
                    <a:pt x="5669" y="4223"/>
                    <a:pt x="5630" y="4223"/>
                  </a:cubicBezTo>
                  <a:cubicBezTo>
                    <a:pt x="5582" y="4223"/>
                    <a:pt x="5533" y="4243"/>
                    <a:pt x="5500" y="4284"/>
                  </a:cubicBezTo>
                  <a:cubicBezTo>
                    <a:pt x="5099" y="4764"/>
                    <a:pt x="4868" y="4858"/>
                    <a:pt x="4746" y="4858"/>
                  </a:cubicBezTo>
                  <a:cubicBezTo>
                    <a:pt x="4727" y="4858"/>
                    <a:pt x="4711" y="4856"/>
                    <a:pt x="4697" y="4852"/>
                  </a:cubicBezTo>
                  <a:cubicBezTo>
                    <a:pt x="4421" y="4787"/>
                    <a:pt x="4262" y="4120"/>
                    <a:pt x="4134" y="3584"/>
                  </a:cubicBezTo>
                  <a:cubicBezTo>
                    <a:pt x="4088" y="3388"/>
                    <a:pt x="4042" y="3200"/>
                    <a:pt x="3993" y="3033"/>
                  </a:cubicBezTo>
                  <a:cubicBezTo>
                    <a:pt x="3944" y="2873"/>
                    <a:pt x="3898" y="2696"/>
                    <a:pt x="3851" y="2514"/>
                  </a:cubicBezTo>
                  <a:cubicBezTo>
                    <a:pt x="3588" y="1499"/>
                    <a:pt x="3263" y="239"/>
                    <a:pt x="2103" y="38"/>
                  </a:cubicBezTo>
                  <a:cubicBezTo>
                    <a:pt x="1952" y="12"/>
                    <a:pt x="1810" y="1"/>
                    <a:pt x="1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1419;p41">
              <a:extLst>
                <a:ext uri="{FF2B5EF4-FFF2-40B4-BE49-F238E27FC236}">
                  <a16:creationId xmlns:a16="http://schemas.microsoft.com/office/drawing/2014/main" id="{F74F152B-6711-2F07-B758-C1E1C69558CF}"/>
                </a:ext>
              </a:extLst>
            </p:cNvPr>
            <p:cNvSpPr/>
            <p:nvPr/>
          </p:nvSpPr>
          <p:spPr>
            <a:xfrm>
              <a:off x="4958625" y="1093850"/>
              <a:ext cx="86775" cy="27250"/>
            </a:xfrm>
            <a:custGeom>
              <a:avLst/>
              <a:gdLst/>
              <a:ahLst/>
              <a:cxnLst/>
              <a:rect l="l" t="t" r="r" b="b"/>
              <a:pathLst>
                <a:path w="3471" h="1090" extrusionOk="0">
                  <a:moveTo>
                    <a:pt x="1602" y="0"/>
                  </a:moveTo>
                  <a:cubicBezTo>
                    <a:pt x="1531" y="0"/>
                    <a:pt x="1461" y="4"/>
                    <a:pt x="1391" y="12"/>
                  </a:cubicBezTo>
                  <a:cubicBezTo>
                    <a:pt x="547" y="115"/>
                    <a:pt x="75" y="780"/>
                    <a:pt x="57" y="808"/>
                  </a:cubicBezTo>
                  <a:cubicBezTo>
                    <a:pt x="1" y="886"/>
                    <a:pt x="18" y="995"/>
                    <a:pt x="97" y="1050"/>
                  </a:cubicBezTo>
                  <a:cubicBezTo>
                    <a:pt x="127" y="1071"/>
                    <a:pt x="161" y="1081"/>
                    <a:pt x="195" y="1081"/>
                  </a:cubicBezTo>
                  <a:cubicBezTo>
                    <a:pt x="250" y="1081"/>
                    <a:pt x="304" y="1054"/>
                    <a:pt x="338" y="1004"/>
                  </a:cubicBezTo>
                  <a:cubicBezTo>
                    <a:pt x="342" y="998"/>
                    <a:pt x="740" y="437"/>
                    <a:pt x="1432" y="354"/>
                  </a:cubicBezTo>
                  <a:cubicBezTo>
                    <a:pt x="1491" y="347"/>
                    <a:pt x="1550" y="343"/>
                    <a:pt x="1610" y="343"/>
                  </a:cubicBezTo>
                  <a:cubicBezTo>
                    <a:pt x="2090" y="343"/>
                    <a:pt x="2599" y="581"/>
                    <a:pt x="3125" y="1046"/>
                  </a:cubicBezTo>
                  <a:cubicBezTo>
                    <a:pt x="3156" y="1074"/>
                    <a:pt x="3196" y="1089"/>
                    <a:pt x="3238" y="1089"/>
                  </a:cubicBezTo>
                  <a:cubicBezTo>
                    <a:pt x="3238" y="1089"/>
                    <a:pt x="3239" y="1089"/>
                    <a:pt x="3240" y="1089"/>
                  </a:cubicBezTo>
                  <a:cubicBezTo>
                    <a:pt x="3397" y="1089"/>
                    <a:pt x="3471" y="894"/>
                    <a:pt x="3352" y="791"/>
                  </a:cubicBezTo>
                  <a:cubicBezTo>
                    <a:pt x="2758" y="264"/>
                    <a:pt x="2169" y="0"/>
                    <a:pt x="16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1420;p41">
              <a:extLst>
                <a:ext uri="{FF2B5EF4-FFF2-40B4-BE49-F238E27FC236}">
                  <a16:creationId xmlns:a16="http://schemas.microsoft.com/office/drawing/2014/main" id="{8ED32304-394D-7AFC-3964-0B1FB2DFC26B}"/>
                </a:ext>
              </a:extLst>
            </p:cNvPr>
            <p:cNvSpPr/>
            <p:nvPr/>
          </p:nvSpPr>
          <p:spPr>
            <a:xfrm>
              <a:off x="4944400" y="1251825"/>
              <a:ext cx="65675" cy="24875"/>
            </a:xfrm>
            <a:custGeom>
              <a:avLst/>
              <a:gdLst/>
              <a:ahLst/>
              <a:cxnLst/>
              <a:rect l="l" t="t" r="r" b="b"/>
              <a:pathLst>
                <a:path w="2627" h="995" extrusionOk="0">
                  <a:moveTo>
                    <a:pt x="2432" y="1"/>
                  </a:moveTo>
                  <a:cubicBezTo>
                    <a:pt x="2379" y="1"/>
                    <a:pt x="2327" y="25"/>
                    <a:pt x="2294" y="70"/>
                  </a:cubicBezTo>
                  <a:cubicBezTo>
                    <a:pt x="1955" y="532"/>
                    <a:pt x="1514" y="659"/>
                    <a:pt x="1131" y="659"/>
                  </a:cubicBezTo>
                  <a:cubicBezTo>
                    <a:pt x="675" y="659"/>
                    <a:pt x="299" y="479"/>
                    <a:pt x="271" y="465"/>
                  </a:cubicBezTo>
                  <a:cubicBezTo>
                    <a:pt x="247" y="453"/>
                    <a:pt x="222" y="448"/>
                    <a:pt x="197" y="448"/>
                  </a:cubicBezTo>
                  <a:cubicBezTo>
                    <a:pt x="133" y="448"/>
                    <a:pt x="72" y="483"/>
                    <a:pt x="42" y="543"/>
                  </a:cubicBezTo>
                  <a:cubicBezTo>
                    <a:pt x="1" y="627"/>
                    <a:pt x="34" y="729"/>
                    <a:pt x="118" y="772"/>
                  </a:cubicBezTo>
                  <a:cubicBezTo>
                    <a:pt x="439" y="916"/>
                    <a:pt x="786" y="992"/>
                    <a:pt x="1138" y="995"/>
                  </a:cubicBezTo>
                  <a:cubicBezTo>
                    <a:pt x="1609" y="995"/>
                    <a:pt x="2153" y="840"/>
                    <a:pt x="2570" y="275"/>
                  </a:cubicBezTo>
                  <a:cubicBezTo>
                    <a:pt x="2626" y="198"/>
                    <a:pt x="2610" y="91"/>
                    <a:pt x="2534" y="34"/>
                  </a:cubicBezTo>
                  <a:cubicBezTo>
                    <a:pt x="2503" y="11"/>
                    <a:pt x="2467" y="1"/>
                    <a:pt x="24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1421;p41">
              <a:extLst>
                <a:ext uri="{FF2B5EF4-FFF2-40B4-BE49-F238E27FC236}">
                  <a16:creationId xmlns:a16="http://schemas.microsoft.com/office/drawing/2014/main" id="{B9FD2A0C-5BA4-8317-8961-7557B358A1DA}"/>
                </a:ext>
              </a:extLst>
            </p:cNvPr>
            <p:cNvSpPr/>
            <p:nvPr/>
          </p:nvSpPr>
          <p:spPr>
            <a:xfrm>
              <a:off x="4868150" y="1150850"/>
              <a:ext cx="46800" cy="21325"/>
            </a:xfrm>
            <a:custGeom>
              <a:avLst/>
              <a:gdLst/>
              <a:ahLst/>
              <a:cxnLst/>
              <a:rect l="l" t="t" r="r" b="b"/>
              <a:pathLst>
                <a:path w="1872" h="853" extrusionOk="0">
                  <a:moveTo>
                    <a:pt x="1681" y="1"/>
                  </a:moveTo>
                  <a:cubicBezTo>
                    <a:pt x="1630" y="1"/>
                    <a:pt x="1579" y="23"/>
                    <a:pt x="1545" y="67"/>
                  </a:cubicBezTo>
                  <a:cubicBezTo>
                    <a:pt x="1306" y="355"/>
                    <a:pt x="1066" y="503"/>
                    <a:pt x="828" y="509"/>
                  </a:cubicBezTo>
                  <a:lnTo>
                    <a:pt x="815" y="509"/>
                  </a:lnTo>
                  <a:cubicBezTo>
                    <a:pt x="522" y="509"/>
                    <a:pt x="320" y="288"/>
                    <a:pt x="319" y="287"/>
                  </a:cubicBezTo>
                  <a:cubicBezTo>
                    <a:pt x="285" y="250"/>
                    <a:pt x="239" y="232"/>
                    <a:pt x="192" y="232"/>
                  </a:cubicBezTo>
                  <a:cubicBezTo>
                    <a:pt x="152" y="232"/>
                    <a:pt x="111" y="246"/>
                    <a:pt x="78" y="275"/>
                  </a:cubicBezTo>
                  <a:cubicBezTo>
                    <a:pt x="10" y="337"/>
                    <a:pt x="1" y="442"/>
                    <a:pt x="62" y="514"/>
                  </a:cubicBezTo>
                  <a:cubicBezTo>
                    <a:pt x="75" y="529"/>
                    <a:pt x="366" y="852"/>
                    <a:pt x="815" y="852"/>
                  </a:cubicBezTo>
                  <a:lnTo>
                    <a:pt x="829" y="852"/>
                  </a:lnTo>
                  <a:cubicBezTo>
                    <a:pt x="1174" y="846"/>
                    <a:pt x="1502" y="656"/>
                    <a:pt x="1808" y="285"/>
                  </a:cubicBezTo>
                  <a:cubicBezTo>
                    <a:pt x="1872" y="212"/>
                    <a:pt x="1863" y="101"/>
                    <a:pt x="1789" y="40"/>
                  </a:cubicBezTo>
                  <a:cubicBezTo>
                    <a:pt x="1757" y="13"/>
                    <a:pt x="1719" y="1"/>
                    <a:pt x="16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1422;p41">
              <a:extLst>
                <a:ext uri="{FF2B5EF4-FFF2-40B4-BE49-F238E27FC236}">
                  <a16:creationId xmlns:a16="http://schemas.microsoft.com/office/drawing/2014/main" id="{006A4618-7D2A-DADE-E0E3-7217C8AC09A6}"/>
                </a:ext>
              </a:extLst>
            </p:cNvPr>
            <p:cNvSpPr/>
            <p:nvPr/>
          </p:nvSpPr>
          <p:spPr>
            <a:xfrm>
              <a:off x="4983050" y="1140550"/>
              <a:ext cx="58275" cy="21125"/>
            </a:xfrm>
            <a:custGeom>
              <a:avLst/>
              <a:gdLst/>
              <a:ahLst/>
              <a:cxnLst/>
              <a:rect l="l" t="t" r="r" b="b"/>
              <a:pathLst>
                <a:path w="2331" h="845" extrusionOk="0">
                  <a:moveTo>
                    <a:pt x="2139" y="1"/>
                  </a:moveTo>
                  <a:cubicBezTo>
                    <a:pt x="2095" y="1"/>
                    <a:pt x="2052" y="18"/>
                    <a:pt x="2019" y="51"/>
                  </a:cubicBezTo>
                  <a:cubicBezTo>
                    <a:pt x="1662" y="393"/>
                    <a:pt x="1332" y="500"/>
                    <a:pt x="1059" y="500"/>
                  </a:cubicBezTo>
                  <a:cubicBezTo>
                    <a:pt x="616" y="500"/>
                    <a:pt x="323" y="219"/>
                    <a:pt x="304" y="200"/>
                  </a:cubicBezTo>
                  <a:cubicBezTo>
                    <a:pt x="271" y="170"/>
                    <a:pt x="229" y="155"/>
                    <a:pt x="188" y="155"/>
                  </a:cubicBezTo>
                  <a:cubicBezTo>
                    <a:pt x="145" y="155"/>
                    <a:pt x="101" y="172"/>
                    <a:pt x="68" y="206"/>
                  </a:cubicBezTo>
                  <a:cubicBezTo>
                    <a:pt x="4" y="269"/>
                    <a:pt x="1" y="372"/>
                    <a:pt x="60" y="440"/>
                  </a:cubicBezTo>
                  <a:cubicBezTo>
                    <a:pt x="68" y="446"/>
                    <a:pt x="473" y="844"/>
                    <a:pt x="1071" y="844"/>
                  </a:cubicBezTo>
                  <a:cubicBezTo>
                    <a:pt x="1416" y="844"/>
                    <a:pt x="1824" y="712"/>
                    <a:pt x="2255" y="299"/>
                  </a:cubicBezTo>
                  <a:cubicBezTo>
                    <a:pt x="2326" y="234"/>
                    <a:pt x="2331" y="124"/>
                    <a:pt x="2264" y="54"/>
                  </a:cubicBezTo>
                  <a:cubicBezTo>
                    <a:pt x="2230" y="19"/>
                    <a:pt x="2184" y="1"/>
                    <a:pt x="21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1423;p41">
              <a:extLst>
                <a:ext uri="{FF2B5EF4-FFF2-40B4-BE49-F238E27FC236}">
                  <a16:creationId xmlns:a16="http://schemas.microsoft.com/office/drawing/2014/main" id="{F7865D82-E21A-E9C1-CAED-42220050FD57}"/>
                </a:ext>
              </a:extLst>
            </p:cNvPr>
            <p:cNvSpPr/>
            <p:nvPr/>
          </p:nvSpPr>
          <p:spPr>
            <a:xfrm>
              <a:off x="4296950" y="2262775"/>
              <a:ext cx="184550" cy="195975"/>
            </a:xfrm>
            <a:custGeom>
              <a:avLst/>
              <a:gdLst/>
              <a:ahLst/>
              <a:cxnLst/>
              <a:rect l="l" t="t" r="r" b="b"/>
              <a:pathLst>
                <a:path w="7382" h="7839" extrusionOk="0">
                  <a:moveTo>
                    <a:pt x="6929" y="0"/>
                  </a:moveTo>
                  <a:lnTo>
                    <a:pt x="4063" y="221"/>
                  </a:lnTo>
                  <a:cubicBezTo>
                    <a:pt x="4063" y="221"/>
                    <a:pt x="2373" y="2268"/>
                    <a:pt x="1922" y="3675"/>
                  </a:cubicBezTo>
                  <a:cubicBezTo>
                    <a:pt x="1483" y="5044"/>
                    <a:pt x="1" y="7839"/>
                    <a:pt x="919" y="7839"/>
                  </a:cubicBezTo>
                  <a:cubicBezTo>
                    <a:pt x="945" y="7839"/>
                    <a:pt x="974" y="7836"/>
                    <a:pt x="1004" y="7832"/>
                  </a:cubicBezTo>
                  <a:cubicBezTo>
                    <a:pt x="2094" y="7664"/>
                    <a:pt x="3548" y="4093"/>
                    <a:pt x="3548" y="4093"/>
                  </a:cubicBezTo>
                  <a:cubicBezTo>
                    <a:pt x="3548" y="4093"/>
                    <a:pt x="5474" y="3571"/>
                    <a:pt x="6428" y="2530"/>
                  </a:cubicBezTo>
                  <a:cubicBezTo>
                    <a:pt x="7382" y="1491"/>
                    <a:pt x="6929" y="0"/>
                    <a:pt x="69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1424;p41">
              <a:extLst>
                <a:ext uri="{FF2B5EF4-FFF2-40B4-BE49-F238E27FC236}">
                  <a16:creationId xmlns:a16="http://schemas.microsoft.com/office/drawing/2014/main" id="{536D77DD-A877-9D2B-E7D0-C7FE2E5D8236}"/>
                </a:ext>
              </a:extLst>
            </p:cNvPr>
            <p:cNvSpPr/>
            <p:nvPr/>
          </p:nvSpPr>
          <p:spPr>
            <a:xfrm>
              <a:off x="4298275" y="2253675"/>
              <a:ext cx="192550" cy="213675"/>
            </a:xfrm>
            <a:custGeom>
              <a:avLst/>
              <a:gdLst/>
              <a:ahLst/>
              <a:cxnLst/>
              <a:rect l="l" t="t" r="r" b="b"/>
              <a:pathLst>
                <a:path w="7702" h="8547" extrusionOk="0">
                  <a:moveTo>
                    <a:pt x="6604" y="729"/>
                  </a:moveTo>
                  <a:lnTo>
                    <a:pt x="6604" y="729"/>
                  </a:lnTo>
                  <a:cubicBezTo>
                    <a:pt x="6672" y="1159"/>
                    <a:pt x="6712" y="2020"/>
                    <a:pt x="6123" y="2663"/>
                  </a:cubicBezTo>
                  <a:cubicBezTo>
                    <a:pt x="5248" y="3616"/>
                    <a:pt x="3423" y="4121"/>
                    <a:pt x="3404" y="4126"/>
                  </a:cubicBezTo>
                  <a:lnTo>
                    <a:pt x="3241" y="4170"/>
                  </a:lnTo>
                  <a:lnTo>
                    <a:pt x="3177" y="4327"/>
                  </a:lnTo>
                  <a:cubicBezTo>
                    <a:pt x="2531" y="5912"/>
                    <a:pt x="1512" y="7670"/>
                    <a:pt x="911" y="7848"/>
                  </a:cubicBezTo>
                  <a:cubicBezTo>
                    <a:pt x="868" y="7461"/>
                    <a:pt x="1389" y="6194"/>
                    <a:pt x="1675" y="5493"/>
                  </a:cubicBezTo>
                  <a:cubicBezTo>
                    <a:pt x="1880" y="4994"/>
                    <a:pt x="2073" y="4523"/>
                    <a:pt x="2195" y="4143"/>
                  </a:cubicBezTo>
                  <a:cubicBezTo>
                    <a:pt x="2562" y="2997"/>
                    <a:pt x="3833" y="1356"/>
                    <a:pt x="4184" y="915"/>
                  </a:cubicBezTo>
                  <a:lnTo>
                    <a:pt x="6604" y="729"/>
                  </a:lnTo>
                  <a:close/>
                  <a:moveTo>
                    <a:pt x="7124" y="0"/>
                  </a:moveTo>
                  <a:lnTo>
                    <a:pt x="3839" y="253"/>
                  </a:lnTo>
                  <a:lnTo>
                    <a:pt x="3745" y="366"/>
                  </a:lnTo>
                  <a:cubicBezTo>
                    <a:pt x="3676" y="452"/>
                    <a:pt x="2008" y="2480"/>
                    <a:pt x="1542" y="3934"/>
                  </a:cubicBezTo>
                  <a:cubicBezTo>
                    <a:pt x="1429" y="4287"/>
                    <a:pt x="1240" y="4748"/>
                    <a:pt x="1041" y="5233"/>
                  </a:cubicBezTo>
                  <a:cubicBezTo>
                    <a:pt x="384" y="6836"/>
                    <a:pt x="0" y="7842"/>
                    <a:pt x="379" y="8322"/>
                  </a:cubicBezTo>
                  <a:cubicBezTo>
                    <a:pt x="449" y="8411"/>
                    <a:pt x="599" y="8546"/>
                    <a:pt x="866" y="8546"/>
                  </a:cubicBezTo>
                  <a:cubicBezTo>
                    <a:pt x="912" y="8546"/>
                    <a:pt x="960" y="8542"/>
                    <a:pt x="1004" y="8534"/>
                  </a:cubicBezTo>
                  <a:cubicBezTo>
                    <a:pt x="2145" y="8358"/>
                    <a:pt x="3385" y="5609"/>
                    <a:pt x="3750" y="4739"/>
                  </a:cubicBezTo>
                  <a:cubicBezTo>
                    <a:pt x="4253" y="4583"/>
                    <a:pt x="5777" y="4054"/>
                    <a:pt x="6629" y="3126"/>
                  </a:cubicBezTo>
                  <a:cubicBezTo>
                    <a:pt x="7701" y="1955"/>
                    <a:pt x="7225" y="333"/>
                    <a:pt x="7204" y="263"/>
                  </a:cubicBezTo>
                  <a:lnTo>
                    <a:pt x="7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1425;p41">
              <a:extLst>
                <a:ext uri="{FF2B5EF4-FFF2-40B4-BE49-F238E27FC236}">
                  <a16:creationId xmlns:a16="http://schemas.microsoft.com/office/drawing/2014/main" id="{6F799504-ACA2-E7CC-17E6-EAFA5F1F233C}"/>
                </a:ext>
              </a:extLst>
            </p:cNvPr>
            <p:cNvSpPr/>
            <p:nvPr/>
          </p:nvSpPr>
          <p:spPr>
            <a:xfrm>
              <a:off x="5254950" y="2220850"/>
              <a:ext cx="133075" cy="226425"/>
            </a:xfrm>
            <a:custGeom>
              <a:avLst/>
              <a:gdLst/>
              <a:ahLst/>
              <a:cxnLst/>
              <a:rect l="l" t="t" r="r" b="b"/>
              <a:pathLst>
                <a:path w="5323" h="9057" extrusionOk="0">
                  <a:moveTo>
                    <a:pt x="2473" y="1"/>
                  </a:moveTo>
                  <a:cubicBezTo>
                    <a:pt x="2473" y="1"/>
                    <a:pt x="381" y="2332"/>
                    <a:pt x="263" y="3020"/>
                  </a:cubicBezTo>
                  <a:cubicBezTo>
                    <a:pt x="147" y="3706"/>
                    <a:pt x="0" y="7075"/>
                    <a:pt x="0" y="7075"/>
                  </a:cubicBezTo>
                  <a:cubicBezTo>
                    <a:pt x="0" y="7075"/>
                    <a:pt x="119" y="7306"/>
                    <a:pt x="387" y="7306"/>
                  </a:cubicBezTo>
                  <a:cubicBezTo>
                    <a:pt x="558" y="7306"/>
                    <a:pt x="789" y="7212"/>
                    <a:pt x="1089" y="6906"/>
                  </a:cubicBezTo>
                  <a:cubicBezTo>
                    <a:pt x="1488" y="6496"/>
                    <a:pt x="1653" y="6123"/>
                    <a:pt x="1719" y="5859"/>
                  </a:cubicBezTo>
                  <a:lnTo>
                    <a:pt x="1719" y="5859"/>
                  </a:lnTo>
                  <a:cubicBezTo>
                    <a:pt x="1656" y="6598"/>
                    <a:pt x="1562" y="8169"/>
                    <a:pt x="1827" y="8799"/>
                  </a:cubicBezTo>
                  <a:cubicBezTo>
                    <a:pt x="1903" y="8979"/>
                    <a:pt x="2046" y="9056"/>
                    <a:pt x="2228" y="9056"/>
                  </a:cubicBezTo>
                  <a:cubicBezTo>
                    <a:pt x="2893" y="9056"/>
                    <a:pt x="4083" y="8034"/>
                    <a:pt x="4491" y="7271"/>
                  </a:cubicBezTo>
                  <a:cubicBezTo>
                    <a:pt x="5009" y="6298"/>
                    <a:pt x="5322" y="1120"/>
                    <a:pt x="5322" y="1120"/>
                  </a:cubicBezTo>
                  <a:lnTo>
                    <a:pt x="2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1426;p41">
              <a:extLst>
                <a:ext uri="{FF2B5EF4-FFF2-40B4-BE49-F238E27FC236}">
                  <a16:creationId xmlns:a16="http://schemas.microsoft.com/office/drawing/2014/main" id="{E8A295B1-8D12-1352-D3F6-6FD4A9314655}"/>
                </a:ext>
              </a:extLst>
            </p:cNvPr>
            <p:cNvSpPr/>
            <p:nvPr/>
          </p:nvSpPr>
          <p:spPr>
            <a:xfrm>
              <a:off x="5246300" y="2210675"/>
              <a:ext cx="150675" cy="245150"/>
            </a:xfrm>
            <a:custGeom>
              <a:avLst/>
              <a:gdLst/>
              <a:ahLst/>
              <a:cxnLst/>
              <a:rect l="l" t="t" r="r" b="b"/>
              <a:pathLst>
                <a:path w="6027" h="9806" extrusionOk="0">
                  <a:moveTo>
                    <a:pt x="2917" y="813"/>
                  </a:moveTo>
                  <a:lnTo>
                    <a:pt x="5311" y="1754"/>
                  </a:lnTo>
                  <a:cubicBezTo>
                    <a:pt x="5177" y="3813"/>
                    <a:pt x="4874" y="6878"/>
                    <a:pt x="4534" y="7516"/>
                  </a:cubicBezTo>
                  <a:cubicBezTo>
                    <a:pt x="4163" y="8212"/>
                    <a:pt x="3095" y="9119"/>
                    <a:pt x="2591" y="9119"/>
                  </a:cubicBezTo>
                  <a:cubicBezTo>
                    <a:pt x="2581" y="9119"/>
                    <a:pt x="2572" y="9119"/>
                    <a:pt x="2562" y="9118"/>
                  </a:cubicBezTo>
                  <a:cubicBezTo>
                    <a:pt x="2512" y="9117"/>
                    <a:pt x="2506" y="9108"/>
                    <a:pt x="2491" y="9071"/>
                  </a:cubicBezTo>
                  <a:cubicBezTo>
                    <a:pt x="2274" y="8557"/>
                    <a:pt x="2333" y="7170"/>
                    <a:pt x="2403" y="6334"/>
                  </a:cubicBezTo>
                  <a:lnTo>
                    <a:pt x="2403" y="6334"/>
                  </a:lnTo>
                  <a:lnTo>
                    <a:pt x="2403" y="6336"/>
                  </a:lnTo>
                  <a:cubicBezTo>
                    <a:pt x="2473" y="6050"/>
                    <a:pt x="2449" y="5859"/>
                    <a:pt x="2443" y="5819"/>
                  </a:cubicBezTo>
                  <a:lnTo>
                    <a:pt x="2053" y="3288"/>
                  </a:lnTo>
                  <a:lnTo>
                    <a:pt x="1765" y="5832"/>
                  </a:lnTo>
                  <a:cubicBezTo>
                    <a:pt x="1759" y="5886"/>
                    <a:pt x="1744" y="6024"/>
                    <a:pt x="1726" y="6218"/>
                  </a:cubicBezTo>
                  <a:cubicBezTo>
                    <a:pt x="1667" y="6428"/>
                    <a:pt x="1526" y="6729"/>
                    <a:pt x="1191" y="7072"/>
                  </a:cubicBezTo>
                  <a:cubicBezTo>
                    <a:pt x="918" y="7351"/>
                    <a:pt x="773" y="7369"/>
                    <a:pt x="730" y="7369"/>
                  </a:cubicBezTo>
                  <a:cubicBezTo>
                    <a:pt x="727" y="7369"/>
                    <a:pt x="724" y="7369"/>
                    <a:pt x="722" y="7369"/>
                  </a:cubicBezTo>
                  <a:cubicBezTo>
                    <a:pt x="713" y="7368"/>
                    <a:pt x="703" y="7365"/>
                    <a:pt x="695" y="7360"/>
                  </a:cubicBezTo>
                  <a:cubicBezTo>
                    <a:pt x="749" y="6166"/>
                    <a:pt x="863" y="3989"/>
                    <a:pt x="949" y="3483"/>
                  </a:cubicBezTo>
                  <a:cubicBezTo>
                    <a:pt x="1007" y="3134"/>
                    <a:pt x="1968" y="1887"/>
                    <a:pt x="2917" y="813"/>
                  </a:cubicBezTo>
                  <a:close/>
                  <a:moveTo>
                    <a:pt x="2722" y="1"/>
                  </a:moveTo>
                  <a:lnTo>
                    <a:pt x="2565" y="177"/>
                  </a:lnTo>
                  <a:cubicBezTo>
                    <a:pt x="2204" y="580"/>
                    <a:pt x="398" y="2622"/>
                    <a:pt x="272" y="3369"/>
                  </a:cubicBezTo>
                  <a:cubicBezTo>
                    <a:pt x="153" y="4070"/>
                    <a:pt x="11" y="7327"/>
                    <a:pt x="3" y="7466"/>
                  </a:cubicBezTo>
                  <a:lnTo>
                    <a:pt x="0" y="7558"/>
                  </a:lnTo>
                  <a:lnTo>
                    <a:pt x="42" y="7638"/>
                  </a:lnTo>
                  <a:cubicBezTo>
                    <a:pt x="60" y="7673"/>
                    <a:pt x="232" y="7988"/>
                    <a:pt x="617" y="8046"/>
                  </a:cubicBezTo>
                  <a:cubicBezTo>
                    <a:pt x="656" y="8052"/>
                    <a:pt x="696" y="8055"/>
                    <a:pt x="737" y="8055"/>
                  </a:cubicBezTo>
                  <a:cubicBezTo>
                    <a:pt x="1029" y="8055"/>
                    <a:pt x="1337" y="7894"/>
                    <a:pt x="1653" y="7578"/>
                  </a:cubicBezTo>
                  <a:lnTo>
                    <a:pt x="1653" y="7578"/>
                  </a:lnTo>
                  <a:cubicBezTo>
                    <a:pt x="1646" y="8245"/>
                    <a:pt x="1689" y="8937"/>
                    <a:pt x="1858" y="9338"/>
                  </a:cubicBezTo>
                  <a:cubicBezTo>
                    <a:pt x="1977" y="9620"/>
                    <a:pt x="2222" y="9790"/>
                    <a:pt x="2531" y="9804"/>
                  </a:cubicBezTo>
                  <a:cubicBezTo>
                    <a:pt x="2544" y="9806"/>
                    <a:pt x="2559" y="9806"/>
                    <a:pt x="2574" y="9806"/>
                  </a:cubicBezTo>
                  <a:cubicBezTo>
                    <a:pt x="3443" y="9806"/>
                    <a:pt x="4720" y="8627"/>
                    <a:pt x="5140" y="7838"/>
                  </a:cubicBezTo>
                  <a:cubicBezTo>
                    <a:pt x="5677" y="6830"/>
                    <a:pt x="5979" y="2086"/>
                    <a:pt x="6012" y="1548"/>
                  </a:cubicBezTo>
                  <a:lnTo>
                    <a:pt x="6026" y="1299"/>
                  </a:lnTo>
                  <a:lnTo>
                    <a:pt x="27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1427;p41">
              <a:extLst>
                <a:ext uri="{FF2B5EF4-FFF2-40B4-BE49-F238E27FC236}">
                  <a16:creationId xmlns:a16="http://schemas.microsoft.com/office/drawing/2014/main" id="{3434AA52-D407-C0A2-A15D-A061CD58F044}"/>
                </a:ext>
              </a:extLst>
            </p:cNvPr>
            <p:cNvSpPr/>
            <p:nvPr/>
          </p:nvSpPr>
          <p:spPr>
            <a:xfrm>
              <a:off x="1337525" y="3829075"/>
              <a:ext cx="375050" cy="110550"/>
            </a:xfrm>
            <a:custGeom>
              <a:avLst/>
              <a:gdLst/>
              <a:ahLst/>
              <a:cxnLst/>
              <a:rect l="l" t="t" r="r" b="b"/>
              <a:pathLst>
                <a:path w="15002" h="4422" extrusionOk="0">
                  <a:moveTo>
                    <a:pt x="3209" y="0"/>
                  </a:moveTo>
                  <a:cubicBezTo>
                    <a:pt x="2777" y="0"/>
                    <a:pt x="2377" y="26"/>
                    <a:pt x="2038" y="87"/>
                  </a:cubicBezTo>
                  <a:cubicBezTo>
                    <a:pt x="0" y="458"/>
                    <a:pt x="370" y="3237"/>
                    <a:pt x="2963" y="3978"/>
                  </a:cubicBezTo>
                  <a:cubicBezTo>
                    <a:pt x="4000" y="4274"/>
                    <a:pt x="5363" y="4422"/>
                    <a:pt x="6780" y="4422"/>
                  </a:cubicBezTo>
                  <a:cubicBezTo>
                    <a:pt x="8905" y="4422"/>
                    <a:pt x="11150" y="4088"/>
                    <a:pt x="12594" y="3421"/>
                  </a:cubicBezTo>
                  <a:cubicBezTo>
                    <a:pt x="15001" y="2310"/>
                    <a:pt x="8334" y="644"/>
                    <a:pt x="8334" y="644"/>
                  </a:cubicBezTo>
                  <a:cubicBezTo>
                    <a:pt x="8334" y="644"/>
                    <a:pt x="5374" y="0"/>
                    <a:pt x="3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1428;p41">
              <a:extLst>
                <a:ext uri="{FF2B5EF4-FFF2-40B4-BE49-F238E27FC236}">
                  <a16:creationId xmlns:a16="http://schemas.microsoft.com/office/drawing/2014/main" id="{B2BBB415-56D0-BF0D-18B8-BA9AD949F335}"/>
                </a:ext>
              </a:extLst>
            </p:cNvPr>
            <p:cNvSpPr/>
            <p:nvPr/>
          </p:nvSpPr>
          <p:spPr>
            <a:xfrm>
              <a:off x="1346025" y="3820500"/>
              <a:ext cx="328850" cy="127700"/>
            </a:xfrm>
            <a:custGeom>
              <a:avLst/>
              <a:gdLst/>
              <a:ahLst/>
              <a:cxnLst/>
              <a:rect l="l" t="t" r="r" b="b"/>
              <a:pathLst>
                <a:path w="13154" h="5108" extrusionOk="0">
                  <a:moveTo>
                    <a:pt x="2871" y="686"/>
                  </a:moveTo>
                  <a:cubicBezTo>
                    <a:pt x="4927" y="686"/>
                    <a:pt x="7778" y="1291"/>
                    <a:pt x="7917" y="1321"/>
                  </a:cubicBezTo>
                  <a:cubicBezTo>
                    <a:pt x="10272" y="1909"/>
                    <a:pt x="12425" y="2817"/>
                    <a:pt x="12435" y="3222"/>
                  </a:cubicBezTo>
                  <a:cubicBezTo>
                    <a:pt x="12435" y="3223"/>
                    <a:pt x="12401" y="3318"/>
                    <a:pt x="12110" y="3452"/>
                  </a:cubicBezTo>
                  <a:cubicBezTo>
                    <a:pt x="10755" y="4078"/>
                    <a:pt x="8523" y="4418"/>
                    <a:pt x="6395" y="4418"/>
                  </a:cubicBezTo>
                  <a:cubicBezTo>
                    <a:pt x="5043" y="4418"/>
                    <a:pt x="3733" y="4281"/>
                    <a:pt x="2718" y="3991"/>
                  </a:cubicBezTo>
                  <a:cubicBezTo>
                    <a:pt x="1365" y="3604"/>
                    <a:pt x="695" y="2610"/>
                    <a:pt x="734" y="1826"/>
                  </a:cubicBezTo>
                  <a:cubicBezTo>
                    <a:pt x="762" y="1268"/>
                    <a:pt x="1135" y="882"/>
                    <a:pt x="1759" y="769"/>
                  </a:cubicBezTo>
                  <a:cubicBezTo>
                    <a:pt x="2079" y="711"/>
                    <a:pt x="2458" y="686"/>
                    <a:pt x="2871" y="686"/>
                  </a:cubicBezTo>
                  <a:close/>
                  <a:moveTo>
                    <a:pt x="2876" y="0"/>
                  </a:moveTo>
                  <a:cubicBezTo>
                    <a:pt x="2421" y="0"/>
                    <a:pt x="1998" y="27"/>
                    <a:pt x="1637" y="93"/>
                  </a:cubicBezTo>
                  <a:cubicBezTo>
                    <a:pt x="701" y="264"/>
                    <a:pt x="94" y="916"/>
                    <a:pt x="51" y="1793"/>
                  </a:cubicBezTo>
                  <a:cubicBezTo>
                    <a:pt x="0" y="2814"/>
                    <a:pt x="755" y="4143"/>
                    <a:pt x="2529" y="4650"/>
                  </a:cubicBezTo>
                  <a:cubicBezTo>
                    <a:pt x="3615" y="4961"/>
                    <a:pt x="4993" y="5108"/>
                    <a:pt x="6409" y="5108"/>
                  </a:cubicBezTo>
                  <a:cubicBezTo>
                    <a:pt x="8629" y="5108"/>
                    <a:pt x="10947" y="4745"/>
                    <a:pt x="12398" y="4077"/>
                  </a:cubicBezTo>
                  <a:cubicBezTo>
                    <a:pt x="12912" y="3840"/>
                    <a:pt x="13154" y="3531"/>
                    <a:pt x="13118" y="3160"/>
                  </a:cubicBezTo>
                  <a:cubicBezTo>
                    <a:pt x="13011" y="2009"/>
                    <a:pt x="9557" y="1024"/>
                    <a:pt x="8078" y="654"/>
                  </a:cubicBezTo>
                  <a:lnTo>
                    <a:pt x="8068" y="651"/>
                  </a:lnTo>
                  <a:cubicBezTo>
                    <a:pt x="7922" y="620"/>
                    <a:pt x="5045" y="0"/>
                    <a:pt x="28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1429;p41">
              <a:extLst>
                <a:ext uri="{FF2B5EF4-FFF2-40B4-BE49-F238E27FC236}">
                  <a16:creationId xmlns:a16="http://schemas.microsoft.com/office/drawing/2014/main" id="{5249E557-F5F1-430C-E00F-EA1AD4F50507}"/>
                </a:ext>
              </a:extLst>
            </p:cNvPr>
            <p:cNvSpPr/>
            <p:nvPr/>
          </p:nvSpPr>
          <p:spPr>
            <a:xfrm>
              <a:off x="856000" y="4382275"/>
              <a:ext cx="231525" cy="455175"/>
            </a:xfrm>
            <a:custGeom>
              <a:avLst/>
              <a:gdLst/>
              <a:ahLst/>
              <a:cxnLst/>
              <a:rect l="l" t="t" r="r" b="b"/>
              <a:pathLst>
                <a:path w="9261" h="18207" extrusionOk="0">
                  <a:moveTo>
                    <a:pt x="7037" y="0"/>
                  </a:moveTo>
                  <a:lnTo>
                    <a:pt x="0" y="1666"/>
                  </a:lnTo>
                  <a:lnTo>
                    <a:pt x="741" y="5741"/>
                  </a:lnTo>
                  <a:lnTo>
                    <a:pt x="2407" y="6112"/>
                  </a:lnTo>
                  <a:cubicBezTo>
                    <a:pt x="2407" y="6112"/>
                    <a:pt x="1852" y="10928"/>
                    <a:pt x="2593" y="12965"/>
                  </a:cubicBezTo>
                  <a:cubicBezTo>
                    <a:pt x="3283" y="14863"/>
                    <a:pt x="3812" y="18207"/>
                    <a:pt x="5079" y="18207"/>
                  </a:cubicBezTo>
                  <a:cubicBezTo>
                    <a:pt x="5173" y="18207"/>
                    <a:pt x="5270" y="18189"/>
                    <a:pt x="5371" y="18151"/>
                  </a:cubicBezTo>
                  <a:cubicBezTo>
                    <a:pt x="6853" y="17595"/>
                    <a:pt x="5926" y="9817"/>
                    <a:pt x="6482" y="8891"/>
                  </a:cubicBezTo>
                  <a:cubicBezTo>
                    <a:pt x="7037" y="7964"/>
                    <a:pt x="9260" y="5741"/>
                    <a:pt x="9260" y="5741"/>
                  </a:cubicBezTo>
                  <a:lnTo>
                    <a:pt x="7408" y="741"/>
                  </a:lnTo>
                  <a:lnTo>
                    <a:pt x="7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1430;p41">
              <a:extLst>
                <a:ext uri="{FF2B5EF4-FFF2-40B4-BE49-F238E27FC236}">
                  <a16:creationId xmlns:a16="http://schemas.microsoft.com/office/drawing/2014/main" id="{383C9244-9F6B-37F6-F1F7-E4051D50A239}"/>
                </a:ext>
              </a:extLst>
            </p:cNvPr>
            <p:cNvSpPr/>
            <p:nvPr/>
          </p:nvSpPr>
          <p:spPr>
            <a:xfrm>
              <a:off x="846750" y="4373675"/>
              <a:ext cx="249975" cy="472325"/>
            </a:xfrm>
            <a:custGeom>
              <a:avLst/>
              <a:gdLst/>
              <a:ahLst/>
              <a:cxnLst/>
              <a:rect l="l" t="t" r="r" b="b"/>
              <a:pathLst>
                <a:path w="9999" h="18893" extrusionOk="0">
                  <a:moveTo>
                    <a:pt x="7223" y="739"/>
                  </a:moveTo>
                  <a:lnTo>
                    <a:pt x="7456" y="1204"/>
                  </a:lnTo>
                  <a:lnTo>
                    <a:pt x="9232" y="5999"/>
                  </a:lnTo>
                  <a:cubicBezTo>
                    <a:pt x="8711" y="6529"/>
                    <a:pt x="7046" y="8241"/>
                    <a:pt x="6558" y="9058"/>
                  </a:cubicBezTo>
                  <a:cubicBezTo>
                    <a:pt x="6308" y="9472"/>
                    <a:pt x="6299" y="10519"/>
                    <a:pt x="6304" y="12488"/>
                  </a:cubicBezTo>
                  <a:cubicBezTo>
                    <a:pt x="6307" y="14384"/>
                    <a:pt x="6316" y="17913"/>
                    <a:pt x="5621" y="18174"/>
                  </a:cubicBezTo>
                  <a:cubicBezTo>
                    <a:pt x="5560" y="18197"/>
                    <a:pt x="5505" y="18208"/>
                    <a:pt x="5451" y="18208"/>
                  </a:cubicBezTo>
                  <a:cubicBezTo>
                    <a:pt x="5390" y="18208"/>
                    <a:pt x="5332" y="18193"/>
                    <a:pt x="5272" y="18164"/>
                  </a:cubicBezTo>
                  <a:cubicBezTo>
                    <a:pt x="4660" y="17855"/>
                    <a:pt x="4183" y="16193"/>
                    <a:pt x="3800" y="14857"/>
                  </a:cubicBezTo>
                  <a:cubicBezTo>
                    <a:pt x="3627" y="14252"/>
                    <a:pt x="3463" y="13682"/>
                    <a:pt x="3285" y="13191"/>
                  </a:cubicBezTo>
                  <a:cubicBezTo>
                    <a:pt x="2580" y="11253"/>
                    <a:pt x="3113" y="6542"/>
                    <a:pt x="3117" y="6495"/>
                  </a:cubicBezTo>
                  <a:cubicBezTo>
                    <a:pt x="3138" y="6321"/>
                    <a:pt x="3024" y="6159"/>
                    <a:pt x="2851" y="6121"/>
                  </a:cubicBezTo>
                  <a:lnTo>
                    <a:pt x="1408" y="5800"/>
                  </a:lnTo>
                  <a:lnTo>
                    <a:pt x="765" y="2269"/>
                  </a:lnTo>
                  <a:lnTo>
                    <a:pt x="7223" y="739"/>
                  </a:lnTo>
                  <a:close/>
                  <a:moveTo>
                    <a:pt x="7411" y="0"/>
                  </a:moveTo>
                  <a:cubicBezTo>
                    <a:pt x="7383" y="0"/>
                    <a:pt x="7356" y="3"/>
                    <a:pt x="7329" y="10"/>
                  </a:cubicBezTo>
                  <a:lnTo>
                    <a:pt x="291" y="1678"/>
                  </a:lnTo>
                  <a:cubicBezTo>
                    <a:pt x="113" y="1719"/>
                    <a:pt x="0" y="1893"/>
                    <a:pt x="33" y="2073"/>
                  </a:cubicBezTo>
                  <a:lnTo>
                    <a:pt x="774" y="6147"/>
                  </a:lnTo>
                  <a:cubicBezTo>
                    <a:pt x="798" y="6283"/>
                    <a:pt x="902" y="6390"/>
                    <a:pt x="1037" y="6419"/>
                  </a:cubicBezTo>
                  <a:lnTo>
                    <a:pt x="2403" y="6724"/>
                  </a:lnTo>
                  <a:cubicBezTo>
                    <a:pt x="2293" y="7834"/>
                    <a:pt x="1981" y="11615"/>
                    <a:pt x="2641" y="13425"/>
                  </a:cubicBezTo>
                  <a:cubicBezTo>
                    <a:pt x="2811" y="13894"/>
                    <a:pt x="2972" y="14453"/>
                    <a:pt x="3141" y="15045"/>
                  </a:cubicBezTo>
                  <a:cubicBezTo>
                    <a:pt x="3625" y="16737"/>
                    <a:pt x="4084" y="18333"/>
                    <a:pt x="4965" y="18775"/>
                  </a:cubicBezTo>
                  <a:cubicBezTo>
                    <a:pt x="5114" y="18853"/>
                    <a:pt x="5281" y="18893"/>
                    <a:pt x="5450" y="18893"/>
                  </a:cubicBezTo>
                  <a:cubicBezTo>
                    <a:pt x="5591" y="18893"/>
                    <a:pt x="5731" y="18866"/>
                    <a:pt x="5861" y="18816"/>
                  </a:cubicBezTo>
                  <a:cubicBezTo>
                    <a:pt x="6925" y="18416"/>
                    <a:pt x="6999" y="16051"/>
                    <a:pt x="6990" y="12487"/>
                  </a:cubicBezTo>
                  <a:cubicBezTo>
                    <a:pt x="6988" y="11236"/>
                    <a:pt x="6984" y="9680"/>
                    <a:pt x="7146" y="9410"/>
                  </a:cubicBezTo>
                  <a:cubicBezTo>
                    <a:pt x="7675" y="8531"/>
                    <a:pt x="9851" y="6349"/>
                    <a:pt x="9874" y="6327"/>
                  </a:cubicBezTo>
                  <a:cubicBezTo>
                    <a:pt x="9967" y="6232"/>
                    <a:pt x="9998" y="6091"/>
                    <a:pt x="9952" y="5966"/>
                  </a:cubicBezTo>
                  <a:lnTo>
                    <a:pt x="8086" y="931"/>
                  </a:lnTo>
                  <a:lnTo>
                    <a:pt x="7715" y="190"/>
                  </a:lnTo>
                  <a:cubicBezTo>
                    <a:pt x="7657" y="71"/>
                    <a:pt x="7537" y="0"/>
                    <a:pt x="7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1431;p41">
              <a:extLst>
                <a:ext uri="{FF2B5EF4-FFF2-40B4-BE49-F238E27FC236}">
                  <a16:creationId xmlns:a16="http://schemas.microsoft.com/office/drawing/2014/main" id="{47C8B24F-BB51-FEA3-E4B9-C542C5761E1E}"/>
                </a:ext>
              </a:extLst>
            </p:cNvPr>
            <p:cNvSpPr/>
            <p:nvPr/>
          </p:nvSpPr>
          <p:spPr>
            <a:xfrm>
              <a:off x="910850" y="4404550"/>
              <a:ext cx="89175" cy="440075"/>
            </a:xfrm>
            <a:custGeom>
              <a:avLst/>
              <a:gdLst/>
              <a:ahLst/>
              <a:cxnLst/>
              <a:rect l="l" t="t" r="r" b="b"/>
              <a:pathLst>
                <a:path w="3567" h="17603" extrusionOk="0">
                  <a:moveTo>
                    <a:pt x="361" y="1"/>
                  </a:moveTo>
                  <a:cubicBezTo>
                    <a:pt x="352" y="1"/>
                    <a:pt x="343" y="1"/>
                    <a:pt x="333" y="2"/>
                  </a:cubicBezTo>
                  <a:cubicBezTo>
                    <a:pt x="145" y="14"/>
                    <a:pt x="1" y="175"/>
                    <a:pt x="13" y="364"/>
                  </a:cubicBezTo>
                  <a:cubicBezTo>
                    <a:pt x="47" y="946"/>
                    <a:pt x="886" y="14664"/>
                    <a:pt x="2898" y="17460"/>
                  </a:cubicBezTo>
                  <a:cubicBezTo>
                    <a:pt x="2963" y="17549"/>
                    <a:pt x="3067" y="17603"/>
                    <a:pt x="3177" y="17603"/>
                  </a:cubicBezTo>
                  <a:cubicBezTo>
                    <a:pt x="3248" y="17603"/>
                    <a:pt x="3318" y="17581"/>
                    <a:pt x="3378" y="17538"/>
                  </a:cubicBezTo>
                  <a:cubicBezTo>
                    <a:pt x="3531" y="17428"/>
                    <a:pt x="3566" y="17214"/>
                    <a:pt x="3455" y="17059"/>
                  </a:cubicBezTo>
                  <a:cubicBezTo>
                    <a:pt x="1557" y="14424"/>
                    <a:pt x="705" y="465"/>
                    <a:pt x="696" y="324"/>
                  </a:cubicBezTo>
                  <a:cubicBezTo>
                    <a:pt x="686" y="144"/>
                    <a:pt x="548" y="1"/>
                    <a:pt x="3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1432;p41">
              <a:extLst>
                <a:ext uri="{FF2B5EF4-FFF2-40B4-BE49-F238E27FC236}">
                  <a16:creationId xmlns:a16="http://schemas.microsoft.com/office/drawing/2014/main" id="{3F07C6CC-58C1-0FA8-7B99-F17E46D43FE2}"/>
                </a:ext>
              </a:extLst>
            </p:cNvPr>
            <p:cNvSpPr/>
            <p:nvPr/>
          </p:nvSpPr>
          <p:spPr>
            <a:xfrm>
              <a:off x="1022575" y="3877575"/>
              <a:ext cx="1055800" cy="694525"/>
            </a:xfrm>
            <a:custGeom>
              <a:avLst/>
              <a:gdLst/>
              <a:ahLst/>
              <a:cxnLst/>
              <a:rect l="l" t="t" r="r" b="b"/>
              <a:pathLst>
                <a:path w="42232" h="27781" extrusionOk="0">
                  <a:moveTo>
                    <a:pt x="13523" y="0"/>
                  </a:moveTo>
                  <a:cubicBezTo>
                    <a:pt x="13523" y="0"/>
                    <a:pt x="4635" y="1111"/>
                    <a:pt x="2597" y="5557"/>
                  </a:cubicBezTo>
                  <a:cubicBezTo>
                    <a:pt x="560" y="10002"/>
                    <a:pt x="4819" y="11484"/>
                    <a:pt x="4819" y="11484"/>
                  </a:cubicBezTo>
                  <a:lnTo>
                    <a:pt x="16671" y="16114"/>
                  </a:lnTo>
                  <a:lnTo>
                    <a:pt x="0" y="19594"/>
                  </a:lnTo>
                  <a:lnTo>
                    <a:pt x="1856" y="27781"/>
                  </a:lnTo>
                  <a:cubicBezTo>
                    <a:pt x="1856" y="27781"/>
                    <a:pt x="9636" y="26300"/>
                    <a:pt x="14264" y="25003"/>
                  </a:cubicBezTo>
                  <a:cubicBezTo>
                    <a:pt x="18894" y="23706"/>
                    <a:pt x="34823" y="20372"/>
                    <a:pt x="38527" y="17039"/>
                  </a:cubicBezTo>
                  <a:cubicBezTo>
                    <a:pt x="42232" y="13705"/>
                    <a:pt x="38898" y="9261"/>
                    <a:pt x="32786" y="6298"/>
                  </a:cubicBezTo>
                  <a:cubicBezTo>
                    <a:pt x="26674" y="3334"/>
                    <a:pt x="13523" y="0"/>
                    <a:pt x="135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1433;p41">
              <a:extLst>
                <a:ext uri="{FF2B5EF4-FFF2-40B4-BE49-F238E27FC236}">
                  <a16:creationId xmlns:a16="http://schemas.microsoft.com/office/drawing/2014/main" id="{41ECB2D9-7CED-0970-66AF-64D7D0C10774}"/>
                </a:ext>
              </a:extLst>
            </p:cNvPr>
            <p:cNvSpPr/>
            <p:nvPr/>
          </p:nvSpPr>
          <p:spPr>
            <a:xfrm>
              <a:off x="1434850" y="4276150"/>
              <a:ext cx="360825" cy="54875"/>
            </a:xfrm>
            <a:custGeom>
              <a:avLst/>
              <a:gdLst/>
              <a:ahLst/>
              <a:cxnLst/>
              <a:rect l="l" t="t" r="r" b="b"/>
              <a:pathLst>
                <a:path w="14433" h="2195" extrusionOk="0">
                  <a:moveTo>
                    <a:pt x="186" y="1"/>
                  </a:moveTo>
                  <a:cubicBezTo>
                    <a:pt x="104" y="1"/>
                    <a:pt x="32" y="59"/>
                    <a:pt x="17" y="141"/>
                  </a:cubicBezTo>
                  <a:cubicBezTo>
                    <a:pt x="1" y="233"/>
                    <a:pt x="59" y="321"/>
                    <a:pt x="151" y="340"/>
                  </a:cubicBezTo>
                  <a:cubicBezTo>
                    <a:pt x="253" y="359"/>
                    <a:pt x="10397" y="2195"/>
                    <a:pt x="14258" y="2195"/>
                  </a:cubicBezTo>
                  <a:lnTo>
                    <a:pt x="14256" y="2195"/>
                  </a:lnTo>
                  <a:cubicBezTo>
                    <a:pt x="14258" y="2195"/>
                    <a:pt x="14260" y="2195"/>
                    <a:pt x="14262" y="2195"/>
                  </a:cubicBezTo>
                  <a:cubicBezTo>
                    <a:pt x="14356" y="2195"/>
                    <a:pt x="14433" y="2119"/>
                    <a:pt x="14433" y="2024"/>
                  </a:cubicBezTo>
                  <a:cubicBezTo>
                    <a:pt x="14433" y="1928"/>
                    <a:pt x="14356" y="1851"/>
                    <a:pt x="14262" y="1851"/>
                  </a:cubicBezTo>
                  <a:cubicBezTo>
                    <a:pt x="14260" y="1851"/>
                    <a:pt x="14258" y="1852"/>
                    <a:pt x="14256" y="1852"/>
                  </a:cubicBezTo>
                  <a:cubicBezTo>
                    <a:pt x="10428" y="1852"/>
                    <a:pt x="313" y="21"/>
                    <a:pt x="212" y="3"/>
                  </a:cubicBezTo>
                  <a:cubicBezTo>
                    <a:pt x="203" y="2"/>
                    <a:pt x="195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1434;p41">
              <a:extLst>
                <a:ext uri="{FF2B5EF4-FFF2-40B4-BE49-F238E27FC236}">
                  <a16:creationId xmlns:a16="http://schemas.microsoft.com/office/drawing/2014/main" id="{A8F09DBE-C278-EDDF-5407-6E04CCC461F8}"/>
                </a:ext>
              </a:extLst>
            </p:cNvPr>
            <p:cNvSpPr/>
            <p:nvPr/>
          </p:nvSpPr>
          <p:spPr>
            <a:xfrm>
              <a:off x="1430100" y="3368225"/>
              <a:ext cx="555650" cy="514025"/>
            </a:xfrm>
            <a:custGeom>
              <a:avLst/>
              <a:gdLst/>
              <a:ahLst/>
              <a:cxnLst/>
              <a:rect l="l" t="t" r="r" b="b"/>
              <a:pathLst>
                <a:path w="22226" h="20561" extrusionOk="0">
                  <a:moveTo>
                    <a:pt x="4447" y="1"/>
                  </a:moveTo>
                  <a:lnTo>
                    <a:pt x="1" y="18707"/>
                  </a:lnTo>
                  <a:lnTo>
                    <a:pt x="4447" y="20560"/>
                  </a:lnTo>
                  <a:cubicBezTo>
                    <a:pt x="4447" y="20560"/>
                    <a:pt x="7595" y="17226"/>
                    <a:pt x="12225" y="15189"/>
                  </a:cubicBezTo>
                  <a:cubicBezTo>
                    <a:pt x="16855" y="13152"/>
                    <a:pt x="22226" y="11484"/>
                    <a:pt x="21299" y="6113"/>
                  </a:cubicBezTo>
                  <a:cubicBezTo>
                    <a:pt x="20374" y="742"/>
                    <a:pt x="16114" y="1"/>
                    <a:pt x="1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1435;p41">
              <a:extLst>
                <a:ext uri="{FF2B5EF4-FFF2-40B4-BE49-F238E27FC236}">
                  <a16:creationId xmlns:a16="http://schemas.microsoft.com/office/drawing/2014/main" id="{722100BF-83F4-331D-27EA-F11C2867ED01}"/>
                </a:ext>
              </a:extLst>
            </p:cNvPr>
            <p:cNvSpPr/>
            <p:nvPr/>
          </p:nvSpPr>
          <p:spPr>
            <a:xfrm>
              <a:off x="1854100" y="2460300"/>
              <a:ext cx="327550" cy="227525"/>
            </a:xfrm>
            <a:custGeom>
              <a:avLst/>
              <a:gdLst/>
              <a:ahLst/>
              <a:cxnLst/>
              <a:rect l="l" t="t" r="r" b="b"/>
              <a:pathLst>
                <a:path w="13102" h="9101" extrusionOk="0">
                  <a:moveTo>
                    <a:pt x="11588" y="1"/>
                  </a:moveTo>
                  <a:cubicBezTo>
                    <a:pt x="10827" y="1"/>
                    <a:pt x="9848" y="323"/>
                    <a:pt x="9222" y="323"/>
                  </a:cubicBezTo>
                  <a:cubicBezTo>
                    <a:pt x="9211" y="323"/>
                    <a:pt x="9200" y="323"/>
                    <a:pt x="9189" y="323"/>
                  </a:cubicBezTo>
                  <a:cubicBezTo>
                    <a:pt x="9161" y="322"/>
                    <a:pt x="9131" y="322"/>
                    <a:pt x="9099" y="322"/>
                  </a:cubicBezTo>
                  <a:cubicBezTo>
                    <a:pt x="8068" y="322"/>
                    <a:pt x="4962" y="610"/>
                    <a:pt x="3825" y="1774"/>
                  </a:cubicBezTo>
                  <a:cubicBezTo>
                    <a:pt x="2654" y="2973"/>
                    <a:pt x="0" y="6071"/>
                    <a:pt x="0" y="6071"/>
                  </a:cubicBezTo>
                  <a:lnTo>
                    <a:pt x="2286" y="8561"/>
                  </a:lnTo>
                  <a:cubicBezTo>
                    <a:pt x="2286" y="8561"/>
                    <a:pt x="4691" y="9101"/>
                    <a:pt x="5846" y="9101"/>
                  </a:cubicBezTo>
                  <a:cubicBezTo>
                    <a:pt x="6143" y="9101"/>
                    <a:pt x="6357" y="9065"/>
                    <a:pt x="6427" y="8976"/>
                  </a:cubicBezTo>
                  <a:cubicBezTo>
                    <a:pt x="6770" y="8538"/>
                    <a:pt x="10540" y="7018"/>
                    <a:pt x="11289" y="6662"/>
                  </a:cubicBezTo>
                  <a:cubicBezTo>
                    <a:pt x="12037" y="6306"/>
                    <a:pt x="12460" y="5462"/>
                    <a:pt x="11648" y="5297"/>
                  </a:cubicBezTo>
                  <a:cubicBezTo>
                    <a:pt x="11593" y="5286"/>
                    <a:pt x="11524" y="5281"/>
                    <a:pt x="11444" y="5281"/>
                  </a:cubicBezTo>
                  <a:cubicBezTo>
                    <a:pt x="10350" y="5281"/>
                    <a:pt x="7147" y="6248"/>
                    <a:pt x="7147" y="6248"/>
                  </a:cubicBezTo>
                  <a:lnTo>
                    <a:pt x="9508" y="2923"/>
                  </a:lnTo>
                  <a:cubicBezTo>
                    <a:pt x="9508" y="2923"/>
                    <a:pt x="13102" y="1030"/>
                    <a:pt x="12486" y="312"/>
                  </a:cubicBezTo>
                  <a:cubicBezTo>
                    <a:pt x="12285" y="79"/>
                    <a:pt x="11963" y="1"/>
                    <a:pt x="115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1436;p41">
              <a:extLst>
                <a:ext uri="{FF2B5EF4-FFF2-40B4-BE49-F238E27FC236}">
                  <a16:creationId xmlns:a16="http://schemas.microsoft.com/office/drawing/2014/main" id="{7EDA9BE0-55BE-7458-D8CC-F18AA5E23706}"/>
                </a:ext>
              </a:extLst>
            </p:cNvPr>
            <p:cNvSpPr/>
            <p:nvPr/>
          </p:nvSpPr>
          <p:spPr>
            <a:xfrm>
              <a:off x="1844775" y="2451775"/>
              <a:ext cx="332550" cy="244475"/>
            </a:xfrm>
            <a:custGeom>
              <a:avLst/>
              <a:gdLst/>
              <a:ahLst/>
              <a:cxnLst/>
              <a:rect l="l" t="t" r="r" b="b"/>
              <a:pathLst>
                <a:path w="13302" h="9779" extrusionOk="0">
                  <a:moveTo>
                    <a:pt x="12007" y="680"/>
                  </a:moveTo>
                  <a:cubicBezTo>
                    <a:pt x="12266" y="680"/>
                    <a:pt x="12477" y="723"/>
                    <a:pt x="12588" y="843"/>
                  </a:cubicBezTo>
                  <a:cubicBezTo>
                    <a:pt x="12572" y="1175"/>
                    <a:pt x="11234" y="2164"/>
                    <a:pt x="9722" y="2960"/>
                  </a:cubicBezTo>
                  <a:cubicBezTo>
                    <a:pt x="9675" y="2985"/>
                    <a:pt x="9633" y="3020"/>
                    <a:pt x="9602" y="3065"/>
                  </a:cubicBezTo>
                  <a:lnTo>
                    <a:pt x="7241" y="6390"/>
                  </a:lnTo>
                  <a:cubicBezTo>
                    <a:pt x="7073" y="6627"/>
                    <a:pt x="7254" y="6933"/>
                    <a:pt x="7516" y="6933"/>
                  </a:cubicBezTo>
                  <a:cubicBezTo>
                    <a:pt x="7550" y="6933"/>
                    <a:pt x="7584" y="6928"/>
                    <a:pt x="7620" y="6917"/>
                  </a:cubicBezTo>
                  <a:cubicBezTo>
                    <a:pt x="8904" y="6528"/>
                    <a:pt x="11050" y="5962"/>
                    <a:pt x="11795" y="5962"/>
                  </a:cubicBezTo>
                  <a:cubicBezTo>
                    <a:pt x="11859" y="5962"/>
                    <a:pt x="11912" y="5967"/>
                    <a:pt x="11954" y="5975"/>
                  </a:cubicBezTo>
                  <a:cubicBezTo>
                    <a:pt x="12063" y="5998"/>
                    <a:pt x="12116" y="6032"/>
                    <a:pt x="12119" y="6051"/>
                  </a:cubicBezTo>
                  <a:cubicBezTo>
                    <a:pt x="12133" y="6164"/>
                    <a:pt x="11932" y="6495"/>
                    <a:pt x="11515" y="6693"/>
                  </a:cubicBezTo>
                  <a:cubicBezTo>
                    <a:pt x="11325" y="6783"/>
                    <a:pt x="10939" y="6950"/>
                    <a:pt x="10463" y="7153"/>
                  </a:cubicBezTo>
                  <a:cubicBezTo>
                    <a:pt x="8059" y="8187"/>
                    <a:pt x="6791" y="8772"/>
                    <a:pt x="6579" y="9063"/>
                  </a:cubicBezTo>
                  <a:cubicBezTo>
                    <a:pt x="6521" y="9090"/>
                    <a:pt x="6407" y="9103"/>
                    <a:pt x="6250" y="9103"/>
                  </a:cubicBezTo>
                  <a:cubicBezTo>
                    <a:pt x="5578" y="9103"/>
                    <a:pt x="4119" y="8872"/>
                    <a:pt x="2838" y="8590"/>
                  </a:cubicBezTo>
                  <a:lnTo>
                    <a:pt x="832" y="6405"/>
                  </a:lnTo>
                  <a:cubicBezTo>
                    <a:pt x="1469" y="5665"/>
                    <a:pt x="3480" y="3344"/>
                    <a:pt x="4445" y="2355"/>
                  </a:cubicBezTo>
                  <a:cubicBezTo>
                    <a:pt x="5453" y="1324"/>
                    <a:pt x="8384" y="1006"/>
                    <a:pt x="9447" y="1006"/>
                  </a:cubicBezTo>
                  <a:cubicBezTo>
                    <a:pt x="9486" y="1006"/>
                    <a:pt x="9522" y="1006"/>
                    <a:pt x="9556" y="1007"/>
                  </a:cubicBezTo>
                  <a:cubicBezTo>
                    <a:pt x="9568" y="1007"/>
                    <a:pt x="9580" y="1007"/>
                    <a:pt x="9593" y="1007"/>
                  </a:cubicBezTo>
                  <a:cubicBezTo>
                    <a:pt x="9919" y="1007"/>
                    <a:pt x="10317" y="932"/>
                    <a:pt x="10732" y="852"/>
                  </a:cubicBezTo>
                  <a:cubicBezTo>
                    <a:pt x="11151" y="772"/>
                    <a:pt x="11630" y="680"/>
                    <a:pt x="12007" y="680"/>
                  </a:cubicBezTo>
                  <a:close/>
                  <a:moveTo>
                    <a:pt x="11962" y="0"/>
                  </a:moveTo>
                  <a:cubicBezTo>
                    <a:pt x="11527" y="0"/>
                    <a:pt x="11051" y="92"/>
                    <a:pt x="10603" y="178"/>
                  </a:cubicBezTo>
                  <a:cubicBezTo>
                    <a:pt x="10220" y="252"/>
                    <a:pt x="9851" y="321"/>
                    <a:pt x="9593" y="321"/>
                  </a:cubicBezTo>
                  <a:cubicBezTo>
                    <a:pt x="9585" y="321"/>
                    <a:pt x="9577" y="321"/>
                    <a:pt x="9570" y="321"/>
                  </a:cubicBezTo>
                  <a:cubicBezTo>
                    <a:pt x="9546" y="320"/>
                    <a:pt x="9521" y="320"/>
                    <a:pt x="9493" y="320"/>
                  </a:cubicBezTo>
                  <a:cubicBezTo>
                    <a:pt x="8571" y="320"/>
                    <a:pt x="5227" y="573"/>
                    <a:pt x="3953" y="1875"/>
                  </a:cubicBezTo>
                  <a:cubicBezTo>
                    <a:pt x="2788" y="3069"/>
                    <a:pt x="222" y="6062"/>
                    <a:pt x="113" y="6189"/>
                  </a:cubicBezTo>
                  <a:cubicBezTo>
                    <a:pt x="1" y="6321"/>
                    <a:pt x="4" y="6516"/>
                    <a:pt x="121" y="6644"/>
                  </a:cubicBezTo>
                  <a:lnTo>
                    <a:pt x="2406" y="9134"/>
                  </a:lnTo>
                  <a:cubicBezTo>
                    <a:pt x="2454" y="9186"/>
                    <a:pt x="2516" y="9222"/>
                    <a:pt x="2584" y="9236"/>
                  </a:cubicBezTo>
                  <a:cubicBezTo>
                    <a:pt x="4442" y="9654"/>
                    <a:pt x="5516" y="9778"/>
                    <a:pt x="6145" y="9778"/>
                  </a:cubicBezTo>
                  <a:cubicBezTo>
                    <a:pt x="6874" y="9778"/>
                    <a:pt x="7007" y="9611"/>
                    <a:pt x="7067" y="9532"/>
                  </a:cubicBezTo>
                  <a:cubicBezTo>
                    <a:pt x="7332" y="9245"/>
                    <a:pt x="9715" y="8221"/>
                    <a:pt x="10734" y="7784"/>
                  </a:cubicBezTo>
                  <a:cubicBezTo>
                    <a:pt x="11221" y="7575"/>
                    <a:pt x="11616" y="7405"/>
                    <a:pt x="11810" y="7313"/>
                  </a:cubicBezTo>
                  <a:cubicBezTo>
                    <a:pt x="12352" y="7055"/>
                    <a:pt x="12866" y="6510"/>
                    <a:pt x="12799" y="5968"/>
                  </a:cubicBezTo>
                  <a:cubicBezTo>
                    <a:pt x="12780" y="5806"/>
                    <a:pt x="12672" y="5420"/>
                    <a:pt x="12091" y="5303"/>
                  </a:cubicBezTo>
                  <a:cubicBezTo>
                    <a:pt x="12020" y="5288"/>
                    <a:pt x="11932" y="5281"/>
                    <a:pt x="11831" y="5281"/>
                  </a:cubicBezTo>
                  <a:cubicBezTo>
                    <a:pt x="11043" y="5281"/>
                    <a:pt x="9439" y="5688"/>
                    <a:pt x="8370" y="5986"/>
                  </a:cubicBezTo>
                  <a:lnTo>
                    <a:pt x="10115" y="3528"/>
                  </a:lnTo>
                  <a:cubicBezTo>
                    <a:pt x="10900" y="3111"/>
                    <a:pt x="13092" y="1870"/>
                    <a:pt x="13261" y="977"/>
                  </a:cubicBezTo>
                  <a:cubicBezTo>
                    <a:pt x="13301" y="783"/>
                    <a:pt x="13249" y="581"/>
                    <a:pt x="13120" y="431"/>
                  </a:cubicBezTo>
                  <a:cubicBezTo>
                    <a:pt x="12839" y="104"/>
                    <a:pt x="12424" y="0"/>
                    <a:pt x="119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1437;p41">
              <a:extLst>
                <a:ext uri="{FF2B5EF4-FFF2-40B4-BE49-F238E27FC236}">
                  <a16:creationId xmlns:a16="http://schemas.microsoft.com/office/drawing/2014/main" id="{51DFA664-D898-10A9-CAF4-CC9628EE9C45}"/>
                </a:ext>
              </a:extLst>
            </p:cNvPr>
            <p:cNvSpPr/>
            <p:nvPr/>
          </p:nvSpPr>
          <p:spPr>
            <a:xfrm>
              <a:off x="661500" y="2639125"/>
              <a:ext cx="1278075" cy="1632050"/>
            </a:xfrm>
            <a:custGeom>
              <a:avLst/>
              <a:gdLst/>
              <a:ahLst/>
              <a:cxnLst/>
              <a:rect l="l" t="t" r="r" b="b"/>
              <a:pathLst>
                <a:path w="51123" h="65282" extrusionOk="0">
                  <a:moveTo>
                    <a:pt x="48139" y="1"/>
                  </a:moveTo>
                  <a:lnTo>
                    <a:pt x="35410" y="5372"/>
                  </a:lnTo>
                  <a:lnTo>
                    <a:pt x="35410" y="5383"/>
                  </a:lnTo>
                  <a:cubicBezTo>
                    <a:pt x="31551" y="6436"/>
                    <a:pt x="27120" y="7801"/>
                    <a:pt x="25929" y="8793"/>
                  </a:cubicBezTo>
                  <a:cubicBezTo>
                    <a:pt x="23706" y="10645"/>
                    <a:pt x="23706" y="16571"/>
                    <a:pt x="23706" y="17126"/>
                  </a:cubicBezTo>
                  <a:cubicBezTo>
                    <a:pt x="23706" y="17682"/>
                    <a:pt x="20372" y="23053"/>
                    <a:pt x="15744" y="27499"/>
                  </a:cubicBezTo>
                  <a:cubicBezTo>
                    <a:pt x="11114" y="31943"/>
                    <a:pt x="3705" y="35463"/>
                    <a:pt x="1854" y="37130"/>
                  </a:cubicBezTo>
                  <a:cubicBezTo>
                    <a:pt x="0" y="38796"/>
                    <a:pt x="1854" y="51020"/>
                    <a:pt x="7225" y="56576"/>
                  </a:cubicBezTo>
                  <a:cubicBezTo>
                    <a:pt x="12596" y="62132"/>
                    <a:pt x="19447" y="65282"/>
                    <a:pt x="19447" y="65282"/>
                  </a:cubicBezTo>
                  <a:cubicBezTo>
                    <a:pt x="19447" y="65282"/>
                    <a:pt x="31671" y="49724"/>
                    <a:pt x="33153" y="46946"/>
                  </a:cubicBezTo>
                  <a:cubicBezTo>
                    <a:pt x="34634" y="44167"/>
                    <a:pt x="35005" y="43612"/>
                    <a:pt x="35005" y="43612"/>
                  </a:cubicBezTo>
                  <a:cubicBezTo>
                    <a:pt x="35005" y="43612"/>
                    <a:pt x="39635" y="35650"/>
                    <a:pt x="39265" y="33241"/>
                  </a:cubicBezTo>
                  <a:cubicBezTo>
                    <a:pt x="38894" y="30833"/>
                    <a:pt x="38708" y="20647"/>
                    <a:pt x="38708" y="18424"/>
                  </a:cubicBezTo>
                  <a:cubicBezTo>
                    <a:pt x="38708" y="16201"/>
                    <a:pt x="42042" y="11386"/>
                    <a:pt x="42599" y="9718"/>
                  </a:cubicBezTo>
                  <a:cubicBezTo>
                    <a:pt x="42624" y="9641"/>
                    <a:pt x="42658" y="9555"/>
                    <a:pt x="42691" y="9470"/>
                  </a:cubicBezTo>
                  <a:lnTo>
                    <a:pt x="51123" y="2189"/>
                  </a:lnTo>
                  <a:lnTo>
                    <a:pt x="48139" y="1"/>
                  </a:ln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1438;p41">
              <a:extLst>
                <a:ext uri="{FF2B5EF4-FFF2-40B4-BE49-F238E27FC236}">
                  <a16:creationId xmlns:a16="http://schemas.microsoft.com/office/drawing/2014/main" id="{6DA2389A-AC00-B884-2063-902991FF2A4F}"/>
                </a:ext>
              </a:extLst>
            </p:cNvPr>
            <p:cNvSpPr/>
            <p:nvPr/>
          </p:nvSpPr>
          <p:spPr>
            <a:xfrm>
              <a:off x="678200" y="2630575"/>
              <a:ext cx="1271150" cy="1649150"/>
            </a:xfrm>
            <a:custGeom>
              <a:avLst/>
              <a:gdLst/>
              <a:ahLst/>
              <a:cxnLst/>
              <a:rect l="l" t="t" r="r" b="b"/>
              <a:pathLst>
                <a:path w="50846" h="65966" extrusionOk="0">
                  <a:moveTo>
                    <a:pt x="47427" y="735"/>
                  </a:moveTo>
                  <a:lnTo>
                    <a:pt x="49905" y="2552"/>
                  </a:lnTo>
                  <a:lnTo>
                    <a:pt x="41800" y="9554"/>
                  </a:lnTo>
                  <a:cubicBezTo>
                    <a:pt x="41757" y="9589"/>
                    <a:pt x="41725" y="9635"/>
                    <a:pt x="41704" y="9687"/>
                  </a:cubicBezTo>
                  <a:cubicBezTo>
                    <a:pt x="41668" y="9778"/>
                    <a:pt x="41633" y="9868"/>
                    <a:pt x="41606" y="9953"/>
                  </a:cubicBezTo>
                  <a:cubicBezTo>
                    <a:pt x="41419" y="10511"/>
                    <a:pt x="40887" y="11472"/>
                    <a:pt x="40272" y="12584"/>
                  </a:cubicBezTo>
                  <a:cubicBezTo>
                    <a:pt x="39065" y="14767"/>
                    <a:pt x="37697" y="17240"/>
                    <a:pt x="37697" y="18766"/>
                  </a:cubicBezTo>
                  <a:cubicBezTo>
                    <a:pt x="37697" y="20909"/>
                    <a:pt x="37885" y="31207"/>
                    <a:pt x="38259" y="33634"/>
                  </a:cubicBezTo>
                  <a:cubicBezTo>
                    <a:pt x="38547" y="35511"/>
                    <a:pt x="35311" y="41596"/>
                    <a:pt x="34052" y="43764"/>
                  </a:cubicBezTo>
                  <a:cubicBezTo>
                    <a:pt x="34037" y="43788"/>
                    <a:pt x="33655" y="44364"/>
                    <a:pt x="32182" y="47126"/>
                  </a:cubicBezTo>
                  <a:cubicBezTo>
                    <a:pt x="30827" y="49670"/>
                    <a:pt x="20162" y="63304"/>
                    <a:pt x="18680" y="65195"/>
                  </a:cubicBezTo>
                  <a:cubicBezTo>
                    <a:pt x="17418" y="64578"/>
                    <a:pt x="11503" y="61543"/>
                    <a:pt x="6803" y="56680"/>
                  </a:cubicBezTo>
                  <a:cubicBezTo>
                    <a:pt x="2681" y="52415"/>
                    <a:pt x="690" y="44263"/>
                    <a:pt x="838" y="40019"/>
                  </a:cubicBezTo>
                  <a:cubicBezTo>
                    <a:pt x="895" y="38366"/>
                    <a:pt x="1260" y="37866"/>
                    <a:pt x="1413" y="37728"/>
                  </a:cubicBezTo>
                  <a:cubicBezTo>
                    <a:pt x="2066" y="37140"/>
                    <a:pt x="3458" y="36299"/>
                    <a:pt x="5217" y="35237"/>
                  </a:cubicBezTo>
                  <a:cubicBezTo>
                    <a:pt x="8227" y="33421"/>
                    <a:pt x="12348" y="30932"/>
                    <a:pt x="15312" y="28087"/>
                  </a:cubicBezTo>
                  <a:cubicBezTo>
                    <a:pt x="19802" y="23777"/>
                    <a:pt x="23381" y="18279"/>
                    <a:pt x="23381" y="17468"/>
                  </a:cubicBezTo>
                  <a:cubicBezTo>
                    <a:pt x="23381" y="16413"/>
                    <a:pt x="23482" y="11062"/>
                    <a:pt x="25481" y="9398"/>
                  </a:cubicBezTo>
                  <a:cubicBezTo>
                    <a:pt x="26124" y="8862"/>
                    <a:pt x="28268" y="7847"/>
                    <a:pt x="34833" y="6057"/>
                  </a:cubicBezTo>
                  <a:cubicBezTo>
                    <a:pt x="34875" y="6045"/>
                    <a:pt x="34913" y="6025"/>
                    <a:pt x="34947" y="5999"/>
                  </a:cubicBezTo>
                  <a:lnTo>
                    <a:pt x="47427" y="735"/>
                  </a:lnTo>
                  <a:close/>
                  <a:moveTo>
                    <a:pt x="47471" y="0"/>
                  </a:moveTo>
                  <a:cubicBezTo>
                    <a:pt x="47426" y="0"/>
                    <a:pt x="47381" y="9"/>
                    <a:pt x="47338" y="28"/>
                  </a:cubicBezTo>
                  <a:lnTo>
                    <a:pt x="34609" y="5397"/>
                  </a:lnTo>
                  <a:cubicBezTo>
                    <a:pt x="34595" y="5403"/>
                    <a:pt x="34582" y="5411"/>
                    <a:pt x="34569" y="5418"/>
                  </a:cubicBezTo>
                  <a:cubicBezTo>
                    <a:pt x="29253" y="6872"/>
                    <a:pt x="26048" y="8033"/>
                    <a:pt x="25043" y="8871"/>
                  </a:cubicBezTo>
                  <a:cubicBezTo>
                    <a:pt x="22864" y="10685"/>
                    <a:pt x="22697" y="15911"/>
                    <a:pt x="22698" y="17448"/>
                  </a:cubicBezTo>
                  <a:cubicBezTo>
                    <a:pt x="22591" y="18071"/>
                    <a:pt x="19326" y="23285"/>
                    <a:pt x="14838" y="27593"/>
                  </a:cubicBezTo>
                  <a:cubicBezTo>
                    <a:pt x="11929" y="30385"/>
                    <a:pt x="7846" y="32850"/>
                    <a:pt x="4864" y="34649"/>
                  </a:cubicBezTo>
                  <a:cubicBezTo>
                    <a:pt x="3072" y="35732"/>
                    <a:pt x="1658" y="36586"/>
                    <a:pt x="956" y="37217"/>
                  </a:cubicBezTo>
                  <a:cubicBezTo>
                    <a:pt x="471" y="37652"/>
                    <a:pt x="201" y="38587"/>
                    <a:pt x="152" y="39995"/>
                  </a:cubicBezTo>
                  <a:cubicBezTo>
                    <a:pt x="1" y="44362"/>
                    <a:pt x="2056" y="52755"/>
                    <a:pt x="6310" y="57157"/>
                  </a:cubicBezTo>
                  <a:cubicBezTo>
                    <a:pt x="11663" y="62694"/>
                    <a:pt x="18567" y="65903"/>
                    <a:pt x="18637" y="65934"/>
                  </a:cubicBezTo>
                  <a:cubicBezTo>
                    <a:pt x="18681" y="65955"/>
                    <a:pt x="18730" y="65965"/>
                    <a:pt x="18779" y="65965"/>
                  </a:cubicBezTo>
                  <a:cubicBezTo>
                    <a:pt x="18885" y="65965"/>
                    <a:pt x="18984" y="65918"/>
                    <a:pt x="19050" y="65835"/>
                  </a:cubicBezTo>
                  <a:cubicBezTo>
                    <a:pt x="19550" y="65198"/>
                    <a:pt x="31309" y="50222"/>
                    <a:pt x="32788" y="47448"/>
                  </a:cubicBezTo>
                  <a:cubicBezTo>
                    <a:pt x="34232" y="44743"/>
                    <a:pt x="34619" y="44150"/>
                    <a:pt x="34634" y="44126"/>
                  </a:cubicBezTo>
                  <a:cubicBezTo>
                    <a:pt x="34826" y="43797"/>
                    <a:pt x="39321" y="36029"/>
                    <a:pt x="38936" y="33530"/>
                  </a:cubicBezTo>
                  <a:cubicBezTo>
                    <a:pt x="38568" y="31139"/>
                    <a:pt x="38384" y="20900"/>
                    <a:pt x="38384" y="18766"/>
                  </a:cubicBezTo>
                  <a:cubicBezTo>
                    <a:pt x="38384" y="17416"/>
                    <a:pt x="39765" y="14922"/>
                    <a:pt x="40872" y="12917"/>
                  </a:cubicBezTo>
                  <a:cubicBezTo>
                    <a:pt x="41505" y="11775"/>
                    <a:pt x="42050" y="10788"/>
                    <a:pt x="42256" y="10170"/>
                  </a:cubicBezTo>
                  <a:cubicBezTo>
                    <a:pt x="42273" y="10121"/>
                    <a:pt x="42292" y="10069"/>
                    <a:pt x="42311" y="10017"/>
                  </a:cubicBezTo>
                  <a:lnTo>
                    <a:pt x="50679" y="2791"/>
                  </a:lnTo>
                  <a:cubicBezTo>
                    <a:pt x="50845" y="2647"/>
                    <a:pt x="50835" y="2384"/>
                    <a:pt x="50658" y="2255"/>
                  </a:cubicBezTo>
                  <a:lnTo>
                    <a:pt x="47673" y="68"/>
                  </a:lnTo>
                  <a:cubicBezTo>
                    <a:pt x="47614" y="23"/>
                    <a:pt x="47543" y="0"/>
                    <a:pt x="474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1439;p41">
              <a:extLst>
                <a:ext uri="{FF2B5EF4-FFF2-40B4-BE49-F238E27FC236}">
                  <a16:creationId xmlns:a16="http://schemas.microsoft.com/office/drawing/2014/main" id="{8BE398FB-D6E0-CFCB-0A96-92CDE2873D34}"/>
                </a:ext>
              </a:extLst>
            </p:cNvPr>
            <p:cNvSpPr/>
            <p:nvPr/>
          </p:nvSpPr>
          <p:spPr>
            <a:xfrm>
              <a:off x="1243075" y="2870025"/>
              <a:ext cx="216150" cy="205850"/>
            </a:xfrm>
            <a:custGeom>
              <a:avLst/>
              <a:gdLst/>
              <a:ahLst/>
              <a:cxnLst/>
              <a:rect l="l" t="t" r="r" b="b"/>
              <a:pathLst>
                <a:path w="8646" h="8234" extrusionOk="0">
                  <a:moveTo>
                    <a:pt x="8254" y="0"/>
                  </a:moveTo>
                  <a:cubicBezTo>
                    <a:pt x="8200" y="0"/>
                    <a:pt x="8146" y="13"/>
                    <a:pt x="8095" y="40"/>
                  </a:cubicBezTo>
                  <a:cubicBezTo>
                    <a:pt x="4491" y="1927"/>
                    <a:pt x="344" y="7451"/>
                    <a:pt x="170" y="7686"/>
                  </a:cubicBezTo>
                  <a:cubicBezTo>
                    <a:pt x="1" y="7911"/>
                    <a:pt x="162" y="8233"/>
                    <a:pt x="445" y="8233"/>
                  </a:cubicBezTo>
                  <a:cubicBezTo>
                    <a:pt x="552" y="8233"/>
                    <a:pt x="654" y="8183"/>
                    <a:pt x="719" y="8095"/>
                  </a:cubicBezTo>
                  <a:cubicBezTo>
                    <a:pt x="761" y="8039"/>
                    <a:pt x="4945" y="2463"/>
                    <a:pt x="8413" y="648"/>
                  </a:cubicBezTo>
                  <a:cubicBezTo>
                    <a:pt x="8581" y="559"/>
                    <a:pt x="8646" y="353"/>
                    <a:pt x="8558" y="185"/>
                  </a:cubicBezTo>
                  <a:cubicBezTo>
                    <a:pt x="8497" y="67"/>
                    <a:pt x="8378" y="0"/>
                    <a:pt x="8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1440;p41">
              <a:extLst>
                <a:ext uri="{FF2B5EF4-FFF2-40B4-BE49-F238E27FC236}">
                  <a16:creationId xmlns:a16="http://schemas.microsoft.com/office/drawing/2014/main" id="{0D500B94-EE9C-1848-BDDB-A10C58FEBCF8}"/>
                </a:ext>
              </a:extLst>
            </p:cNvPr>
            <p:cNvSpPr/>
            <p:nvPr/>
          </p:nvSpPr>
          <p:spPr>
            <a:xfrm>
              <a:off x="1629200" y="2749375"/>
              <a:ext cx="444550" cy="438700"/>
            </a:xfrm>
            <a:custGeom>
              <a:avLst/>
              <a:gdLst/>
              <a:ahLst/>
              <a:cxnLst/>
              <a:rect l="l" t="t" r="r" b="b"/>
              <a:pathLst>
                <a:path w="17782" h="17548" extrusionOk="0">
                  <a:moveTo>
                    <a:pt x="10962" y="0"/>
                  </a:moveTo>
                  <a:cubicBezTo>
                    <a:pt x="9143" y="0"/>
                    <a:pt x="7337" y="456"/>
                    <a:pt x="6298" y="1235"/>
                  </a:cubicBezTo>
                  <a:cubicBezTo>
                    <a:pt x="4075" y="2901"/>
                    <a:pt x="2409" y="6420"/>
                    <a:pt x="2409" y="6420"/>
                  </a:cubicBezTo>
                  <a:cubicBezTo>
                    <a:pt x="2409" y="6420"/>
                    <a:pt x="0" y="6976"/>
                    <a:pt x="0" y="9013"/>
                  </a:cubicBezTo>
                  <a:cubicBezTo>
                    <a:pt x="0" y="11050"/>
                    <a:pt x="372" y="16606"/>
                    <a:pt x="372" y="16606"/>
                  </a:cubicBezTo>
                  <a:cubicBezTo>
                    <a:pt x="372" y="16606"/>
                    <a:pt x="3150" y="15124"/>
                    <a:pt x="4261" y="15124"/>
                  </a:cubicBezTo>
                  <a:cubicBezTo>
                    <a:pt x="5373" y="15124"/>
                    <a:pt x="8335" y="17347"/>
                    <a:pt x="9632" y="17532"/>
                  </a:cubicBezTo>
                  <a:cubicBezTo>
                    <a:pt x="9707" y="17543"/>
                    <a:pt x="9782" y="17548"/>
                    <a:pt x="9858" y="17548"/>
                  </a:cubicBezTo>
                  <a:cubicBezTo>
                    <a:pt x="11096" y="17548"/>
                    <a:pt x="12442" y="16172"/>
                    <a:pt x="12966" y="15124"/>
                  </a:cubicBezTo>
                  <a:lnTo>
                    <a:pt x="15003" y="11050"/>
                  </a:lnTo>
                  <a:cubicBezTo>
                    <a:pt x="15003" y="11050"/>
                    <a:pt x="15929" y="10124"/>
                    <a:pt x="16855" y="9383"/>
                  </a:cubicBezTo>
                  <a:cubicBezTo>
                    <a:pt x="17781" y="8642"/>
                    <a:pt x="15929" y="7901"/>
                    <a:pt x="16299" y="6235"/>
                  </a:cubicBezTo>
                  <a:cubicBezTo>
                    <a:pt x="16669" y="4567"/>
                    <a:pt x="16114" y="1974"/>
                    <a:pt x="16114" y="1974"/>
                  </a:cubicBezTo>
                  <a:cubicBezTo>
                    <a:pt x="15127" y="593"/>
                    <a:pt x="13036" y="0"/>
                    <a:pt x="109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441;p41">
              <a:extLst>
                <a:ext uri="{FF2B5EF4-FFF2-40B4-BE49-F238E27FC236}">
                  <a16:creationId xmlns:a16="http://schemas.microsoft.com/office/drawing/2014/main" id="{E1789F86-3EB2-E8DB-91F9-E663DE2A207F}"/>
                </a:ext>
              </a:extLst>
            </p:cNvPr>
            <p:cNvSpPr/>
            <p:nvPr/>
          </p:nvSpPr>
          <p:spPr>
            <a:xfrm>
              <a:off x="1620650" y="2740850"/>
              <a:ext cx="452750" cy="455825"/>
            </a:xfrm>
            <a:custGeom>
              <a:avLst/>
              <a:gdLst/>
              <a:ahLst/>
              <a:cxnLst/>
              <a:rect l="l" t="t" r="r" b="b"/>
              <a:pathLst>
                <a:path w="18110" h="18233" extrusionOk="0">
                  <a:moveTo>
                    <a:pt x="11295" y="683"/>
                  </a:moveTo>
                  <a:cubicBezTo>
                    <a:pt x="11802" y="683"/>
                    <a:pt x="12311" y="720"/>
                    <a:pt x="12804" y="796"/>
                  </a:cubicBezTo>
                  <a:cubicBezTo>
                    <a:pt x="14325" y="1032"/>
                    <a:pt x="15504" y="1620"/>
                    <a:pt x="16135" y="2458"/>
                  </a:cubicBezTo>
                  <a:cubicBezTo>
                    <a:pt x="16218" y="2878"/>
                    <a:pt x="16623" y="5074"/>
                    <a:pt x="16306" y="6501"/>
                  </a:cubicBezTo>
                  <a:cubicBezTo>
                    <a:pt x="16090" y="7474"/>
                    <a:pt x="16522" y="8172"/>
                    <a:pt x="16839" y="8683"/>
                  </a:cubicBezTo>
                  <a:cubicBezTo>
                    <a:pt x="17194" y="9257"/>
                    <a:pt x="17168" y="9308"/>
                    <a:pt x="16983" y="9456"/>
                  </a:cubicBezTo>
                  <a:cubicBezTo>
                    <a:pt x="16052" y="10200"/>
                    <a:pt x="15140" y="11111"/>
                    <a:pt x="15101" y="11149"/>
                  </a:cubicBezTo>
                  <a:cubicBezTo>
                    <a:pt x="15076" y="11175"/>
                    <a:pt x="15054" y="11206"/>
                    <a:pt x="15037" y="11238"/>
                  </a:cubicBezTo>
                  <a:lnTo>
                    <a:pt x="13000" y="15313"/>
                  </a:lnTo>
                  <a:cubicBezTo>
                    <a:pt x="12512" y="16289"/>
                    <a:pt x="11243" y="17547"/>
                    <a:pt x="10196" y="17547"/>
                  </a:cubicBezTo>
                  <a:cubicBezTo>
                    <a:pt x="10137" y="17547"/>
                    <a:pt x="10079" y="17543"/>
                    <a:pt x="10021" y="17535"/>
                  </a:cubicBezTo>
                  <a:cubicBezTo>
                    <a:pt x="9460" y="17454"/>
                    <a:pt x="8462" y="16899"/>
                    <a:pt x="7497" y="16363"/>
                  </a:cubicBezTo>
                  <a:cubicBezTo>
                    <a:pt x="6351" y="15726"/>
                    <a:pt x="5267" y="15123"/>
                    <a:pt x="4603" y="15123"/>
                  </a:cubicBezTo>
                  <a:cubicBezTo>
                    <a:pt x="3690" y="15123"/>
                    <a:pt x="1893" y="15965"/>
                    <a:pt x="1023" y="16403"/>
                  </a:cubicBezTo>
                  <a:cubicBezTo>
                    <a:pt x="931" y="14973"/>
                    <a:pt x="686" y="10992"/>
                    <a:pt x="686" y="9354"/>
                  </a:cubicBezTo>
                  <a:cubicBezTo>
                    <a:pt x="686" y="7618"/>
                    <a:pt x="2741" y="7116"/>
                    <a:pt x="2828" y="7095"/>
                  </a:cubicBezTo>
                  <a:cubicBezTo>
                    <a:pt x="2931" y="7072"/>
                    <a:pt x="3015" y="7002"/>
                    <a:pt x="3060" y="6908"/>
                  </a:cubicBezTo>
                  <a:cubicBezTo>
                    <a:pt x="3078" y="6874"/>
                    <a:pt x="4719" y="3445"/>
                    <a:pt x="6845" y="1849"/>
                  </a:cubicBezTo>
                  <a:cubicBezTo>
                    <a:pt x="7825" y="1115"/>
                    <a:pt x="9551" y="683"/>
                    <a:pt x="11295" y="683"/>
                  </a:cubicBezTo>
                  <a:close/>
                  <a:moveTo>
                    <a:pt x="11322" y="1"/>
                  </a:moveTo>
                  <a:cubicBezTo>
                    <a:pt x="9424" y="1"/>
                    <a:pt x="7526" y="483"/>
                    <a:pt x="6435" y="1301"/>
                  </a:cubicBezTo>
                  <a:cubicBezTo>
                    <a:pt x="4404" y="2825"/>
                    <a:pt x="2858" y="5774"/>
                    <a:pt x="2512" y="6470"/>
                  </a:cubicBezTo>
                  <a:cubicBezTo>
                    <a:pt x="1560" y="6742"/>
                    <a:pt x="1" y="7628"/>
                    <a:pt x="1" y="9354"/>
                  </a:cubicBezTo>
                  <a:cubicBezTo>
                    <a:pt x="1" y="11379"/>
                    <a:pt x="356" y="16743"/>
                    <a:pt x="372" y="16970"/>
                  </a:cubicBezTo>
                  <a:cubicBezTo>
                    <a:pt x="385" y="17160"/>
                    <a:pt x="543" y="17292"/>
                    <a:pt x="714" y="17292"/>
                  </a:cubicBezTo>
                  <a:cubicBezTo>
                    <a:pt x="768" y="17292"/>
                    <a:pt x="823" y="17279"/>
                    <a:pt x="876" y="17251"/>
                  </a:cubicBezTo>
                  <a:cubicBezTo>
                    <a:pt x="1627" y="16849"/>
                    <a:pt x="3762" y="15809"/>
                    <a:pt x="4603" y="15809"/>
                  </a:cubicBezTo>
                  <a:cubicBezTo>
                    <a:pt x="5090" y="15809"/>
                    <a:pt x="6192" y="16422"/>
                    <a:pt x="7164" y="16963"/>
                  </a:cubicBezTo>
                  <a:cubicBezTo>
                    <a:pt x="8231" y="17555"/>
                    <a:pt x="9239" y="18115"/>
                    <a:pt x="9925" y="18215"/>
                  </a:cubicBezTo>
                  <a:cubicBezTo>
                    <a:pt x="10017" y="18227"/>
                    <a:pt x="10110" y="18232"/>
                    <a:pt x="10204" y="18232"/>
                  </a:cubicBezTo>
                  <a:cubicBezTo>
                    <a:pt x="11637" y="18232"/>
                    <a:pt x="13063" y="16722"/>
                    <a:pt x="13615" y="15619"/>
                  </a:cubicBezTo>
                  <a:lnTo>
                    <a:pt x="15627" y="11596"/>
                  </a:lnTo>
                  <a:cubicBezTo>
                    <a:pt x="15810" y="11414"/>
                    <a:pt x="16616" y="10630"/>
                    <a:pt x="17410" y="9993"/>
                  </a:cubicBezTo>
                  <a:cubicBezTo>
                    <a:pt x="18110" y="9433"/>
                    <a:pt x="17712" y="8791"/>
                    <a:pt x="17422" y="8322"/>
                  </a:cubicBezTo>
                  <a:cubicBezTo>
                    <a:pt x="17140" y="7866"/>
                    <a:pt x="16821" y="7351"/>
                    <a:pt x="16977" y="6650"/>
                  </a:cubicBezTo>
                  <a:cubicBezTo>
                    <a:pt x="17358" y="4932"/>
                    <a:pt x="16813" y="2354"/>
                    <a:pt x="16791" y="2244"/>
                  </a:cubicBezTo>
                  <a:cubicBezTo>
                    <a:pt x="16781" y="2198"/>
                    <a:pt x="16762" y="2155"/>
                    <a:pt x="16735" y="2118"/>
                  </a:cubicBezTo>
                  <a:cubicBezTo>
                    <a:pt x="15802" y="811"/>
                    <a:pt x="14139" y="309"/>
                    <a:pt x="12910" y="119"/>
                  </a:cubicBezTo>
                  <a:cubicBezTo>
                    <a:pt x="12392" y="39"/>
                    <a:pt x="11857" y="1"/>
                    <a:pt x="11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442;p41">
              <a:extLst>
                <a:ext uri="{FF2B5EF4-FFF2-40B4-BE49-F238E27FC236}">
                  <a16:creationId xmlns:a16="http://schemas.microsoft.com/office/drawing/2014/main" id="{26022C51-AB36-1193-6A6D-2EF22D04D1E5}"/>
                </a:ext>
              </a:extLst>
            </p:cNvPr>
            <p:cNvSpPr/>
            <p:nvPr/>
          </p:nvSpPr>
          <p:spPr>
            <a:xfrm>
              <a:off x="1762875" y="3053800"/>
              <a:ext cx="108775" cy="110050"/>
            </a:xfrm>
            <a:custGeom>
              <a:avLst/>
              <a:gdLst/>
              <a:ahLst/>
              <a:cxnLst/>
              <a:rect l="l" t="t" r="r" b="b"/>
              <a:pathLst>
                <a:path w="4351" h="4402" extrusionOk="0">
                  <a:moveTo>
                    <a:pt x="384" y="0"/>
                  </a:moveTo>
                  <a:cubicBezTo>
                    <a:pt x="305" y="0"/>
                    <a:pt x="226" y="27"/>
                    <a:pt x="161" y="82"/>
                  </a:cubicBezTo>
                  <a:cubicBezTo>
                    <a:pt x="13" y="210"/>
                    <a:pt x="1" y="436"/>
                    <a:pt x="136" y="578"/>
                  </a:cubicBezTo>
                  <a:cubicBezTo>
                    <a:pt x="338" y="814"/>
                    <a:pt x="1392" y="1993"/>
                    <a:pt x="2247" y="1993"/>
                  </a:cubicBezTo>
                  <a:lnTo>
                    <a:pt x="2735" y="1993"/>
                  </a:lnTo>
                  <a:cubicBezTo>
                    <a:pt x="2905" y="2537"/>
                    <a:pt x="3314" y="3774"/>
                    <a:pt x="3628" y="4249"/>
                  </a:cubicBezTo>
                  <a:cubicBezTo>
                    <a:pt x="3692" y="4344"/>
                    <a:pt x="3799" y="4402"/>
                    <a:pt x="3914" y="4402"/>
                  </a:cubicBezTo>
                  <a:lnTo>
                    <a:pt x="3914" y="4402"/>
                  </a:lnTo>
                  <a:cubicBezTo>
                    <a:pt x="4189" y="4401"/>
                    <a:pt x="4350" y="4097"/>
                    <a:pt x="4199" y="3869"/>
                  </a:cubicBezTo>
                  <a:cubicBezTo>
                    <a:pt x="3920" y="3450"/>
                    <a:pt x="3467" y="2054"/>
                    <a:pt x="3317" y="1554"/>
                  </a:cubicBezTo>
                  <a:cubicBezTo>
                    <a:pt x="3274" y="1408"/>
                    <a:pt x="3140" y="1309"/>
                    <a:pt x="2988" y="1309"/>
                  </a:cubicBezTo>
                  <a:lnTo>
                    <a:pt x="2247" y="1309"/>
                  </a:lnTo>
                  <a:cubicBezTo>
                    <a:pt x="1847" y="1309"/>
                    <a:pt x="1074" y="621"/>
                    <a:pt x="656" y="133"/>
                  </a:cubicBezTo>
                  <a:cubicBezTo>
                    <a:pt x="588" y="45"/>
                    <a:pt x="486" y="0"/>
                    <a:pt x="384" y="0"/>
                  </a:cubicBezTo>
                  <a:close/>
                  <a:moveTo>
                    <a:pt x="3914" y="4402"/>
                  </a:moveTo>
                  <a:cubicBezTo>
                    <a:pt x="3914" y="4402"/>
                    <a:pt x="3914" y="4402"/>
                    <a:pt x="3914" y="4402"/>
                  </a:cubicBezTo>
                  <a:lnTo>
                    <a:pt x="3915" y="4402"/>
                  </a:lnTo>
                  <a:cubicBezTo>
                    <a:pt x="3915" y="4402"/>
                    <a:pt x="3915" y="4402"/>
                    <a:pt x="3914" y="44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1443;p41">
              <a:extLst>
                <a:ext uri="{FF2B5EF4-FFF2-40B4-BE49-F238E27FC236}">
                  <a16:creationId xmlns:a16="http://schemas.microsoft.com/office/drawing/2014/main" id="{0C7CBFE7-A771-6288-6F60-19493672F5A2}"/>
                </a:ext>
              </a:extLst>
            </p:cNvPr>
            <p:cNvSpPr/>
            <p:nvPr/>
          </p:nvSpPr>
          <p:spPr>
            <a:xfrm>
              <a:off x="1991050" y="2878175"/>
              <a:ext cx="50650" cy="72700"/>
            </a:xfrm>
            <a:custGeom>
              <a:avLst/>
              <a:gdLst/>
              <a:ahLst/>
              <a:cxnLst/>
              <a:rect l="l" t="t" r="r" b="b"/>
              <a:pathLst>
                <a:path w="2026" h="2908" extrusionOk="0">
                  <a:moveTo>
                    <a:pt x="1637" y="0"/>
                  </a:moveTo>
                  <a:cubicBezTo>
                    <a:pt x="1569" y="0"/>
                    <a:pt x="1501" y="20"/>
                    <a:pt x="1441" y="62"/>
                  </a:cubicBezTo>
                  <a:cubicBezTo>
                    <a:pt x="1381" y="104"/>
                    <a:pt x="0" y="1109"/>
                    <a:pt x="0" y="2565"/>
                  </a:cubicBezTo>
                  <a:cubicBezTo>
                    <a:pt x="0" y="2753"/>
                    <a:pt x="155" y="2908"/>
                    <a:pt x="343" y="2908"/>
                  </a:cubicBezTo>
                  <a:cubicBezTo>
                    <a:pt x="533" y="2908"/>
                    <a:pt x="686" y="2753"/>
                    <a:pt x="686" y="2565"/>
                  </a:cubicBezTo>
                  <a:cubicBezTo>
                    <a:pt x="686" y="1464"/>
                    <a:pt x="1828" y="628"/>
                    <a:pt x="1840" y="621"/>
                  </a:cubicBezTo>
                  <a:cubicBezTo>
                    <a:pt x="1992" y="509"/>
                    <a:pt x="2026" y="297"/>
                    <a:pt x="1916" y="144"/>
                  </a:cubicBezTo>
                  <a:cubicBezTo>
                    <a:pt x="1849" y="51"/>
                    <a:pt x="1744" y="0"/>
                    <a:pt x="16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1444;p41">
              <a:extLst>
                <a:ext uri="{FF2B5EF4-FFF2-40B4-BE49-F238E27FC236}">
                  <a16:creationId xmlns:a16="http://schemas.microsoft.com/office/drawing/2014/main" id="{B14EC3C1-DBC2-354A-F9F1-8CB0A7B97BD4}"/>
                </a:ext>
              </a:extLst>
            </p:cNvPr>
            <p:cNvSpPr/>
            <p:nvPr/>
          </p:nvSpPr>
          <p:spPr>
            <a:xfrm>
              <a:off x="1573675" y="2546575"/>
              <a:ext cx="560250" cy="516125"/>
            </a:xfrm>
            <a:custGeom>
              <a:avLst/>
              <a:gdLst/>
              <a:ahLst/>
              <a:cxnLst/>
              <a:rect l="l" t="t" r="r" b="b"/>
              <a:pathLst>
                <a:path w="22410" h="20645" extrusionOk="0">
                  <a:moveTo>
                    <a:pt x="11305" y="1"/>
                  </a:moveTo>
                  <a:cubicBezTo>
                    <a:pt x="9421" y="1"/>
                    <a:pt x="7268" y="546"/>
                    <a:pt x="5000" y="2310"/>
                  </a:cubicBezTo>
                  <a:cubicBezTo>
                    <a:pt x="0" y="6197"/>
                    <a:pt x="1112" y="11384"/>
                    <a:pt x="3148" y="15457"/>
                  </a:cubicBezTo>
                  <a:cubicBezTo>
                    <a:pt x="5185" y="19532"/>
                    <a:pt x="7964" y="20644"/>
                    <a:pt x="7964" y="20644"/>
                  </a:cubicBezTo>
                  <a:cubicBezTo>
                    <a:pt x="7964" y="20644"/>
                    <a:pt x="7223" y="18236"/>
                    <a:pt x="8519" y="17125"/>
                  </a:cubicBezTo>
                  <a:cubicBezTo>
                    <a:pt x="8688" y="16980"/>
                    <a:pt x="8864" y="16917"/>
                    <a:pt x="9042" y="16917"/>
                  </a:cubicBezTo>
                  <a:cubicBezTo>
                    <a:pt x="10232" y="16917"/>
                    <a:pt x="11556" y="19718"/>
                    <a:pt x="12038" y="19718"/>
                  </a:cubicBezTo>
                  <a:cubicBezTo>
                    <a:pt x="12594" y="19718"/>
                    <a:pt x="12779" y="18236"/>
                    <a:pt x="12779" y="17680"/>
                  </a:cubicBezTo>
                  <a:cubicBezTo>
                    <a:pt x="12779" y="17125"/>
                    <a:pt x="13890" y="16384"/>
                    <a:pt x="15002" y="16014"/>
                  </a:cubicBezTo>
                  <a:cubicBezTo>
                    <a:pt x="16113" y="15643"/>
                    <a:pt x="14261" y="13791"/>
                    <a:pt x="14076" y="12865"/>
                  </a:cubicBezTo>
                  <a:cubicBezTo>
                    <a:pt x="13890" y="11940"/>
                    <a:pt x="19817" y="11570"/>
                    <a:pt x="21113" y="7681"/>
                  </a:cubicBezTo>
                  <a:cubicBezTo>
                    <a:pt x="22409" y="3790"/>
                    <a:pt x="18890" y="1938"/>
                    <a:pt x="16669" y="1197"/>
                  </a:cubicBezTo>
                  <a:cubicBezTo>
                    <a:pt x="15454" y="792"/>
                    <a:pt x="13575" y="1"/>
                    <a:pt x="11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445;p41">
              <a:extLst>
                <a:ext uri="{FF2B5EF4-FFF2-40B4-BE49-F238E27FC236}">
                  <a16:creationId xmlns:a16="http://schemas.microsoft.com/office/drawing/2014/main" id="{2B735029-5E23-513B-CF08-92722C181802}"/>
                </a:ext>
              </a:extLst>
            </p:cNvPr>
            <p:cNvSpPr/>
            <p:nvPr/>
          </p:nvSpPr>
          <p:spPr>
            <a:xfrm>
              <a:off x="1532125" y="2921050"/>
              <a:ext cx="222125" cy="382425"/>
            </a:xfrm>
            <a:custGeom>
              <a:avLst/>
              <a:gdLst/>
              <a:ahLst/>
              <a:cxnLst/>
              <a:rect l="l" t="t" r="r" b="b"/>
              <a:pathLst>
                <a:path w="8885" h="15297" extrusionOk="0">
                  <a:moveTo>
                    <a:pt x="3212" y="0"/>
                  </a:moveTo>
                  <a:cubicBezTo>
                    <a:pt x="3212" y="0"/>
                    <a:pt x="0" y="2104"/>
                    <a:pt x="741" y="6179"/>
                  </a:cubicBezTo>
                  <a:cubicBezTo>
                    <a:pt x="1482" y="10254"/>
                    <a:pt x="3144" y="15297"/>
                    <a:pt x="3144" y="15297"/>
                  </a:cubicBezTo>
                  <a:lnTo>
                    <a:pt x="8885" y="15297"/>
                  </a:lnTo>
                  <a:lnTo>
                    <a:pt x="6106" y="9185"/>
                  </a:lnTo>
                  <a:lnTo>
                    <a:pt x="4810" y="478"/>
                  </a:lnTo>
                  <a:lnTo>
                    <a:pt x="3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446;p41">
              <a:extLst>
                <a:ext uri="{FF2B5EF4-FFF2-40B4-BE49-F238E27FC236}">
                  <a16:creationId xmlns:a16="http://schemas.microsoft.com/office/drawing/2014/main" id="{8AD798E5-FB18-A629-4D49-C4CDB07DDE18}"/>
                </a:ext>
              </a:extLst>
            </p:cNvPr>
            <p:cNvSpPr/>
            <p:nvPr/>
          </p:nvSpPr>
          <p:spPr>
            <a:xfrm>
              <a:off x="1522925" y="2912475"/>
              <a:ext cx="241725" cy="399575"/>
            </a:xfrm>
            <a:custGeom>
              <a:avLst/>
              <a:gdLst/>
              <a:ahLst/>
              <a:cxnLst/>
              <a:rect l="l" t="t" r="r" b="b"/>
              <a:pathLst>
                <a:path w="9669" h="15983" extrusionOk="0">
                  <a:moveTo>
                    <a:pt x="3643" y="720"/>
                  </a:moveTo>
                  <a:lnTo>
                    <a:pt x="4871" y="1089"/>
                  </a:lnTo>
                  <a:lnTo>
                    <a:pt x="6136" y="9577"/>
                  </a:lnTo>
                  <a:cubicBezTo>
                    <a:pt x="6140" y="9609"/>
                    <a:pt x="6149" y="9639"/>
                    <a:pt x="6163" y="9669"/>
                  </a:cubicBezTo>
                  <a:lnTo>
                    <a:pt x="8720" y="15297"/>
                  </a:lnTo>
                  <a:lnTo>
                    <a:pt x="3760" y="15297"/>
                  </a:lnTo>
                  <a:cubicBezTo>
                    <a:pt x="3427" y="14256"/>
                    <a:pt x="2085" y="9969"/>
                    <a:pt x="1446" y="6460"/>
                  </a:cubicBezTo>
                  <a:cubicBezTo>
                    <a:pt x="830" y="3073"/>
                    <a:pt x="3069" y="1150"/>
                    <a:pt x="3643" y="720"/>
                  </a:cubicBezTo>
                  <a:close/>
                  <a:moveTo>
                    <a:pt x="3579" y="0"/>
                  </a:moveTo>
                  <a:cubicBezTo>
                    <a:pt x="3514" y="0"/>
                    <a:pt x="3449" y="19"/>
                    <a:pt x="3393" y="57"/>
                  </a:cubicBezTo>
                  <a:cubicBezTo>
                    <a:pt x="3359" y="79"/>
                    <a:pt x="0" y="2335"/>
                    <a:pt x="772" y="6583"/>
                  </a:cubicBezTo>
                  <a:cubicBezTo>
                    <a:pt x="1509" y="10634"/>
                    <a:pt x="3169" y="15696"/>
                    <a:pt x="3185" y="15747"/>
                  </a:cubicBezTo>
                  <a:cubicBezTo>
                    <a:pt x="3231" y="15886"/>
                    <a:pt x="3363" y="15981"/>
                    <a:pt x="3511" y="15981"/>
                  </a:cubicBezTo>
                  <a:lnTo>
                    <a:pt x="9253" y="15981"/>
                  </a:lnTo>
                  <a:lnTo>
                    <a:pt x="9253" y="15983"/>
                  </a:lnTo>
                  <a:cubicBezTo>
                    <a:pt x="9502" y="15983"/>
                    <a:pt x="9669" y="15724"/>
                    <a:pt x="9565" y="15497"/>
                  </a:cubicBezTo>
                  <a:lnTo>
                    <a:pt x="6807" y="9430"/>
                  </a:lnTo>
                  <a:lnTo>
                    <a:pt x="5518" y="772"/>
                  </a:lnTo>
                  <a:cubicBezTo>
                    <a:pt x="5499" y="640"/>
                    <a:pt x="5405" y="532"/>
                    <a:pt x="5276" y="495"/>
                  </a:cubicBezTo>
                  <a:lnTo>
                    <a:pt x="3678" y="15"/>
                  </a:lnTo>
                  <a:cubicBezTo>
                    <a:pt x="3646" y="5"/>
                    <a:pt x="3612" y="0"/>
                    <a:pt x="35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447;p41">
              <a:extLst>
                <a:ext uri="{FF2B5EF4-FFF2-40B4-BE49-F238E27FC236}">
                  <a16:creationId xmlns:a16="http://schemas.microsoft.com/office/drawing/2014/main" id="{C2C85270-8C0F-149F-C6E2-3427DF17FEA4}"/>
                </a:ext>
              </a:extLst>
            </p:cNvPr>
            <p:cNvSpPr/>
            <p:nvPr/>
          </p:nvSpPr>
          <p:spPr>
            <a:xfrm>
              <a:off x="2346900" y="3534925"/>
              <a:ext cx="324125" cy="236200"/>
            </a:xfrm>
            <a:custGeom>
              <a:avLst/>
              <a:gdLst/>
              <a:ahLst/>
              <a:cxnLst/>
              <a:rect l="l" t="t" r="r" b="b"/>
              <a:pathLst>
                <a:path w="12965" h="9448" extrusionOk="0">
                  <a:moveTo>
                    <a:pt x="7787" y="1"/>
                  </a:moveTo>
                  <a:cubicBezTo>
                    <a:pt x="7554" y="1"/>
                    <a:pt x="7286" y="63"/>
                    <a:pt x="7040" y="186"/>
                  </a:cubicBezTo>
                  <a:cubicBezTo>
                    <a:pt x="6299" y="557"/>
                    <a:pt x="2779" y="2595"/>
                    <a:pt x="2224" y="2595"/>
                  </a:cubicBezTo>
                  <a:cubicBezTo>
                    <a:pt x="1668" y="2595"/>
                    <a:pt x="1" y="6112"/>
                    <a:pt x="1" y="6112"/>
                  </a:cubicBezTo>
                  <a:lnTo>
                    <a:pt x="556" y="9448"/>
                  </a:lnTo>
                  <a:cubicBezTo>
                    <a:pt x="556" y="9448"/>
                    <a:pt x="4629" y="9262"/>
                    <a:pt x="6297" y="9076"/>
                  </a:cubicBezTo>
                  <a:cubicBezTo>
                    <a:pt x="7965" y="8891"/>
                    <a:pt x="10188" y="6484"/>
                    <a:pt x="10743" y="5743"/>
                  </a:cubicBezTo>
                  <a:cubicBezTo>
                    <a:pt x="11298" y="5002"/>
                    <a:pt x="12964" y="4077"/>
                    <a:pt x="12780" y="3150"/>
                  </a:cubicBezTo>
                  <a:cubicBezTo>
                    <a:pt x="12740" y="2948"/>
                    <a:pt x="12533" y="2870"/>
                    <a:pt x="12235" y="2870"/>
                  </a:cubicBezTo>
                  <a:cubicBezTo>
                    <a:pt x="11159" y="2870"/>
                    <a:pt x="8891" y="3891"/>
                    <a:pt x="8891" y="3891"/>
                  </a:cubicBezTo>
                  <a:lnTo>
                    <a:pt x="4817" y="3705"/>
                  </a:lnTo>
                  <a:cubicBezTo>
                    <a:pt x="4817" y="3705"/>
                    <a:pt x="7965" y="1482"/>
                    <a:pt x="8336" y="741"/>
                  </a:cubicBezTo>
                  <a:cubicBezTo>
                    <a:pt x="8582" y="247"/>
                    <a:pt x="8253" y="1"/>
                    <a:pt x="7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448;p41">
              <a:extLst>
                <a:ext uri="{FF2B5EF4-FFF2-40B4-BE49-F238E27FC236}">
                  <a16:creationId xmlns:a16="http://schemas.microsoft.com/office/drawing/2014/main" id="{56AA4A88-2D14-75AC-B063-42DFBD05B16B}"/>
                </a:ext>
              </a:extLst>
            </p:cNvPr>
            <p:cNvSpPr/>
            <p:nvPr/>
          </p:nvSpPr>
          <p:spPr>
            <a:xfrm>
              <a:off x="2338150" y="3526375"/>
              <a:ext cx="340775" cy="253300"/>
            </a:xfrm>
            <a:custGeom>
              <a:avLst/>
              <a:gdLst/>
              <a:ahLst/>
              <a:cxnLst/>
              <a:rect l="l" t="t" r="r" b="b"/>
              <a:pathLst>
                <a:path w="13631" h="10132" extrusionOk="0">
                  <a:moveTo>
                    <a:pt x="8135" y="685"/>
                  </a:moveTo>
                  <a:cubicBezTo>
                    <a:pt x="8277" y="685"/>
                    <a:pt x="8382" y="715"/>
                    <a:pt x="8420" y="754"/>
                  </a:cubicBezTo>
                  <a:cubicBezTo>
                    <a:pt x="8432" y="766"/>
                    <a:pt x="8428" y="829"/>
                    <a:pt x="8377" y="929"/>
                  </a:cubicBezTo>
                  <a:cubicBezTo>
                    <a:pt x="8136" y="1413"/>
                    <a:pt x="6157" y="2926"/>
                    <a:pt x="4968" y="3767"/>
                  </a:cubicBezTo>
                  <a:cubicBezTo>
                    <a:pt x="4700" y="3955"/>
                    <a:pt x="4824" y="4375"/>
                    <a:pt x="5150" y="4389"/>
                  </a:cubicBezTo>
                  <a:lnTo>
                    <a:pt x="9225" y="4574"/>
                  </a:lnTo>
                  <a:cubicBezTo>
                    <a:pt x="9233" y="4575"/>
                    <a:pt x="9241" y="4575"/>
                    <a:pt x="9249" y="4575"/>
                  </a:cubicBezTo>
                  <a:cubicBezTo>
                    <a:pt x="9294" y="4575"/>
                    <a:pt x="9339" y="4565"/>
                    <a:pt x="9381" y="4545"/>
                  </a:cubicBezTo>
                  <a:cubicBezTo>
                    <a:pt x="10724" y="3940"/>
                    <a:pt x="12100" y="3526"/>
                    <a:pt x="12616" y="3526"/>
                  </a:cubicBezTo>
                  <a:cubicBezTo>
                    <a:pt x="12698" y="3526"/>
                    <a:pt x="12758" y="3537"/>
                    <a:pt x="12793" y="3559"/>
                  </a:cubicBezTo>
                  <a:cubicBezTo>
                    <a:pt x="12879" y="3988"/>
                    <a:pt x="12205" y="4574"/>
                    <a:pt x="11665" y="5047"/>
                  </a:cubicBezTo>
                  <a:cubicBezTo>
                    <a:pt x="11334" y="5335"/>
                    <a:pt x="11022" y="5608"/>
                    <a:pt x="10818" y="5878"/>
                  </a:cubicBezTo>
                  <a:cubicBezTo>
                    <a:pt x="10245" y="6642"/>
                    <a:pt x="8096" y="8912"/>
                    <a:pt x="6610" y="9077"/>
                  </a:cubicBezTo>
                  <a:cubicBezTo>
                    <a:pt x="5236" y="9230"/>
                    <a:pt x="2170" y="9384"/>
                    <a:pt x="1194" y="9432"/>
                  </a:cubicBezTo>
                  <a:lnTo>
                    <a:pt x="706" y="6505"/>
                  </a:lnTo>
                  <a:cubicBezTo>
                    <a:pt x="1404" y="5045"/>
                    <a:pt x="2330" y="3421"/>
                    <a:pt x="2572" y="3278"/>
                  </a:cubicBezTo>
                  <a:cubicBezTo>
                    <a:pt x="2996" y="3278"/>
                    <a:pt x="4238" y="2638"/>
                    <a:pt x="6533" y="1379"/>
                  </a:cubicBezTo>
                  <a:cubicBezTo>
                    <a:pt x="6986" y="1131"/>
                    <a:pt x="7354" y="927"/>
                    <a:pt x="7541" y="834"/>
                  </a:cubicBezTo>
                  <a:cubicBezTo>
                    <a:pt x="7761" y="724"/>
                    <a:pt x="7973" y="685"/>
                    <a:pt x="8135" y="685"/>
                  </a:cubicBezTo>
                  <a:close/>
                  <a:moveTo>
                    <a:pt x="8141" y="0"/>
                  </a:moveTo>
                  <a:cubicBezTo>
                    <a:pt x="7835" y="0"/>
                    <a:pt x="7508" y="85"/>
                    <a:pt x="7235" y="222"/>
                  </a:cubicBezTo>
                  <a:cubicBezTo>
                    <a:pt x="7042" y="317"/>
                    <a:pt x="6666" y="525"/>
                    <a:pt x="6202" y="779"/>
                  </a:cubicBezTo>
                  <a:cubicBezTo>
                    <a:pt x="5230" y="1312"/>
                    <a:pt x="2955" y="2561"/>
                    <a:pt x="2572" y="2592"/>
                  </a:cubicBezTo>
                  <a:cubicBezTo>
                    <a:pt x="2381" y="2592"/>
                    <a:pt x="1800" y="2592"/>
                    <a:pt x="41" y="6307"/>
                  </a:cubicBezTo>
                  <a:cubicBezTo>
                    <a:pt x="11" y="6371"/>
                    <a:pt x="0" y="6443"/>
                    <a:pt x="12" y="6511"/>
                  </a:cubicBezTo>
                  <a:lnTo>
                    <a:pt x="568" y="9845"/>
                  </a:lnTo>
                  <a:cubicBezTo>
                    <a:pt x="594" y="10009"/>
                    <a:pt x="738" y="10131"/>
                    <a:pt x="905" y="10131"/>
                  </a:cubicBezTo>
                  <a:lnTo>
                    <a:pt x="923" y="10131"/>
                  </a:lnTo>
                  <a:cubicBezTo>
                    <a:pt x="1089" y="10124"/>
                    <a:pt x="5027" y="9944"/>
                    <a:pt x="6686" y="9760"/>
                  </a:cubicBezTo>
                  <a:cubicBezTo>
                    <a:pt x="8551" y="9552"/>
                    <a:pt x="10888" y="6928"/>
                    <a:pt x="11368" y="6291"/>
                  </a:cubicBezTo>
                  <a:cubicBezTo>
                    <a:pt x="11527" y="6077"/>
                    <a:pt x="11813" y="5828"/>
                    <a:pt x="12116" y="5563"/>
                  </a:cubicBezTo>
                  <a:cubicBezTo>
                    <a:pt x="12826" y="4944"/>
                    <a:pt x="13631" y="4243"/>
                    <a:pt x="13466" y="3425"/>
                  </a:cubicBezTo>
                  <a:cubicBezTo>
                    <a:pt x="13427" y="3231"/>
                    <a:pt x="13301" y="3064"/>
                    <a:pt x="13123" y="2977"/>
                  </a:cubicBezTo>
                  <a:cubicBezTo>
                    <a:pt x="12985" y="2906"/>
                    <a:pt x="12802" y="2876"/>
                    <a:pt x="12590" y="2876"/>
                  </a:cubicBezTo>
                  <a:cubicBezTo>
                    <a:pt x="11563" y="2876"/>
                    <a:pt x="9848" y="3588"/>
                    <a:pt x="9174" y="3887"/>
                  </a:cubicBezTo>
                  <a:lnTo>
                    <a:pt x="6163" y="3750"/>
                  </a:lnTo>
                  <a:cubicBezTo>
                    <a:pt x="7170" y="3006"/>
                    <a:pt x="8705" y="1809"/>
                    <a:pt x="8992" y="1238"/>
                  </a:cubicBezTo>
                  <a:cubicBezTo>
                    <a:pt x="9258" y="706"/>
                    <a:pt x="9020" y="384"/>
                    <a:pt x="8906" y="270"/>
                  </a:cubicBezTo>
                  <a:cubicBezTo>
                    <a:pt x="8715" y="80"/>
                    <a:pt x="8438" y="0"/>
                    <a:pt x="8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449;p41">
              <a:extLst>
                <a:ext uri="{FF2B5EF4-FFF2-40B4-BE49-F238E27FC236}">
                  <a16:creationId xmlns:a16="http://schemas.microsoft.com/office/drawing/2014/main" id="{AADD8195-8054-CEC8-6875-1A710B40106F}"/>
                </a:ext>
              </a:extLst>
            </p:cNvPr>
            <p:cNvSpPr/>
            <p:nvPr/>
          </p:nvSpPr>
          <p:spPr>
            <a:xfrm>
              <a:off x="1379175" y="3308050"/>
              <a:ext cx="1004775" cy="699250"/>
            </a:xfrm>
            <a:custGeom>
              <a:avLst/>
              <a:gdLst/>
              <a:ahLst/>
              <a:cxnLst/>
              <a:rect l="l" t="t" r="r" b="b"/>
              <a:pathLst>
                <a:path w="40191" h="27970" extrusionOk="0">
                  <a:moveTo>
                    <a:pt x="5187" y="1"/>
                  </a:moveTo>
                  <a:cubicBezTo>
                    <a:pt x="3891" y="1"/>
                    <a:pt x="1668" y="1853"/>
                    <a:pt x="1668" y="1853"/>
                  </a:cubicBezTo>
                  <a:lnTo>
                    <a:pt x="0" y="10557"/>
                  </a:lnTo>
                  <a:cubicBezTo>
                    <a:pt x="0" y="10557"/>
                    <a:pt x="18151" y="27781"/>
                    <a:pt x="20188" y="27967"/>
                  </a:cubicBezTo>
                  <a:cubicBezTo>
                    <a:pt x="20211" y="27969"/>
                    <a:pt x="20235" y="27970"/>
                    <a:pt x="20261" y="27970"/>
                  </a:cubicBezTo>
                  <a:cubicBezTo>
                    <a:pt x="22619" y="27970"/>
                    <a:pt x="40190" y="19819"/>
                    <a:pt x="40190" y="19819"/>
                  </a:cubicBezTo>
                  <a:lnTo>
                    <a:pt x="38710" y="14262"/>
                  </a:lnTo>
                  <a:lnTo>
                    <a:pt x="20744" y="18337"/>
                  </a:lnTo>
                  <a:cubicBezTo>
                    <a:pt x="20744" y="18337"/>
                    <a:pt x="6484" y="1"/>
                    <a:pt x="5187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450;p41">
              <a:extLst>
                <a:ext uri="{FF2B5EF4-FFF2-40B4-BE49-F238E27FC236}">
                  <a16:creationId xmlns:a16="http://schemas.microsoft.com/office/drawing/2014/main" id="{0709B1AC-0B11-893B-4C62-B409DEAE6F5F}"/>
                </a:ext>
              </a:extLst>
            </p:cNvPr>
            <p:cNvSpPr/>
            <p:nvPr/>
          </p:nvSpPr>
          <p:spPr>
            <a:xfrm>
              <a:off x="1369825" y="3299475"/>
              <a:ext cx="1023475" cy="716400"/>
            </a:xfrm>
            <a:custGeom>
              <a:avLst/>
              <a:gdLst/>
              <a:ahLst/>
              <a:cxnLst/>
              <a:rect l="l" t="t" r="r" b="b"/>
              <a:pathLst>
                <a:path w="40939" h="28656" extrusionOk="0">
                  <a:moveTo>
                    <a:pt x="5561" y="1"/>
                  </a:moveTo>
                  <a:cubicBezTo>
                    <a:pt x="4180" y="1"/>
                    <a:pt x="2060" y="1734"/>
                    <a:pt x="1822" y="1933"/>
                  </a:cubicBezTo>
                  <a:cubicBezTo>
                    <a:pt x="1677" y="2053"/>
                    <a:pt x="1657" y="2270"/>
                    <a:pt x="1778" y="2415"/>
                  </a:cubicBezTo>
                  <a:cubicBezTo>
                    <a:pt x="1846" y="2497"/>
                    <a:pt x="1943" y="2538"/>
                    <a:pt x="2041" y="2538"/>
                  </a:cubicBezTo>
                  <a:cubicBezTo>
                    <a:pt x="2119" y="2538"/>
                    <a:pt x="2197" y="2512"/>
                    <a:pt x="2262" y="2458"/>
                  </a:cubicBezTo>
                  <a:cubicBezTo>
                    <a:pt x="2853" y="1965"/>
                    <a:pt x="4599" y="687"/>
                    <a:pt x="5523" y="682"/>
                  </a:cubicBezTo>
                  <a:cubicBezTo>
                    <a:pt x="6641" y="1031"/>
                    <a:pt x="15516" y="12035"/>
                    <a:pt x="20847" y="18889"/>
                  </a:cubicBezTo>
                  <a:cubicBezTo>
                    <a:pt x="20912" y="18975"/>
                    <a:pt x="21013" y="19023"/>
                    <a:pt x="21117" y="19023"/>
                  </a:cubicBezTo>
                  <a:cubicBezTo>
                    <a:pt x="21142" y="19023"/>
                    <a:pt x="21168" y="19020"/>
                    <a:pt x="21193" y="19014"/>
                  </a:cubicBezTo>
                  <a:lnTo>
                    <a:pt x="38837" y="15012"/>
                  </a:lnTo>
                  <a:lnTo>
                    <a:pt x="40159" y="19970"/>
                  </a:lnTo>
                  <a:cubicBezTo>
                    <a:pt x="33074" y="23250"/>
                    <a:pt x="22323" y="27972"/>
                    <a:pt x="20664" y="27972"/>
                  </a:cubicBezTo>
                  <a:cubicBezTo>
                    <a:pt x="20638" y="27972"/>
                    <a:pt x="20615" y="27971"/>
                    <a:pt x="20593" y="27968"/>
                  </a:cubicBezTo>
                  <a:cubicBezTo>
                    <a:pt x="19196" y="27842"/>
                    <a:pt x="7596" y="17280"/>
                    <a:pt x="612" y="10651"/>
                  </a:cubicBezTo>
                  <a:cubicBezTo>
                    <a:pt x="546" y="10590"/>
                    <a:pt x="462" y="10560"/>
                    <a:pt x="378" y="10560"/>
                  </a:cubicBezTo>
                  <a:cubicBezTo>
                    <a:pt x="287" y="10560"/>
                    <a:pt x="197" y="10595"/>
                    <a:pt x="129" y="10666"/>
                  </a:cubicBezTo>
                  <a:cubicBezTo>
                    <a:pt x="0" y="10802"/>
                    <a:pt x="5" y="11018"/>
                    <a:pt x="140" y="11148"/>
                  </a:cubicBezTo>
                  <a:cubicBezTo>
                    <a:pt x="2006" y="12920"/>
                    <a:pt x="18437" y="28461"/>
                    <a:pt x="20533" y="28651"/>
                  </a:cubicBezTo>
                  <a:cubicBezTo>
                    <a:pt x="20558" y="28654"/>
                    <a:pt x="20586" y="28656"/>
                    <a:pt x="20616" y="28656"/>
                  </a:cubicBezTo>
                  <a:cubicBezTo>
                    <a:pt x="23000" y="28656"/>
                    <a:pt x="38885" y="21319"/>
                    <a:pt x="40708" y="20472"/>
                  </a:cubicBezTo>
                  <a:cubicBezTo>
                    <a:pt x="40860" y="20403"/>
                    <a:pt x="40939" y="20233"/>
                    <a:pt x="40896" y="20073"/>
                  </a:cubicBezTo>
                  <a:lnTo>
                    <a:pt x="39415" y="14516"/>
                  </a:lnTo>
                  <a:cubicBezTo>
                    <a:pt x="39374" y="14364"/>
                    <a:pt x="39237" y="14262"/>
                    <a:pt x="39085" y="14262"/>
                  </a:cubicBezTo>
                  <a:cubicBezTo>
                    <a:pt x="39060" y="14262"/>
                    <a:pt x="39034" y="14265"/>
                    <a:pt x="39008" y="14271"/>
                  </a:cubicBezTo>
                  <a:lnTo>
                    <a:pt x="21254" y="18297"/>
                  </a:lnTo>
                  <a:cubicBezTo>
                    <a:pt x="16863" y="12654"/>
                    <a:pt x="6870" y="1"/>
                    <a:pt x="55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451;p41">
              <a:extLst>
                <a:ext uri="{FF2B5EF4-FFF2-40B4-BE49-F238E27FC236}">
                  <a16:creationId xmlns:a16="http://schemas.microsoft.com/office/drawing/2014/main" id="{EB4F0296-1C73-AAB5-D0FC-0A5A8859B1D7}"/>
                </a:ext>
              </a:extLst>
            </p:cNvPr>
            <p:cNvSpPr/>
            <p:nvPr/>
          </p:nvSpPr>
          <p:spPr>
            <a:xfrm>
              <a:off x="948575" y="3965550"/>
              <a:ext cx="435275" cy="313675"/>
            </a:xfrm>
            <a:custGeom>
              <a:avLst/>
              <a:gdLst/>
              <a:ahLst/>
              <a:cxnLst/>
              <a:rect l="l" t="t" r="r" b="b"/>
              <a:pathLst>
                <a:path w="17411" h="12547" extrusionOk="0">
                  <a:moveTo>
                    <a:pt x="17410" y="1"/>
                  </a:moveTo>
                  <a:cubicBezTo>
                    <a:pt x="17410" y="1"/>
                    <a:pt x="6482" y="6852"/>
                    <a:pt x="3890" y="7779"/>
                  </a:cubicBezTo>
                  <a:cubicBezTo>
                    <a:pt x="1297" y="8704"/>
                    <a:pt x="1" y="9261"/>
                    <a:pt x="1" y="9261"/>
                  </a:cubicBezTo>
                  <a:cubicBezTo>
                    <a:pt x="1" y="9261"/>
                    <a:pt x="1766" y="11476"/>
                    <a:pt x="2731" y="11959"/>
                  </a:cubicBezTo>
                  <a:cubicBezTo>
                    <a:pt x="3632" y="12410"/>
                    <a:pt x="4636" y="12546"/>
                    <a:pt x="5521" y="12546"/>
                  </a:cubicBezTo>
                  <a:cubicBezTo>
                    <a:pt x="6883" y="12546"/>
                    <a:pt x="7964" y="12223"/>
                    <a:pt x="7964" y="12223"/>
                  </a:cubicBezTo>
                  <a:lnTo>
                    <a:pt x="17410" y="1"/>
                  </a:ln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452;p41">
              <a:extLst>
                <a:ext uri="{FF2B5EF4-FFF2-40B4-BE49-F238E27FC236}">
                  <a16:creationId xmlns:a16="http://schemas.microsoft.com/office/drawing/2014/main" id="{7A776C7D-21CD-4815-B2AD-F02B06B5CB9C}"/>
                </a:ext>
              </a:extLst>
            </p:cNvPr>
            <p:cNvSpPr/>
            <p:nvPr/>
          </p:nvSpPr>
          <p:spPr>
            <a:xfrm>
              <a:off x="938375" y="3956975"/>
              <a:ext cx="454775" cy="330925"/>
            </a:xfrm>
            <a:custGeom>
              <a:avLst/>
              <a:gdLst/>
              <a:ahLst/>
              <a:cxnLst/>
              <a:rect l="l" t="t" r="r" b="b"/>
              <a:pathLst>
                <a:path w="18191" h="13237" extrusionOk="0">
                  <a:moveTo>
                    <a:pt x="16384" y="1640"/>
                  </a:moveTo>
                  <a:lnTo>
                    <a:pt x="8172" y="12268"/>
                  </a:lnTo>
                  <a:cubicBezTo>
                    <a:pt x="7878" y="12344"/>
                    <a:pt x="6989" y="12548"/>
                    <a:pt x="5928" y="12548"/>
                  </a:cubicBezTo>
                  <a:cubicBezTo>
                    <a:pt x="5086" y="12548"/>
                    <a:pt x="4137" y="12419"/>
                    <a:pt x="3292" y="11998"/>
                  </a:cubicBezTo>
                  <a:cubicBezTo>
                    <a:pt x="2673" y="11687"/>
                    <a:pt x="1583" y="10479"/>
                    <a:pt x="967" y="9746"/>
                  </a:cubicBezTo>
                  <a:lnTo>
                    <a:pt x="967" y="9745"/>
                  </a:lnTo>
                  <a:cubicBezTo>
                    <a:pt x="1542" y="9512"/>
                    <a:pt x="2695" y="9059"/>
                    <a:pt x="4413" y="8447"/>
                  </a:cubicBezTo>
                  <a:cubicBezTo>
                    <a:pt x="6430" y="7727"/>
                    <a:pt x="13230" y="3588"/>
                    <a:pt x="16384" y="1640"/>
                  </a:cubicBezTo>
                  <a:close/>
                  <a:moveTo>
                    <a:pt x="17817" y="1"/>
                  </a:moveTo>
                  <a:cubicBezTo>
                    <a:pt x="17755" y="1"/>
                    <a:pt x="17692" y="18"/>
                    <a:pt x="17635" y="53"/>
                  </a:cubicBezTo>
                  <a:cubicBezTo>
                    <a:pt x="17527" y="121"/>
                    <a:pt x="6711" y="6897"/>
                    <a:pt x="4183" y="7800"/>
                  </a:cubicBezTo>
                  <a:cubicBezTo>
                    <a:pt x="1610" y="8719"/>
                    <a:pt x="287" y="9283"/>
                    <a:pt x="273" y="9289"/>
                  </a:cubicBezTo>
                  <a:cubicBezTo>
                    <a:pt x="66" y="9378"/>
                    <a:pt x="0" y="9641"/>
                    <a:pt x="141" y="9818"/>
                  </a:cubicBezTo>
                  <a:cubicBezTo>
                    <a:pt x="214" y="9911"/>
                    <a:pt x="1965" y="12099"/>
                    <a:pt x="2986" y="12609"/>
                  </a:cubicBezTo>
                  <a:cubicBezTo>
                    <a:pt x="3947" y="13091"/>
                    <a:pt x="5006" y="13236"/>
                    <a:pt x="5934" y="13236"/>
                  </a:cubicBezTo>
                  <a:cubicBezTo>
                    <a:pt x="7306" y="13236"/>
                    <a:pt x="8396" y="12918"/>
                    <a:pt x="8470" y="12896"/>
                  </a:cubicBezTo>
                  <a:cubicBezTo>
                    <a:pt x="8540" y="12875"/>
                    <a:pt x="8599" y="12834"/>
                    <a:pt x="8644" y="12777"/>
                  </a:cubicBezTo>
                  <a:lnTo>
                    <a:pt x="18090" y="553"/>
                  </a:lnTo>
                  <a:cubicBezTo>
                    <a:pt x="18191" y="422"/>
                    <a:pt x="18183" y="237"/>
                    <a:pt x="18072" y="114"/>
                  </a:cubicBezTo>
                  <a:cubicBezTo>
                    <a:pt x="18005" y="39"/>
                    <a:pt x="17912" y="1"/>
                    <a:pt x="178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4" name="Google Shape;1459;p41">
            <a:extLst>
              <a:ext uri="{FF2B5EF4-FFF2-40B4-BE49-F238E27FC236}">
                <a16:creationId xmlns:a16="http://schemas.microsoft.com/office/drawing/2014/main" id="{35A15FCF-EF82-E21C-7AA6-E25EC76C290F}"/>
              </a:ext>
            </a:extLst>
          </p:cNvPr>
          <p:cNvSpPr txBox="1">
            <a:spLocks/>
          </p:cNvSpPr>
          <p:nvPr/>
        </p:nvSpPr>
        <p:spPr>
          <a:xfrm>
            <a:off x="6619736" y="2225875"/>
            <a:ext cx="8505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400"/>
              <a:t>5%</a:t>
            </a:r>
          </a:p>
        </p:txBody>
      </p:sp>
      <p:sp>
        <p:nvSpPr>
          <p:cNvPr id="585" name="Google Shape;1460;p41">
            <a:extLst>
              <a:ext uri="{FF2B5EF4-FFF2-40B4-BE49-F238E27FC236}">
                <a16:creationId xmlns:a16="http://schemas.microsoft.com/office/drawing/2014/main" id="{FA6AF0E5-8BF0-15D0-4B48-32888084A6D8}"/>
              </a:ext>
            </a:extLst>
          </p:cNvPr>
          <p:cNvSpPr txBox="1">
            <a:spLocks/>
          </p:cNvSpPr>
          <p:nvPr/>
        </p:nvSpPr>
        <p:spPr>
          <a:xfrm>
            <a:off x="6253447" y="3391523"/>
            <a:ext cx="8505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400"/>
              <a:t>55%</a:t>
            </a:r>
          </a:p>
        </p:txBody>
      </p:sp>
      <p:sp>
        <p:nvSpPr>
          <p:cNvPr id="586" name="Google Shape;1461;p41">
            <a:extLst>
              <a:ext uri="{FF2B5EF4-FFF2-40B4-BE49-F238E27FC236}">
                <a16:creationId xmlns:a16="http://schemas.microsoft.com/office/drawing/2014/main" id="{41ED6D09-4DE1-2420-A144-0E1550B79DC4}"/>
              </a:ext>
            </a:extLst>
          </p:cNvPr>
          <p:cNvSpPr txBox="1">
            <a:spLocks/>
          </p:cNvSpPr>
          <p:nvPr/>
        </p:nvSpPr>
        <p:spPr>
          <a:xfrm>
            <a:off x="7627897" y="3714875"/>
            <a:ext cx="8505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 b="0" i="0" u="none" strike="noStrike" cap="non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400"/>
              <a:t>40%</a:t>
            </a:r>
            <a:endParaRPr lang="en" sz="1400" dirty="0"/>
          </a:p>
        </p:txBody>
      </p:sp>
    </p:spTree>
    <p:extLst>
      <p:ext uri="{BB962C8B-B14F-4D97-AF65-F5344CB8AC3E}">
        <p14:creationId xmlns:p14="http://schemas.microsoft.com/office/powerpoint/2010/main" val="579592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59"/>
          <p:cNvSpPr txBox="1">
            <a:spLocks noGrp="1"/>
          </p:cNvSpPr>
          <p:nvPr>
            <p:ph type="title"/>
          </p:nvPr>
        </p:nvSpPr>
        <p:spPr>
          <a:xfrm>
            <a:off x="1545068" y="1392477"/>
            <a:ext cx="6053864" cy="23585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THANK YOU FOR WATCHING</a:t>
            </a:r>
            <a:endParaRPr sz="5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1F1C51"/>
      </a:accent1>
      <a:accent2>
        <a:srgbClr val="ACFFD9"/>
      </a:accent2>
      <a:accent3>
        <a:srgbClr val="C6FF00"/>
      </a:accent3>
      <a:accent4>
        <a:srgbClr val="FFFFFF"/>
      </a:accent4>
      <a:accent5>
        <a:srgbClr val="A8C987"/>
      </a:accent5>
      <a:accent6>
        <a:srgbClr val="8BE3FF"/>
      </a:accent6>
      <a:hlink>
        <a:srgbClr val="1F1C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1051</Words>
  <Application>Microsoft Office PowerPoint</Application>
  <PresentationFormat>On-screen Show (16:9)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Viga</vt:lpstr>
      <vt:lpstr>DM Sans</vt:lpstr>
      <vt:lpstr>Calibri</vt:lpstr>
      <vt:lpstr>DM Sans Bold</vt:lpstr>
      <vt:lpstr>Montserrat Black</vt:lpstr>
      <vt:lpstr>montserrat</vt:lpstr>
      <vt:lpstr>Arial</vt:lpstr>
      <vt:lpstr>Cyber Security Business Plan</vt:lpstr>
      <vt:lpstr>PowerPoint Presentation</vt:lpstr>
      <vt:lpstr>NỘI DUNG TRÌNH BÀY</vt:lpstr>
      <vt:lpstr>Tổng quan về an ninh mạng</vt:lpstr>
      <vt:lpstr>Tấn công mạng và các mối đe doạ</vt:lpstr>
      <vt:lpstr>Mô hình mạng an toàn</vt:lpstr>
      <vt:lpstr>Cấu trúc mạng sử dụng cho Công ty CP Trung Anh</vt:lpstr>
      <vt:lpstr>Cơ chế hoạt động</vt:lpstr>
      <vt:lpstr>Các kịch bản triển khai</vt:lpstr>
      <vt:lpstr>Các bước thực hiện</vt:lpstr>
      <vt:lpstr>Sơ đồ logic của mô hình mạng an toàn </vt:lpstr>
      <vt:lpstr>Kết quả thực nghiệm</vt:lpstr>
      <vt:lpstr>PowerPoint Presentation</vt:lpstr>
      <vt:lpstr>THANK YOU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Phan Giang</dc:creator>
  <cp:lastModifiedBy>Phan Giang</cp:lastModifiedBy>
  <cp:revision>2</cp:revision>
  <dcterms:modified xsi:type="dcterms:W3CDTF">2026-06-11T05:00:01Z</dcterms:modified>
</cp:coreProperties>
</file>